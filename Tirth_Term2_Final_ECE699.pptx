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4.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omments/modernComment_125_E203732.xml" ContentType="application/vnd.ms-powerpoint.comments+xml"/>
  <Override PartName="/ppt/notesSlides/notesSlide34.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7"/>
  </p:notesMasterIdLst>
  <p:sldIdLst>
    <p:sldId id="257" r:id="rId2"/>
    <p:sldId id="297" r:id="rId3"/>
    <p:sldId id="258" r:id="rId4"/>
    <p:sldId id="259" r:id="rId5"/>
    <p:sldId id="298" r:id="rId6"/>
    <p:sldId id="299" r:id="rId7"/>
    <p:sldId id="300" r:id="rId8"/>
    <p:sldId id="261" r:id="rId9"/>
    <p:sldId id="262" r:id="rId10"/>
    <p:sldId id="264" r:id="rId11"/>
    <p:sldId id="265" r:id="rId12"/>
    <p:sldId id="301" r:id="rId13"/>
    <p:sldId id="302" r:id="rId14"/>
    <p:sldId id="303" r:id="rId15"/>
    <p:sldId id="266" r:id="rId16"/>
    <p:sldId id="267" r:id="rId17"/>
    <p:sldId id="269" r:id="rId18"/>
    <p:sldId id="270" r:id="rId19"/>
    <p:sldId id="304" r:id="rId20"/>
    <p:sldId id="271" r:id="rId21"/>
    <p:sldId id="306" r:id="rId22"/>
    <p:sldId id="307" r:id="rId23"/>
    <p:sldId id="308" r:id="rId24"/>
    <p:sldId id="309" r:id="rId25"/>
    <p:sldId id="310" r:id="rId26"/>
    <p:sldId id="311" r:id="rId27"/>
    <p:sldId id="312" r:id="rId28"/>
    <p:sldId id="313" r:id="rId29"/>
    <p:sldId id="314" r:id="rId30"/>
    <p:sldId id="315" r:id="rId31"/>
    <p:sldId id="317" r:id="rId32"/>
    <p:sldId id="318" r:id="rId33"/>
    <p:sldId id="324" r:id="rId34"/>
    <p:sldId id="319" r:id="rId35"/>
    <p:sldId id="320" r:id="rId36"/>
    <p:sldId id="321" r:id="rId37"/>
    <p:sldId id="322" r:id="rId38"/>
    <p:sldId id="323" r:id="rId39"/>
    <p:sldId id="325" r:id="rId40"/>
    <p:sldId id="326" r:id="rId41"/>
    <p:sldId id="291" r:id="rId42"/>
    <p:sldId id="292" r:id="rId43"/>
    <p:sldId id="293" r:id="rId44"/>
    <p:sldId id="294" r:id="rId45"/>
    <p:sldId id="295"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26C5F1-3CD5-E9A9-3BAB-0764279314CC}" name="Tirth Patel" initials="TP" userId="5512f2528216baf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6696BC-624F-4658-B0EA-030C4AFC530E}" v="580" dt="2026-03-26T13:13:24.6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95033" autoAdjust="0"/>
  </p:normalViewPr>
  <p:slideViewPr>
    <p:cSldViewPr snapToGrid="0">
      <p:cViewPr varScale="1">
        <p:scale>
          <a:sx n="74" d="100"/>
          <a:sy n="74" d="100"/>
        </p:scale>
        <p:origin x="1195" y="28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rth Patel" userId="5512f2528216baf6" providerId="LiveId" clId="{209A84C9-A4AB-4730-9A53-3A5DA2CE6641}"/>
    <pc:docChg chg="undo redo custSel addSld delSld modSld sldOrd">
      <pc:chgData name="Tirth Patel" userId="5512f2528216baf6" providerId="LiveId" clId="{209A84C9-A4AB-4730-9A53-3A5DA2CE6641}" dt="2026-03-26T13:13:24.699" v="2884"/>
      <pc:docMkLst>
        <pc:docMk/>
      </pc:docMkLst>
      <pc:sldChg chg="addSp delSp modSp mod">
        <pc:chgData name="Tirth Patel" userId="5512f2528216baf6" providerId="LiveId" clId="{209A84C9-A4AB-4730-9A53-3A5DA2CE6641}" dt="2026-03-22T21:09:29.419" v="2667" actId="1036"/>
        <pc:sldMkLst>
          <pc:docMk/>
          <pc:sldMk cId="3829764105" sldId="257"/>
        </pc:sldMkLst>
        <pc:spChg chg="mod">
          <ac:chgData name="Tirth Patel" userId="5512f2528216baf6" providerId="LiveId" clId="{209A84C9-A4AB-4730-9A53-3A5DA2CE6641}" dt="2026-03-22T21:01:55.311" v="2576" actId="20577"/>
          <ac:spMkLst>
            <pc:docMk/>
            <pc:sldMk cId="3829764105" sldId="257"/>
            <ac:spMk id="5" creationId="{80980340-7053-1A76-86C8-A2E7F9F28FA0}"/>
          </ac:spMkLst>
        </pc:spChg>
        <pc:spChg chg="mod">
          <ac:chgData name="Tirth Patel" userId="5512f2528216baf6" providerId="LiveId" clId="{209A84C9-A4AB-4730-9A53-3A5DA2CE6641}" dt="2026-03-22T21:00:50.061" v="2548" actId="20577"/>
          <ac:spMkLst>
            <pc:docMk/>
            <pc:sldMk cId="3829764105" sldId="257"/>
            <ac:spMk id="7" creationId="{4CDBA41E-5957-9F52-C6AA-65412EDC5BAE}"/>
          </ac:spMkLst>
        </pc:spChg>
        <pc:spChg chg="add mod">
          <ac:chgData name="Tirth Patel" userId="5512f2528216baf6" providerId="LiveId" clId="{209A84C9-A4AB-4730-9A53-3A5DA2CE6641}" dt="2026-03-22T21:09:22.660" v="2665"/>
          <ac:spMkLst>
            <pc:docMk/>
            <pc:sldMk cId="3829764105" sldId="257"/>
            <ac:spMk id="10" creationId="{49FDF508-2F27-BEDA-20FB-0D0C4A3DBA5D}"/>
          </ac:spMkLst>
        </pc:spChg>
        <pc:picChg chg="mod">
          <ac:chgData name="Tirth Patel" userId="5512f2528216baf6" providerId="LiveId" clId="{209A84C9-A4AB-4730-9A53-3A5DA2CE6641}" dt="2026-03-22T21:09:29.419" v="2667" actId="1036"/>
          <ac:picMkLst>
            <pc:docMk/>
            <pc:sldMk cId="3829764105" sldId="257"/>
            <ac:picMk id="4" creationId="{ADE0017D-2CAC-5787-A647-4DF404134C37}"/>
          </ac:picMkLst>
        </pc:picChg>
      </pc:sldChg>
      <pc:sldChg chg="addSp delSp modSp mod">
        <pc:chgData name="Tirth Patel" userId="5512f2528216baf6" providerId="LiveId" clId="{209A84C9-A4AB-4730-9A53-3A5DA2CE6641}" dt="2026-03-22T21:02:56.132" v="2585" actId="1076"/>
        <pc:sldMkLst>
          <pc:docMk/>
          <pc:sldMk cId="2001941740" sldId="258"/>
        </pc:sldMkLst>
        <pc:spChg chg="add mod">
          <ac:chgData name="Tirth Patel" userId="5512f2528216baf6" providerId="LiveId" clId="{209A84C9-A4AB-4730-9A53-3A5DA2CE6641}" dt="2026-03-22T21:02:56.132" v="2585" actId="1076"/>
          <ac:spMkLst>
            <pc:docMk/>
            <pc:sldMk cId="2001941740" sldId="258"/>
            <ac:spMk id="10" creationId="{543837F5-2B2D-C5AB-79A1-FA7089524DE8}"/>
          </ac:spMkLst>
        </pc:spChg>
      </pc:sldChg>
      <pc:sldChg chg="addSp modSp mod">
        <pc:chgData name="Tirth Patel" userId="5512f2528216baf6" providerId="LiveId" clId="{209A84C9-A4AB-4730-9A53-3A5DA2CE6641}" dt="2026-03-22T21:03:03.455" v="2586" actId="1076"/>
        <pc:sldMkLst>
          <pc:docMk/>
          <pc:sldMk cId="2247338057" sldId="259"/>
        </pc:sldMkLst>
        <pc:spChg chg="add mod">
          <ac:chgData name="Tirth Patel" userId="5512f2528216baf6" providerId="LiveId" clId="{209A84C9-A4AB-4730-9A53-3A5DA2CE6641}" dt="2026-03-22T21:03:03.455" v="2586" actId="1076"/>
          <ac:spMkLst>
            <pc:docMk/>
            <pc:sldMk cId="2247338057" sldId="259"/>
            <ac:spMk id="7" creationId="{A60458EB-14F4-CA1D-0DDD-8A0DB5203CBF}"/>
          </ac:spMkLst>
        </pc:spChg>
      </pc:sldChg>
      <pc:sldChg chg="addSp delSp modSp mod">
        <pc:chgData name="Tirth Patel" userId="5512f2528216baf6" providerId="LiveId" clId="{209A84C9-A4AB-4730-9A53-3A5DA2CE6641}" dt="2026-03-22T21:08:49.195" v="2663" actId="478"/>
        <pc:sldMkLst>
          <pc:docMk/>
          <pc:sldMk cId="380174405" sldId="261"/>
        </pc:sldMkLst>
        <pc:spChg chg="add mod">
          <ac:chgData name="Tirth Patel" userId="5512f2528216baf6" providerId="LiveId" clId="{209A84C9-A4AB-4730-9A53-3A5DA2CE6641}" dt="2026-03-22T21:03:27.741" v="2591"/>
          <ac:spMkLst>
            <pc:docMk/>
            <pc:sldMk cId="380174405" sldId="261"/>
            <ac:spMk id="9" creationId="{19CD1DAC-4F27-55D1-F592-65DD92D81046}"/>
          </ac:spMkLst>
        </pc:spChg>
      </pc:sldChg>
      <pc:sldChg chg="addSp modSp">
        <pc:chgData name="Tirth Patel" userId="5512f2528216baf6" providerId="LiveId" clId="{209A84C9-A4AB-4730-9A53-3A5DA2CE6641}" dt="2026-03-22T21:03:33.622" v="2592"/>
        <pc:sldMkLst>
          <pc:docMk/>
          <pc:sldMk cId="195987282" sldId="262"/>
        </pc:sldMkLst>
        <pc:spChg chg="add mod">
          <ac:chgData name="Tirth Patel" userId="5512f2528216baf6" providerId="LiveId" clId="{209A84C9-A4AB-4730-9A53-3A5DA2CE6641}" dt="2026-03-22T21:03:33.622" v="2592"/>
          <ac:spMkLst>
            <pc:docMk/>
            <pc:sldMk cId="195987282" sldId="262"/>
            <ac:spMk id="3" creationId="{402860F1-C922-EE54-B051-D99CF0B5CA77}"/>
          </ac:spMkLst>
        </pc:spChg>
      </pc:sldChg>
      <pc:sldChg chg="addSp delSp modSp mod">
        <pc:chgData name="Tirth Patel" userId="5512f2528216baf6" providerId="LiveId" clId="{209A84C9-A4AB-4730-9A53-3A5DA2CE6641}" dt="2026-03-22T21:08:40.463" v="2662" actId="478"/>
        <pc:sldMkLst>
          <pc:docMk/>
          <pc:sldMk cId="1696785203" sldId="264"/>
        </pc:sldMkLst>
        <pc:spChg chg="add mod">
          <ac:chgData name="Tirth Patel" userId="5512f2528216baf6" providerId="LiveId" clId="{209A84C9-A4AB-4730-9A53-3A5DA2CE6641}" dt="2026-03-22T21:03:43.190" v="2594"/>
          <ac:spMkLst>
            <pc:docMk/>
            <pc:sldMk cId="1696785203" sldId="264"/>
            <ac:spMk id="9" creationId="{73F8294B-6B18-4E84-6A2A-4A39F565946F}"/>
          </ac:spMkLst>
        </pc:spChg>
      </pc:sldChg>
      <pc:sldChg chg="addSp delSp modSp mod">
        <pc:chgData name="Tirth Patel" userId="5512f2528216baf6" providerId="LiveId" clId="{209A84C9-A4AB-4730-9A53-3A5DA2CE6641}" dt="2026-03-22T21:08:28.764" v="2660" actId="478"/>
        <pc:sldMkLst>
          <pc:docMk/>
          <pc:sldMk cId="1094675931" sldId="265"/>
        </pc:sldMkLst>
        <pc:spChg chg="add mod">
          <ac:chgData name="Tirth Patel" userId="5512f2528216baf6" providerId="LiveId" clId="{209A84C9-A4AB-4730-9A53-3A5DA2CE6641}" dt="2026-03-22T21:04:01.679" v="2598"/>
          <ac:spMkLst>
            <pc:docMk/>
            <pc:sldMk cId="1094675931" sldId="265"/>
            <ac:spMk id="10" creationId="{CE32E0F4-D0C6-5791-C8E7-AC1BFF9D0F4A}"/>
          </ac:spMkLst>
        </pc:spChg>
      </pc:sldChg>
      <pc:sldChg chg="addSp delSp modSp mod">
        <pc:chgData name="Tirth Patel" userId="5512f2528216baf6" providerId="LiveId" clId="{209A84C9-A4AB-4730-9A53-3A5DA2CE6641}" dt="2026-03-22T21:07:56.353" v="2654" actId="478"/>
        <pc:sldMkLst>
          <pc:docMk/>
          <pc:sldMk cId="2591908098" sldId="266"/>
        </pc:sldMkLst>
        <pc:spChg chg="add mod">
          <ac:chgData name="Tirth Patel" userId="5512f2528216baf6" providerId="LiveId" clId="{209A84C9-A4AB-4730-9A53-3A5DA2CE6641}" dt="2026-03-22T21:04:26.981" v="2606"/>
          <ac:spMkLst>
            <pc:docMk/>
            <pc:sldMk cId="2591908098" sldId="266"/>
            <ac:spMk id="8" creationId="{8EDAF19D-54FE-1F4E-95A0-2F365FF41B66}"/>
          </ac:spMkLst>
        </pc:spChg>
      </pc:sldChg>
      <pc:sldChg chg="delSp modSp mod">
        <pc:chgData name="Tirth Patel" userId="5512f2528216baf6" providerId="LiveId" clId="{209A84C9-A4AB-4730-9A53-3A5DA2CE6641}" dt="2026-03-22T21:07:50.217" v="2653" actId="478"/>
        <pc:sldMkLst>
          <pc:docMk/>
          <pc:sldMk cId="4052659569" sldId="267"/>
        </pc:sldMkLst>
        <pc:graphicFrameChg chg="mod modGraphic">
          <ac:chgData name="Tirth Patel" userId="5512f2528216baf6" providerId="LiveId" clId="{209A84C9-A4AB-4730-9A53-3A5DA2CE6641}" dt="2026-03-22T20:58:38.164" v="2535" actId="14734"/>
          <ac:graphicFrameMkLst>
            <pc:docMk/>
            <pc:sldMk cId="4052659569" sldId="267"/>
            <ac:graphicFrameMk id="7" creationId="{278A3E5D-EEF0-8C30-4EEF-1570B389CB33}"/>
          </ac:graphicFrameMkLst>
        </pc:graphicFrameChg>
      </pc:sldChg>
      <pc:sldChg chg="addSp delSp modSp mod">
        <pc:chgData name="Tirth Patel" userId="5512f2528216baf6" providerId="LiveId" clId="{209A84C9-A4AB-4730-9A53-3A5DA2CE6641}" dt="2026-03-22T21:07:43.554" v="2652" actId="478"/>
        <pc:sldMkLst>
          <pc:docMk/>
          <pc:sldMk cId="32253115" sldId="269"/>
        </pc:sldMkLst>
        <pc:spChg chg="add mod">
          <ac:chgData name="Tirth Patel" userId="5512f2528216baf6" providerId="LiveId" clId="{209A84C9-A4AB-4730-9A53-3A5DA2CE6641}" dt="2026-03-22T21:04:32.605" v="2608"/>
          <ac:spMkLst>
            <pc:docMk/>
            <pc:sldMk cId="32253115" sldId="269"/>
            <ac:spMk id="8" creationId="{D2879F9E-27C6-9E98-6DA5-0DACB538EC23}"/>
          </ac:spMkLst>
        </pc:spChg>
      </pc:sldChg>
      <pc:sldChg chg="addSp delSp modSp mod">
        <pc:chgData name="Tirth Patel" userId="5512f2528216baf6" providerId="LiveId" clId="{209A84C9-A4AB-4730-9A53-3A5DA2CE6641}" dt="2026-03-22T21:24:15.977" v="2750" actId="20577"/>
        <pc:sldMkLst>
          <pc:docMk/>
          <pc:sldMk cId="3670200965" sldId="270"/>
        </pc:sldMkLst>
        <pc:spChg chg="mod">
          <ac:chgData name="Tirth Patel" userId="5512f2528216baf6" providerId="LiveId" clId="{209A84C9-A4AB-4730-9A53-3A5DA2CE6641}" dt="2026-03-22T21:24:15.977" v="2750" actId="20577"/>
          <ac:spMkLst>
            <pc:docMk/>
            <pc:sldMk cId="3670200965" sldId="270"/>
            <ac:spMk id="8" creationId="{06C27D3E-C127-CDE2-1AEA-63DF7BA0886B}"/>
          </ac:spMkLst>
        </pc:spChg>
        <pc:spChg chg="add mod">
          <ac:chgData name="Tirth Patel" userId="5512f2528216baf6" providerId="LiveId" clId="{209A84C9-A4AB-4730-9A53-3A5DA2CE6641}" dt="2026-03-22T21:04:39.414" v="2610"/>
          <ac:spMkLst>
            <pc:docMk/>
            <pc:sldMk cId="3670200965" sldId="270"/>
            <ac:spMk id="9" creationId="{E033FC00-8527-6831-602C-2C3E97E9355F}"/>
          </ac:spMkLst>
        </pc:spChg>
      </pc:sldChg>
      <pc:sldChg chg="delSp modSp mod">
        <pc:chgData name="Tirth Patel" userId="5512f2528216baf6" providerId="LiveId" clId="{209A84C9-A4AB-4730-9A53-3A5DA2CE6641}" dt="2026-03-22T21:07:25.619" v="2649" actId="478"/>
        <pc:sldMkLst>
          <pc:docMk/>
          <pc:sldMk cId="2031926607" sldId="271"/>
        </pc:sldMkLst>
        <pc:spChg chg="mod">
          <ac:chgData name="Tirth Patel" userId="5512f2528216baf6" providerId="LiveId" clId="{209A84C9-A4AB-4730-9A53-3A5DA2CE6641}" dt="2026-03-21T18:29:51.638" v="0" actId="1076"/>
          <ac:spMkLst>
            <pc:docMk/>
            <pc:sldMk cId="2031926607" sldId="271"/>
            <ac:spMk id="5" creationId="{3DF70A0C-7DA2-AA78-98FD-3BF1DA9E3D05}"/>
          </ac:spMkLst>
        </pc:spChg>
      </pc:sldChg>
      <pc:sldChg chg="addSp delSp modSp mod">
        <pc:chgData name="Tirth Patel" userId="5512f2528216baf6" providerId="LiveId" clId="{209A84C9-A4AB-4730-9A53-3A5DA2CE6641}" dt="2026-03-22T21:07:01.483" v="2648" actId="478"/>
        <pc:sldMkLst>
          <pc:docMk/>
          <pc:sldMk cId="3349401006" sldId="291"/>
        </pc:sldMkLst>
        <pc:spChg chg="mod">
          <ac:chgData name="Tirth Patel" userId="5512f2528216baf6" providerId="LiveId" clId="{209A84C9-A4AB-4730-9A53-3A5DA2CE6641}" dt="2026-03-22T19:32:17.766" v="2348" actId="20577"/>
          <ac:spMkLst>
            <pc:docMk/>
            <pc:sldMk cId="3349401006" sldId="291"/>
            <ac:spMk id="5" creationId="{D6FE88BD-1D5B-DB98-5060-6D917B0B14E0}"/>
          </ac:spMkLst>
        </pc:spChg>
        <pc:spChg chg="mod">
          <ac:chgData name="Tirth Patel" userId="5512f2528216baf6" providerId="LiveId" clId="{209A84C9-A4AB-4730-9A53-3A5DA2CE6641}" dt="2026-03-22T19:35:03.429" v="2371" actId="2710"/>
          <ac:spMkLst>
            <pc:docMk/>
            <pc:sldMk cId="3349401006" sldId="291"/>
            <ac:spMk id="6" creationId="{AE6089D8-86BD-3334-8303-0572B5A6CA87}"/>
          </ac:spMkLst>
        </pc:spChg>
        <pc:spChg chg="add mod">
          <ac:chgData name="Tirth Patel" userId="5512f2528216baf6" providerId="LiveId" clId="{209A84C9-A4AB-4730-9A53-3A5DA2CE6641}" dt="2026-03-22T21:05:47.910" v="2634"/>
          <ac:spMkLst>
            <pc:docMk/>
            <pc:sldMk cId="3349401006" sldId="291"/>
            <ac:spMk id="10" creationId="{6D1643D9-4E6C-446F-39C0-0D8F686C20C6}"/>
          </ac:spMkLst>
        </pc:spChg>
        <pc:picChg chg="mod">
          <ac:chgData name="Tirth Patel" userId="5512f2528216baf6" providerId="LiveId" clId="{209A84C9-A4AB-4730-9A53-3A5DA2CE6641}" dt="2026-03-22T19:34:22.941" v="2368" actId="1076"/>
          <ac:picMkLst>
            <pc:docMk/>
            <pc:sldMk cId="3349401006" sldId="291"/>
            <ac:picMk id="4" creationId="{BEE031A9-1DD3-0987-2B9A-A28E02BF752F}"/>
          </ac:picMkLst>
        </pc:picChg>
      </pc:sldChg>
      <pc:sldChg chg="addSp delSp modSp mod">
        <pc:chgData name="Tirth Patel" userId="5512f2528216baf6" providerId="LiveId" clId="{209A84C9-A4AB-4730-9A53-3A5DA2CE6641}" dt="2026-03-22T21:06:54.126" v="2647" actId="478"/>
        <pc:sldMkLst>
          <pc:docMk/>
          <pc:sldMk cId="1532350020" sldId="292"/>
        </pc:sldMkLst>
        <pc:spChg chg="add mod">
          <ac:chgData name="Tirth Patel" userId="5512f2528216baf6" providerId="LiveId" clId="{209A84C9-A4AB-4730-9A53-3A5DA2CE6641}" dt="2026-03-22T21:06:00.519" v="2637"/>
          <ac:spMkLst>
            <pc:docMk/>
            <pc:sldMk cId="1532350020" sldId="292"/>
            <ac:spMk id="8" creationId="{2C5E76B2-89DE-FDC9-4B35-A362393656CC}"/>
          </ac:spMkLst>
        </pc:spChg>
      </pc:sldChg>
      <pc:sldChg chg="addSp delSp modSp mod">
        <pc:chgData name="Tirth Patel" userId="5512f2528216baf6" providerId="LiveId" clId="{209A84C9-A4AB-4730-9A53-3A5DA2CE6641}" dt="2026-03-23T22:11:42.642" v="2781" actId="20577"/>
        <pc:sldMkLst>
          <pc:docMk/>
          <pc:sldMk cId="236992306" sldId="293"/>
        </pc:sldMkLst>
        <pc:spChg chg="mod">
          <ac:chgData name="Tirth Patel" userId="5512f2528216baf6" providerId="LiveId" clId="{209A84C9-A4AB-4730-9A53-3A5DA2CE6641}" dt="2026-03-23T22:11:42.642" v="2781" actId="20577"/>
          <ac:spMkLst>
            <pc:docMk/>
            <pc:sldMk cId="236992306" sldId="293"/>
            <ac:spMk id="6" creationId="{09101EB4-002A-A8CE-AC2E-A1B2A4115FEB}"/>
          </ac:spMkLst>
        </pc:spChg>
        <pc:spChg chg="add mod">
          <ac:chgData name="Tirth Patel" userId="5512f2528216baf6" providerId="LiveId" clId="{209A84C9-A4AB-4730-9A53-3A5DA2CE6641}" dt="2026-03-22T21:06:07.881" v="2639"/>
          <ac:spMkLst>
            <pc:docMk/>
            <pc:sldMk cId="236992306" sldId="293"/>
            <ac:spMk id="10" creationId="{429A9F9F-A0C8-F1FB-817E-EBA4B87DFCE7}"/>
          </ac:spMkLst>
        </pc:spChg>
      </pc:sldChg>
      <pc:sldChg chg="addSp delSp modSp mod">
        <pc:chgData name="Tirth Patel" userId="5512f2528216baf6" providerId="LiveId" clId="{209A84C9-A4AB-4730-9A53-3A5DA2CE6641}" dt="2026-03-22T21:06:40.729" v="2645" actId="478"/>
        <pc:sldMkLst>
          <pc:docMk/>
          <pc:sldMk cId="1037617253" sldId="294"/>
        </pc:sldMkLst>
        <pc:spChg chg="add mod">
          <ac:chgData name="Tirth Patel" userId="5512f2528216baf6" providerId="LiveId" clId="{209A84C9-A4AB-4730-9A53-3A5DA2CE6641}" dt="2026-03-22T21:06:13.219" v="2641"/>
          <ac:spMkLst>
            <pc:docMk/>
            <pc:sldMk cId="1037617253" sldId="294"/>
            <ac:spMk id="12" creationId="{FAA216DD-E90F-5139-680A-D3A384F4080A}"/>
          </ac:spMkLst>
        </pc:spChg>
        <pc:graphicFrameChg chg="add mod ord modGraphic">
          <ac:chgData name="Tirth Patel" userId="5512f2528216baf6" providerId="LiveId" clId="{209A84C9-A4AB-4730-9A53-3A5DA2CE6641}" dt="2026-03-22T19:41:31.456" v="2413" actId="1076"/>
          <ac:graphicFrameMkLst>
            <pc:docMk/>
            <pc:sldMk cId="1037617253" sldId="294"/>
            <ac:graphicFrameMk id="11" creationId="{99E8C5CD-48CC-28ED-AA08-AD177B33A5B1}"/>
          </ac:graphicFrameMkLst>
        </pc:graphicFrameChg>
      </pc:sldChg>
      <pc:sldChg chg="addSp delSp modSp mod">
        <pc:chgData name="Tirth Patel" userId="5512f2528216baf6" providerId="LiveId" clId="{209A84C9-A4AB-4730-9A53-3A5DA2CE6641}" dt="2026-03-22T21:06:31.345" v="2644" actId="478"/>
        <pc:sldMkLst>
          <pc:docMk/>
          <pc:sldMk cId="3820451791" sldId="295"/>
        </pc:sldMkLst>
        <pc:spChg chg="add mod">
          <ac:chgData name="Tirth Patel" userId="5512f2528216baf6" providerId="LiveId" clId="{209A84C9-A4AB-4730-9A53-3A5DA2CE6641}" dt="2026-03-22T21:06:18.523" v="2643"/>
          <ac:spMkLst>
            <pc:docMk/>
            <pc:sldMk cId="3820451791" sldId="295"/>
            <ac:spMk id="9" creationId="{D4088239-200F-1C69-3E41-ADAF88F8D728}"/>
          </ac:spMkLst>
        </pc:spChg>
      </pc:sldChg>
      <pc:sldChg chg="modSp mod">
        <pc:chgData name="Tirth Patel" userId="5512f2528216baf6" providerId="LiveId" clId="{209A84C9-A4AB-4730-9A53-3A5DA2CE6641}" dt="2026-03-22T21:02:43.691" v="2584" actId="1076"/>
        <pc:sldMkLst>
          <pc:docMk/>
          <pc:sldMk cId="2693977028" sldId="297"/>
        </pc:sldMkLst>
        <pc:spChg chg="mod">
          <ac:chgData name="Tirth Patel" userId="5512f2528216baf6" providerId="LiveId" clId="{209A84C9-A4AB-4730-9A53-3A5DA2CE6641}" dt="2026-03-22T21:02:43.691" v="2584" actId="1076"/>
          <ac:spMkLst>
            <pc:docMk/>
            <pc:sldMk cId="2693977028" sldId="297"/>
            <ac:spMk id="4" creationId="{312536E0-448F-00A7-A89F-0165A1C85C49}"/>
          </ac:spMkLst>
        </pc:spChg>
        <pc:graphicFrameChg chg="mod modGraphic">
          <ac:chgData name="Tirth Patel" userId="5512f2528216baf6" providerId="LiveId" clId="{209A84C9-A4AB-4730-9A53-3A5DA2CE6641}" dt="2026-03-22T20:59:07.681" v="2537" actId="113"/>
          <ac:graphicFrameMkLst>
            <pc:docMk/>
            <pc:sldMk cId="2693977028" sldId="297"/>
            <ac:graphicFrameMk id="11" creationId="{B3FB4487-91F0-78C5-5EC0-FBFABE27EFBC}"/>
          </ac:graphicFrameMkLst>
        </pc:graphicFrameChg>
      </pc:sldChg>
      <pc:sldChg chg="addSp modSp">
        <pc:chgData name="Tirth Patel" userId="5512f2528216baf6" providerId="LiveId" clId="{209A84C9-A4AB-4730-9A53-3A5DA2CE6641}" dt="2026-03-22T21:03:09.720" v="2587"/>
        <pc:sldMkLst>
          <pc:docMk/>
          <pc:sldMk cId="2308678281" sldId="298"/>
        </pc:sldMkLst>
        <pc:spChg chg="add mod">
          <ac:chgData name="Tirth Patel" userId="5512f2528216baf6" providerId="LiveId" clId="{209A84C9-A4AB-4730-9A53-3A5DA2CE6641}" dt="2026-03-22T21:03:09.720" v="2587"/>
          <ac:spMkLst>
            <pc:docMk/>
            <pc:sldMk cId="2308678281" sldId="298"/>
            <ac:spMk id="7" creationId="{C883FE21-1D42-A74B-57FD-D065558C788D}"/>
          </ac:spMkLst>
        </pc:spChg>
      </pc:sldChg>
      <pc:sldChg chg="addSp modSp mod">
        <pc:chgData name="Tirth Patel" userId="5512f2528216baf6" providerId="LiveId" clId="{209A84C9-A4AB-4730-9A53-3A5DA2CE6641}" dt="2026-03-26T01:18:19.569" v="2876" actId="20577"/>
        <pc:sldMkLst>
          <pc:docMk/>
          <pc:sldMk cId="2120591686" sldId="299"/>
        </pc:sldMkLst>
        <pc:spChg chg="add mod">
          <ac:chgData name="Tirth Patel" userId="5512f2528216baf6" providerId="LiveId" clId="{209A84C9-A4AB-4730-9A53-3A5DA2CE6641}" dt="2026-03-22T21:03:15.390" v="2588"/>
          <ac:spMkLst>
            <pc:docMk/>
            <pc:sldMk cId="2120591686" sldId="299"/>
            <ac:spMk id="7" creationId="{DFBA77DD-26C4-0B7A-41E2-29E5C7E184A1}"/>
          </ac:spMkLst>
        </pc:spChg>
        <pc:spChg chg="mod">
          <ac:chgData name="Tirth Patel" userId="5512f2528216baf6" providerId="LiveId" clId="{209A84C9-A4AB-4730-9A53-3A5DA2CE6641}" dt="2026-03-26T01:18:19.569" v="2876" actId="20577"/>
          <ac:spMkLst>
            <pc:docMk/>
            <pc:sldMk cId="2120591686" sldId="299"/>
            <ac:spMk id="15" creationId="{A4CC568C-9179-F2D9-4955-178074006618}"/>
          </ac:spMkLst>
        </pc:spChg>
      </pc:sldChg>
      <pc:sldChg chg="addSp modSp mod">
        <pc:chgData name="Tirth Patel" userId="5512f2528216baf6" providerId="LiveId" clId="{209A84C9-A4AB-4730-9A53-3A5DA2CE6641}" dt="2026-03-22T21:03:19.202" v="2589"/>
        <pc:sldMkLst>
          <pc:docMk/>
          <pc:sldMk cId="3389112672" sldId="300"/>
        </pc:sldMkLst>
        <pc:spChg chg="add mod">
          <ac:chgData name="Tirth Patel" userId="5512f2528216baf6" providerId="LiveId" clId="{209A84C9-A4AB-4730-9A53-3A5DA2CE6641}" dt="2026-03-22T21:03:19.202" v="2589"/>
          <ac:spMkLst>
            <pc:docMk/>
            <pc:sldMk cId="3389112672" sldId="300"/>
            <ac:spMk id="8" creationId="{C1A00465-9644-58DC-5860-03DDC08C183F}"/>
          </ac:spMkLst>
        </pc:spChg>
        <pc:graphicFrameChg chg="mod">
          <ac:chgData name="Tirth Patel" userId="5512f2528216baf6" providerId="LiveId" clId="{209A84C9-A4AB-4730-9A53-3A5DA2CE6641}" dt="2026-03-22T20:39:32.035" v="2459" actId="14100"/>
          <ac:graphicFrameMkLst>
            <pc:docMk/>
            <pc:sldMk cId="3389112672" sldId="300"/>
            <ac:graphicFrameMk id="7" creationId="{83918BB5-D279-A242-7FE5-C8C7FE1DC80D}"/>
          </ac:graphicFrameMkLst>
        </pc:graphicFrameChg>
      </pc:sldChg>
      <pc:sldChg chg="addSp delSp modSp mod">
        <pc:chgData name="Tirth Patel" userId="5512f2528216baf6" providerId="LiveId" clId="{209A84C9-A4AB-4730-9A53-3A5DA2CE6641}" dt="2026-03-22T21:08:21.758" v="2659" actId="478"/>
        <pc:sldMkLst>
          <pc:docMk/>
          <pc:sldMk cId="1362559913" sldId="301"/>
        </pc:sldMkLst>
        <pc:spChg chg="add mod">
          <ac:chgData name="Tirth Patel" userId="5512f2528216baf6" providerId="LiveId" clId="{209A84C9-A4AB-4730-9A53-3A5DA2CE6641}" dt="2026-03-22T21:04:07.921" v="2600"/>
          <ac:spMkLst>
            <pc:docMk/>
            <pc:sldMk cId="1362559913" sldId="301"/>
            <ac:spMk id="10" creationId="{46A64B38-9DFD-21DD-EBD2-58F3DEDD9B9C}"/>
          </ac:spMkLst>
        </pc:spChg>
      </pc:sldChg>
      <pc:sldChg chg="addSp delSp modSp mod">
        <pc:chgData name="Tirth Patel" userId="5512f2528216baf6" providerId="LiveId" clId="{209A84C9-A4AB-4730-9A53-3A5DA2CE6641}" dt="2026-03-22T21:08:13.890" v="2658" actId="478"/>
        <pc:sldMkLst>
          <pc:docMk/>
          <pc:sldMk cId="2968963031" sldId="302"/>
        </pc:sldMkLst>
        <pc:spChg chg="add mod">
          <ac:chgData name="Tirth Patel" userId="5512f2528216baf6" providerId="LiveId" clId="{209A84C9-A4AB-4730-9A53-3A5DA2CE6641}" dt="2026-03-22T21:04:14.761" v="2602"/>
          <ac:spMkLst>
            <pc:docMk/>
            <pc:sldMk cId="2968963031" sldId="302"/>
            <ac:spMk id="10" creationId="{10CCB5A9-4EB5-D648-C1C5-FB516D7999CA}"/>
          </ac:spMkLst>
        </pc:spChg>
        <pc:picChg chg="add del">
          <ac:chgData name="Tirth Patel" userId="5512f2528216baf6" providerId="LiveId" clId="{209A84C9-A4AB-4730-9A53-3A5DA2CE6641}" dt="2026-03-22T21:08:08.542" v="2657" actId="478"/>
          <ac:picMkLst>
            <pc:docMk/>
            <pc:sldMk cId="2968963031" sldId="302"/>
            <ac:picMk id="4" creationId="{E3350603-F787-36B8-7383-8FB2A2EC1AB7}"/>
          </ac:picMkLst>
        </pc:picChg>
      </pc:sldChg>
      <pc:sldChg chg="addSp delSp modSp mod">
        <pc:chgData name="Tirth Patel" userId="5512f2528216baf6" providerId="LiveId" clId="{209A84C9-A4AB-4730-9A53-3A5DA2CE6641}" dt="2026-03-22T21:21:59.181" v="2708" actId="12100"/>
        <pc:sldMkLst>
          <pc:docMk/>
          <pc:sldMk cId="1653965802" sldId="303"/>
        </pc:sldMkLst>
        <pc:spChg chg="add mod">
          <ac:chgData name="Tirth Patel" userId="5512f2528216baf6" providerId="LiveId" clId="{209A84C9-A4AB-4730-9A53-3A5DA2CE6641}" dt="2026-03-22T21:04:20.419" v="2604"/>
          <ac:spMkLst>
            <pc:docMk/>
            <pc:sldMk cId="1653965802" sldId="303"/>
            <ac:spMk id="3" creationId="{8C5546A1-5CA0-97FB-1936-7F304B5670A2}"/>
          </ac:spMkLst>
        </pc:spChg>
        <pc:graphicFrameChg chg="add mod modGraphic">
          <ac:chgData name="Tirth Patel" userId="5512f2528216baf6" providerId="LiveId" clId="{209A84C9-A4AB-4730-9A53-3A5DA2CE6641}" dt="2026-03-22T21:21:59.181" v="2708" actId="12100"/>
          <ac:graphicFrameMkLst>
            <pc:docMk/>
            <pc:sldMk cId="1653965802" sldId="303"/>
            <ac:graphicFrameMk id="8" creationId="{4A7419C6-DBA3-F4A0-E453-6788775382C8}"/>
          </ac:graphicFrameMkLst>
        </pc:graphicFrameChg>
      </pc:sldChg>
      <pc:sldChg chg="addSp delSp modSp mod">
        <pc:chgData name="Tirth Patel" userId="5512f2528216baf6" providerId="LiveId" clId="{209A84C9-A4AB-4730-9A53-3A5DA2CE6641}" dt="2026-03-22T21:07:32.180" v="2650" actId="478"/>
        <pc:sldMkLst>
          <pc:docMk/>
          <pc:sldMk cId="3218827540" sldId="304"/>
        </pc:sldMkLst>
        <pc:spChg chg="add mod">
          <ac:chgData name="Tirth Patel" userId="5512f2528216baf6" providerId="LiveId" clId="{209A84C9-A4AB-4730-9A53-3A5DA2CE6641}" dt="2026-03-22T21:04:45.712" v="2612"/>
          <ac:spMkLst>
            <pc:docMk/>
            <pc:sldMk cId="3218827540" sldId="304"/>
            <ac:spMk id="9" creationId="{EA08E2A6-8597-F97D-86E2-379236734AA2}"/>
          </ac:spMkLst>
        </pc:spChg>
      </pc:sldChg>
      <pc:sldChg chg="addSp delSp modSp add del mod modClrScheme chgLayout">
        <pc:chgData name="Tirth Patel" userId="5512f2528216baf6" providerId="LiveId" clId="{209A84C9-A4AB-4730-9A53-3A5DA2CE6641}" dt="2026-03-24T16:22:55.630" v="2852" actId="20577"/>
        <pc:sldMkLst>
          <pc:docMk/>
          <pc:sldMk cId="916393261" sldId="306"/>
        </pc:sldMkLst>
        <pc:spChg chg="add mod">
          <ac:chgData name="Tirth Patel" userId="5512f2528216baf6" providerId="LiveId" clId="{209A84C9-A4AB-4730-9A53-3A5DA2CE6641}" dt="2026-03-22T21:04:51.294" v="2613"/>
          <ac:spMkLst>
            <pc:docMk/>
            <pc:sldMk cId="916393261" sldId="306"/>
            <ac:spMk id="2" creationId="{9E23C140-6DEB-8BBD-4848-7EA390E107E7}"/>
          </ac:spMkLst>
        </pc:spChg>
        <pc:spChg chg="mod ord">
          <ac:chgData name="Tirth Patel" userId="5512f2528216baf6" providerId="LiveId" clId="{209A84C9-A4AB-4730-9A53-3A5DA2CE6641}" dt="2026-03-21T18:39:49.995" v="2" actId="700"/>
          <ac:spMkLst>
            <pc:docMk/>
            <pc:sldMk cId="916393261" sldId="306"/>
            <ac:spMk id="5" creationId="{8DD47F0C-2D2B-7B10-0703-07F057EF0F2D}"/>
          </ac:spMkLst>
        </pc:spChg>
        <pc:spChg chg="mod ord">
          <ac:chgData name="Tirth Patel" userId="5512f2528216baf6" providerId="LiveId" clId="{209A84C9-A4AB-4730-9A53-3A5DA2CE6641}" dt="2026-03-21T18:39:49.995" v="2" actId="700"/>
          <ac:spMkLst>
            <pc:docMk/>
            <pc:sldMk cId="916393261" sldId="306"/>
            <ac:spMk id="6" creationId="{26490ED4-939D-191C-8593-2E946AFA033A}"/>
          </ac:spMkLst>
        </pc:spChg>
        <pc:spChg chg="add mod ord">
          <ac:chgData name="Tirth Patel" userId="5512f2528216baf6" providerId="LiveId" clId="{209A84C9-A4AB-4730-9A53-3A5DA2CE6641}" dt="2026-03-21T18:39:49.995" v="2" actId="700"/>
          <ac:spMkLst>
            <pc:docMk/>
            <pc:sldMk cId="916393261" sldId="306"/>
            <ac:spMk id="12" creationId="{9AC5254E-CDC9-29AA-B6E4-20681B4B0666}"/>
          </ac:spMkLst>
        </pc:spChg>
        <pc:spChg chg="add mod ord">
          <ac:chgData name="Tirth Patel" userId="5512f2528216baf6" providerId="LiveId" clId="{209A84C9-A4AB-4730-9A53-3A5DA2CE6641}" dt="2026-03-21T18:39:49.995" v="2" actId="700"/>
          <ac:spMkLst>
            <pc:docMk/>
            <pc:sldMk cId="916393261" sldId="306"/>
            <ac:spMk id="13" creationId="{0D6688A4-A3E7-98EA-70D5-BFB898A44F7B}"/>
          </ac:spMkLst>
        </pc:spChg>
        <pc:spChg chg="add mod">
          <ac:chgData name="Tirth Patel" userId="5512f2528216baf6" providerId="LiveId" clId="{209A84C9-A4AB-4730-9A53-3A5DA2CE6641}" dt="2026-03-21T18:43:15.277" v="69" actId="20577"/>
          <ac:spMkLst>
            <pc:docMk/>
            <pc:sldMk cId="916393261" sldId="306"/>
            <ac:spMk id="18" creationId="{3D87B5A1-3D49-EEC6-3BA9-4D5D58D965C8}"/>
          </ac:spMkLst>
        </pc:spChg>
        <pc:graphicFrameChg chg="add mod modGraphic">
          <ac:chgData name="Tirth Patel" userId="5512f2528216baf6" providerId="LiveId" clId="{209A84C9-A4AB-4730-9A53-3A5DA2CE6641}" dt="2026-03-24T16:22:55.630" v="2852" actId="20577"/>
          <ac:graphicFrameMkLst>
            <pc:docMk/>
            <pc:sldMk cId="916393261" sldId="306"/>
            <ac:graphicFrameMk id="21" creationId="{B8757801-35F0-735F-04B7-4C6DAD4FAB85}"/>
          </ac:graphicFrameMkLst>
        </pc:graphicFrameChg>
        <pc:picChg chg="mod">
          <ac:chgData name="Tirth Patel" userId="5512f2528216baf6" providerId="LiveId" clId="{209A84C9-A4AB-4730-9A53-3A5DA2CE6641}" dt="2026-03-21T19:01:03.293" v="247"/>
          <ac:picMkLst>
            <pc:docMk/>
            <pc:sldMk cId="916393261" sldId="306"/>
            <ac:picMk id="4" creationId="{46A29677-2425-29F8-A242-B3F16B808FC9}"/>
          </ac:picMkLst>
        </pc:picChg>
      </pc:sldChg>
      <pc:sldChg chg="addSp delSp modSp add mod">
        <pc:chgData name="Tirth Patel" userId="5512f2528216baf6" providerId="LiveId" clId="{209A84C9-A4AB-4730-9A53-3A5DA2CE6641}" dt="2026-03-22T21:04:56.055" v="2614"/>
        <pc:sldMkLst>
          <pc:docMk/>
          <pc:sldMk cId="3566346193" sldId="307"/>
        </pc:sldMkLst>
        <pc:spChg chg="add mod">
          <ac:chgData name="Tirth Patel" userId="5512f2528216baf6" providerId="LiveId" clId="{209A84C9-A4AB-4730-9A53-3A5DA2CE6641}" dt="2026-03-21T19:59:40.984" v="293" actId="255"/>
          <ac:spMkLst>
            <pc:docMk/>
            <pc:sldMk cId="3566346193" sldId="307"/>
            <ac:spMk id="2" creationId="{84AF4B4F-E6D1-5F2A-FB06-AB9DC893CFE7}"/>
          </ac:spMkLst>
        </pc:spChg>
        <pc:spChg chg="add mod">
          <ac:chgData name="Tirth Patel" userId="5512f2528216baf6" providerId="LiveId" clId="{209A84C9-A4AB-4730-9A53-3A5DA2CE6641}" dt="2026-03-22T21:04:56.055" v="2614"/>
          <ac:spMkLst>
            <pc:docMk/>
            <pc:sldMk cId="3566346193" sldId="307"/>
            <ac:spMk id="3" creationId="{5A946201-26C6-FBC1-EE04-6866A7F3AF1C}"/>
          </ac:spMkLst>
        </pc:spChg>
        <pc:spChg chg="mod">
          <ac:chgData name="Tirth Patel" userId="5512f2528216baf6" providerId="LiveId" clId="{209A84C9-A4AB-4730-9A53-3A5DA2CE6641}" dt="2026-03-21T19:25:25.528" v="274" actId="14100"/>
          <ac:spMkLst>
            <pc:docMk/>
            <pc:sldMk cId="3566346193" sldId="307"/>
            <ac:spMk id="18" creationId="{851E5E2A-F572-D983-334C-3621B6BDB6CD}"/>
          </ac:spMkLst>
        </pc:spChg>
      </pc:sldChg>
      <pc:sldChg chg="addSp delSp modSp add mod">
        <pc:chgData name="Tirth Patel" userId="5512f2528216baf6" providerId="LiveId" clId="{209A84C9-A4AB-4730-9A53-3A5DA2CE6641}" dt="2026-03-22T21:04:58.815" v="2615"/>
        <pc:sldMkLst>
          <pc:docMk/>
          <pc:sldMk cId="2927476374" sldId="308"/>
        </pc:sldMkLst>
        <pc:spChg chg="add del mod">
          <ac:chgData name="Tirth Patel" userId="5512f2528216baf6" providerId="LiveId" clId="{209A84C9-A4AB-4730-9A53-3A5DA2CE6641}" dt="2026-03-21T20:12:32.837" v="480" actId="14100"/>
          <ac:spMkLst>
            <pc:docMk/>
            <pc:sldMk cId="2927476374" sldId="308"/>
            <ac:spMk id="2" creationId="{52CB0C46-1FEB-4159-A441-8C1FD5F83928}"/>
          </ac:spMkLst>
        </pc:spChg>
        <pc:spChg chg="add mod">
          <ac:chgData name="Tirth Patel" userId="5512f2528216baf6" providerId="LiveId" clId="{209A84C9-A4AB-4730-9A53-3A5DA2CE6641}" dt="2026-03-22T21:04:58.815" v="2615"/>
          <ac:spMkLst>
            <pc:docMk/>
            <pc:sldMk cId="2927476374" sldId="308"/>
            <ac:spMk id="3" creationId="{EBA1F0AA-74DE-B885-D9C5-3CF2932DF9E9}"/>
          </ac:spMkLst>
        </pc:spChg>
        <pc:picChg chg="add mod">
          <ac:chgData name="Tirth Patel" userId="5512f2528216baf6" providerId="LiveId" clId="{209A84C9-A4AB-4730-9A53-3A5DA2CE6641}" dt="2026-03-21T20:12:53.631" v="482" actId="1076"/>
          <ac:picMkLst>
            <pc:docMk/>
            <pc:sldMk cId="2927476374" sldId="308"/>
            <ac:picMk id="11" creationId="{CFFD49B0-425A-5ED5-BF8B-E1592EDBBD7D}"/>
          </ac:picMkLst>
        </pc:picChg>
      </pc:sldChg>
      <pc:sldChg chg="addSp delSp modSp add mod">
        <pc:chgData name="Tirth Patel" userId="5512f2528216baf6" providerId="LiveId" clId="{209A84C9-A4AB-4730-9A53-3A5DA2CE6641}" dt="2026-03-26T13:13:24.699" v="2884"/>
        <pc:sldMkLst>
          <pc:docMk/>
          <pc:sldMk cId="2097211253" sldId="309"/>
        </pc:sldMkLst>
        <pc:spChg chg="mod">
          <ac:chgData name="Tirth Patel" userId="5512f2528216baf6" providerId="LiveId" clId="{209A84C9-A4AB-4730-9A53-3A5DA2CE6641}" dt="2026-03-26T13:13:24.699" v="2884"/>
          <ac:spMkLst>
            <pc:docMk/>
            <pc:sldMk cId="2097211253" sldId="309"/>
            <ac:spMk id="2" creationId="{3887A9DE-E30F-A2D7-EB97-9554E9617E29}"/>
          </ac:spMkLst>
        </pc:spChg>
        <pc:spChg chg="add mod">
          <ac:chgData name="Tirth Patel" userId="5512f2528216baf6" providerId="LiveId" clId="{209A84C9-A4AB-4730-9A53-3A5DA2CE6641}" dt="2026-03-22T21:05:01.539" v="2616"/>
          <ac:spMkLst>
            <pc:docMk/>
            <pc:sldMk cId="2097211253" sldId="309"/>
            <ac:spMk id="3" creationId="{F195FDD5-54D9-883A-5180-AA30DF2C6084}"/>
          </ac:spMkLst>
        </pc:spChg>
        <pc:spChg chg="mod">
          <ac:chgData name="Tirth Patel" userId="5512f2528216baf6" providerId="LiveId" clId="{209A84C9-A4AB-4730-9A53-3A5DA2CE6641}" dt="2026-03-21T21:19:54.140" v="897" actId="20577"/>
          <ac:spMkLst>
            <pc:docMk/>
            <pc:sldMk cId="2097211253" sldId="309"/>
            <ac:spMk id="18" creationId="{0E73A4BB-C1FF-9078-CF70-91353C24DEF8}"/>
          </ac:spMkLst>
        </pc:spChg>
        <pc:picChg chg="add mod">
          <ac:chgData name="Tirth Patel" userId="5512f2528216baf6" providerId="LiveId" clId="{209A84C9-A4AB-4730-9A53-3A5DA2CE6641}" dt="2026-03-21T21:02:34.529" v="541" actId="14100"/>
          <ac:picMkLst>
            <pc:docMk/>
            <pc:sldMk cId="2097211253" sldId="309"/>
            <ac:picMk id="2052" creationId="{7B649AFB-F499-D6C9-86EB-8EC871EFAF7F}"/>
          </ac:picMkLst>
        </pc:picChg>
      </pc:sldChg>
      <pc:sldChg chg="addSp delSp modSp add mod">
        <pc:chgData name="Tirth Patel" userId="5512f2528216baf6" providerId="LiveId" clId="{209A84C9-A4AB-4730-9A53-3A5DA2CE6641}" dt="2026-03-22T21:05:04.569" v="2617"/>
        <pc:sldMkLst>
          <pc:docMk/>
          <pc:sldMk cId="335789404" sldId="310"/>
        </pc:sldMkLst>
        <pc:spChg chg="mod">
          <ac:chgData name="Tirth Patel" userId="5512f2528216baf6" providerId="LiveId" clId="{209A84C9-A4AB-4730-9A53-3A5DA2CE6641}" dt="2026-03-21T21:15:18.990" v="696" actId="14100"/>
          <ac:spMkLst>
            <pc:docMk/>
            <pc:sldMk cId="335789404" sldId="310"/>
            <ac:spMk id="2" creationId="{547E9419-62DE-3ADA-5B1F-175313EF8DAA}"/>
          </ac:spMkLst>
        </pc:spChg>
        <pc:spChg chg="add mod">
          <ac:chgData name="Tirth Patel" userId="5512f2528216baf6" providerId="LiveId" clId="{209A84C9-A4AB-4730-9A53-3A5DA2CE6641}" dt="2026-03-22T21:05:04.569" v="2617"/>
          <ac:spMkLst>
            <pc:docMk/>
            <pc:sldMk cId="335789404" sldId="310"/>
            <ac:spMk id="8" creationId="{D1010F72-4F11-7903-6BF7-4A5EF532FDC1}"/>
          </ac:spMkLst>
        </pc:spChg>
        <pc:spChg chg="mod">
          <ac:chgData name="Tirth Patel" userId="5512f2528216baf6" providerId="LiveId" clId="{209A84C9-A4AB-4730-9A53-3A5DA2CE6641}" dt="2026-03-21T21:19:38.191" v="861" actId="20577"/>
          <ac:spMkLst>
            <pc:docMk/>
            <pc:sldMk cId="335789404" sldId="310"/>
            <ac:spMk id="18" creationId="{B9BA3FED-283E-0D04-3F27-C12DC9A8CBB3}"/>
          </ac:spMkLst>
        </pc:spChg>
        <pc:graphicFrameChg chg="add mod modGraphic">
          <ac:chgData name="Tirth Patel" userId="5512f2528216baf6" providerId="LiveId" clId="{209A84C9-A4AB-4730-9A53-3A5DA2CE6641}" dt="2026-03-21T21:18:32.772" v="843" actId="12385"/>
          <ac:graphicFrameMkLst>
            <pc:docMk/>
            <pc:sldMk cId="335789404" sldId="310"/>
            <ac:graphicFrameMk id="3" creationId="{7BE5ACD5-1EA3-EED5-5F04-21856120E486}"/>
          </ac:graphicFrameMkLst>
        </pc:graphicFrameChg>
      </pc:sldChg>
      <pc:sldChg chg="addSp modSp add mod">
        <pc:chgData name="Tirth Patel" userId="5512f2528216baf6" providerId="LiveId" clId="{209A84C9-A4AB-4730-9A53-3A5DA2CE6641}" dt="2026-03-22T21:05:06.763" v="2618"/>
        <pc:sldMkLst>
          <pc:docMk/>
          <pc:sldMk cId="3549067168" sldId="311"/>
        </pc:sldMkLst>
        <pc:spChg chg="mod">
          <ac:chgData name="Tirth Patel" userId="5512f2528216baf6" providerId="LiveId" clId="{209A84C9-A4AB-4730-9A53-3A5DA2CE6641}" dt="2026-03-21T21:13:04.976" v="636" actId="14100"/>
          <ac:spMkLst>
            <pc:docMk/>
            <pc:sldMk cId="3549067168" sldId="311"/>
            <ac:spMk id="2" creationId="{06AFD7A5-60E5-A267-DDAE-F5D7F7C5A6C7}"/>
          </ac:spMkLst>
        </pc:spChg>
        <pc:spChg chg="add mod">
          <ac:chgData name="Tirth Patel" userId="5512f2528216baf6" providerId="LiveId" clId="{209A84C9-A4AB-4730-9A53-3A5DA2CE6641}" dt="2026-03-22T21:05:06.763" v="2618"/>
          <ac:spMkLst>
            <pc:docMk/>
            <pc:sldMk cId="3549067168" sldId="311"/>
            <ac:spMk id="3" creationId="{413E183A-7DF5-7B07-CFD4-FE4B30CC2256}"/>
          </ac:spMkLst>
        </pc:spChg>
        <pc:spChg chg="mod">
          <ac:chgData name="Tirth Patel" userId="5512f2528216baf6" providerId="LiveId" clId="{209A84C9-A4AB-4730-9A53-3A5DA2CE6641}" dt="2026-03-21T21:19:45.606" v="879" actId="20577"/>
          <ac:spMkLst>
            <pc:docMk/>
            <pc:sldMk cId="3549067168" sldId="311"/>
            <ac:spMk id="18" creationId="{ADAC6F57-2D6A-B855-6362-BF0C50AC628B}"/>
          </ac:spMkLst>
        </pc:spChg>
        <pc:picChg chg="add mod">
          <ac:chgData name="Tirth Patel" userId="5512f2528216baf6" providerId="LiveId" clId="{209A84C9-A4AB-4730-9A53-3A5DA2CE6641}" dt="2026-03-21T21:13:22.568" v="640" actId="1076"/>
          <ac:picMkLst>
            <pc:docMk/>
            <pc:sldMk cId="3549067168" sldId="311"/>
            <ac:picMk id="8" creationId="{D14D161A-AB62-381D-5908-A59D7B383FCF}"/>
          </ac:picMkLst>
        </pc:picChg>
      </pc:sldChg>
      <pc:sldChg chg="addSp delSp modSp add mod">
        <pc:chgData name="Tirth Patel" userId="5512f2528216baf6" providerId="LiveId" clId="{209A84C9-A4AB-4730-9A53-3A5DA2CE6641}" dt="2026-03-22T21:05:09.280" v="2619"/>
        <pc:sldMkLst>
          <pc:docMk/>
          <pc:sldMk cId="2422568857" sldId="312"/>
        </pc:sldMkLst>
        <pc:spChg chg="mod">
          <ac:chgData name="Tirth Patel" userId="5512f2528216baf6" providerId="LiveId" clId="{209A84C9-A4AB-4730-9A53-3A5DA2CE6641}" dt="2026-03-21T21:30:39.105" v="1001" actId="2710"/>
          <ac:spMkLst>
            <pc:docMk/>
            <pc:sldMk cId="2422568857" sldId="312"/>
            <ac:spMk id="2" creationId="{3F5E0C6B-C17C-DDF8-91ED-7DF588DC030D}"/>
          </ac:spMkLst>
        </pc:spChg>
        <pc:spChg chg="add mod">
          <ac:chgData name="Tirth Patel" userId="5512f2528216baf6" providerId="LiveId" clId="{209A84C9-A4AB-4730-9A53-3A5DA2CE6641}" dt="2026-03-22T21:05:09.280" v="2619"/>
          <ac:spMkLst>
            <pc:docMk/>
            <pc:sldMk cId="2422568857" sldId="312"/>
            <ac:spMk id="8" creationId="{C92F0600-485B-2C04-443D-8F3BEED76EDB}"/>
          </ac:spMkLst>
        </pc:spChg>
        <pc:spChg chg="mod">
          <ac:chgData name="Tirth Patel" userId="5512f2528216baf6" providerId="LiveId" clId="{209A84C9-A4AB-4730-9A53-3A5DA2CE6641}" dt="2026-03-21T21:22:54.322" v="924" actId="20577"/>
          <ac:spMkLst>
            <pc:docMk/>
            <pc:sldMk cId="2422568857" sldId="312"/>
            <ac:spMk id="18" creationId="{DAD67142-03B0-AC03-EDE2-054A9979B95C}"/>
          </ac:spMkLst>
        </pc:spChg>
        <pc:graphicFrameChg chg="add mod modGraphic">
          <ac:chgData name="Tirth Patel" userId="5512f2528216baf6" providerId="LiveId" clId="{209A84C9-A4AB-4730-9A53-3A5DA2CE6641}" dt="2026-03-21T21:27:45.273" v="995" actId="1076"/>
          <ac:graphicFrameMkLst>
            <pc:docMk/>
            <pc:sldMk cId="2422568857" sldId="312"/>
            <ac:graphicFrameMk id="3" creationId="{9BF65B83-BD35-14C1-C08D-F8003247E3CB}"/>
          </ac:graphicFrameMkLst>
        </pc:graphicFrameChg>
      </pc:sldChg>
      <pc:sldChg chg="addSp delSp modSp add mod">
        <pc:chgData name="Tirth Patel" userId="5512f2528216baf6" providerId="LiveId" clId="{209A84C9-A4AB-4730-9A53-3A5DA2CE6641}" dt="2026-03-23T20:51:42.709" v="2759" actId="1076"/>
        <pc:sldMkLst>
          <pc:docMk/>
          <pc:sldMk cId="3322103641" sldId="313"/>
        </pc:sldMkLst>
        <pc:spChg chg="mod">
          <ac:chgData name="Tirth Patel" userId="5512f2528216baf6" providerId="LiveId" clId="{209A84C9-A4AB-4730-9A53-3A5DA2CE6641}" dt="2026-03-21T21:56:52.786" v="1099" actId="20577"/>
          <ac:spMkLst>
            <pc:docMk/>
            <pc:sldMk cId="3322103641" sldId="313"/>
            <ac:spMk id="2" creationId="{F6CED76B-0603-C5BC-CE04-A8188F6F5B4C}"/>
          </ac:spMkLst>
        </pc:spChg>
        <pc:spChg chg="add mod">
          <ac:chgData name="Tirth Patel" userId="5512f2528216baf6" providerId="LiveId" clId="{209A84C9-A4AB-4730-9A53-3A5DA2CE6641}" dt="2026-03-22T21:05:11.625" v="2620"/>
          <ac:spMkLst>
            <pc:docMk/>
            <pc:sldMk cId="3322103641" sldId="313"/>
            <ac:spMk id="3" creationId="{505F0B58-7117-F1D0-7C51-8527625B8F29}"/>
          </ac:spMkLst>
        </pc:spChg>
        <pc:spChg chg="mod">
          <ac:chgData name="Tirth Patel" userId="5512f2528216baf6" providerId="LiveId" clId="{209A84C9-A4AB-4730-9A53-3A5DA2CE6641}" dt="2026-03-21T22:44:19.827" v="1136" actId="20577"/>
          <ac:spMkLst>
            <pc:docMk/>
            <pc:sldMk cId="3322103641" sldId="313"/>
            <ac:spMk id="18" creationId="{52B04917-4EBF-3953-F8AD-3BC93A08AD9B}"/>
          </ac:spMkLst>
        </pc:spChg>
        <pc:picChg chg="add mod">
          <ac:chgData name="Tirth Patel" userId="5512f2528216baf6" providerId="LiveId" clId="{209A84C9-A4AB-4730-9A53-3A5DA2CE6641}" dt="2026-03-23T20:51:42.709" v="2759" actId="1076"/>
          <ac:picMkLst>
            <pc:docMk/>
            <pc:sldMk cId="3322103641" sldId="313"/>
            <ac:picMk id="14" creationId="{21250626-9EF4-28A3-BABF-4B2B535E491C}"/>
          </ac:picMkLst>
        </pc:picChg>
      </pc:sldChg>
      <pc:sldChg chg="addSp delSp modSp add mod">
        <pc:chgData name="Tirth Patel" userId="5512f2528216baf6" providerId="LiveId" clId="{209A84C9-A4AB-4730-9A53-3A5DA2CE6641}" dt="2026-03-22T21:05:14.970" v="2621"/>
        <pc:sldMkLst>
          <pc:docMk/>
          <pc:sldMk cId="4255407115" sldId="314"/>
        </pc:sldMkLst>
        <pc:spChg chg="mod">
          <ac:chgData name="Tirth Patel" userId="5512f2528216baf6" providerId="LiveId" clId="{209A84C9-A4AB-4730-9A53-3A5DA2CE6641}" dt="2026-03-21T22:34:39.173" v="1126" actId="14100"/>
          <ac:spMkLst>
            <pc:docMk/>
            <pc:sldMk cId="4255407115" sldId="314"/>
            <ac:spMk id="2" creationId="{79D589DD-E854-2EEA-2911-A56688C8C9AE}"/>
          </ac:spMkLst>
        </pc:spChg>
        <pc:spChg chg="add mod">
          <ac:chgData name="Tirth Patel" userId="5512f2528216baf6" providerId="LiveId" clId="{209A84C9-A4AB-4730-9A53-3A5DA2CE6641}" dt="2026-03-22T21:05:14.970" v="2621"/>
          <ac:spMkLst>
            <pc:docMk/>
            <pc:sldMk cId="4255407115" sldId="314"/>
            <ac:spMk id="3" creationId="{133301DF-6EF9-2269-BDAA-6FB03FC225F0}"/>
          </ac:spMkLst>
        </pc:spChg>
        <pc:spChg chg="mod">
          <ac:chgData name="Tirth Patel" userId="5512f2528216baf6" providerId="LiveId" clId="{209A84C9-A4AB-4730-9A53-3A5DA2CE6641}" dt="2026-03-21T22:00:04.732" v="1108"/>
          <ac:spMkLst>
            <pc:docMk/>
            <pc:sldMk cId="4255407115" sldId="314"/>
            <ac:spMk id="18" creationId="{37CB832E-9F9D-7CC1-BCD4-29E832343515}"/>
          </ac:spMkLst>
        </pc:spChg>
      </pc:sldChg>
      <pc:sldChg chg="addSp modSp add mod">
        <pc:chgData name="Tirth Patel" userId="5512f2528216baf6" providerId="LiveId" clId="{209A84C9-A4AB-4730-9A53-3A5DA2CE6641}" dt="2026-03-22T21:05:20.429" v="2623"/>
        <pc:sldMkLst>
          <pc:docMk/>
          <pc:sldMk cId="3999676764" sldId="315"/>
        </pc:sldMkLst>
        <pc:spChg chg="mod">
          <ac:chgData name="Tirth Patel" userId="5512f2528216baf6" providerId="LiveId" clId="{209A84C9-A4AB-4730-9A53-3A5DA2CE6641}" dt="2026-03-22T02:35:43.110" v="1182" actId="2710"/>
          <ac:spMkLst>
            <pc:docMk/>
            <pc:sldMk cId="3999676764" sldId="315"/>
            <ac:spMk id="2" creationId="{DA01FE44-3E10-20E9-58A8-76E94F0DA1FA}"/>
          </ac:spMkLst>
        </pc:spChg>
        <pc:spChg chg="add mod">
          <ac:chgData name="Tirth Patel" userId="5512f2528216baf6" providerId="LiveId" clId="{209A84C9-A4AB-4730-9A53-3A5DA2CE6641}" dt="2026-03-22T21:05:20.429" v="2623"/>
          <ac:spMkLst>
            <pc:docMk/>
            <pc:sldMk cId="3999676764" sldId="315"/>
            <ac:spMk id="3" creationId="{4C531B96-21E9-C705-0C41-00C003799855}"/>
          </ac:spMkLst>
        </pc:spChg>
        <pc:spChg chg="mod">
          <ac:chgData name="Tirth Patel" userId="5512f2528216baf6" providerId="LiveId" clId="{209A84C9-A4AB-4730-9A53-3A5DA2CE6641}" dt="2026-03-22T02:32:49.156" v="1167" actId="20577"/>
          <ac:spMkLst>
            <pc:docMk/>
            <pc:sldMk cId="3999676764" sldId="315"/>
            <ac:spMk id="18" creationId="{265CE6AE-17F6-3AAF-7E22-DBDA579E0482}"/>
          </ac:spMkLst>
        </pc:spChg>
      </pc:sldChg>
      <pc:sldChg chg="addSp delSp modSp add mod">
        <pc:chgData name="Tirth Patel" userId="5512f2528216baf6" providerId="LiveId" clId="{209A84C9-A4AB-4730-9A53-3A5DA2CE6641}" dt="2026-03-22T21:05:23.063" v="2624"/>
        <pc:sldMkLst>
          <pc:docMk/>
          <pc:sldMk cId="1992027304" sldId="317"/>
        </pc:sldMkLst>
        <pc:spChg chg="mod">
          <ac:chgData name="Tirth Patel" userId="5512f2528216baf6" providerId="LiveId" clId="{209A84C9-A4AB-4730-9A53-3A5DA2CE6641}" dt="2026-03-22T02:48:33.870" v="1299" actId="14100"/>
          <ac:spMkLst>
            <pc:docMk/>
            <pc:sldMk cId="1992027304" sldId="317"/>
            <ac:spMk id="2" creationId="{4DDCA461-D8BB-8D63-450C-B83E12258712}"/>
          </ac:spMkLst>
        </pc:spChg>
        <pc:spChg chg="add mod">
          <ac:chgData name="Tirth Patel" userId="5512f2528216baf6" providerId="LiveId" clId="{209A84C9-A4AB-4730-9A53-3A5DA2CE6641}" dt="2026-03-22T21:05:23.063" v="2624"/>
          <ac:spMkLst>
            <pc:docMk/>
            <pc:sldMk cId="1992027304" sldId="317"/>
            <ac:spMk id="3" creationId="{32245CB6-FE60-4E48-5B93-692E4581E282}"/>
          </ac:spMkLst>
        </pc:spChg>
        <pc:spChg chg="mod">
          <ac:chgData name="Tirth Patel" userId="5512f2528216baf6" providerId="LiveId" clId="{209A84C9-A4AB-4730-9A53-3A5DA2CE6641}" dt="2026-03-22T02:37:30.460" v="1196" actId="20577"/>
          <ac:spMkLst>
            <pc:docMk/>
            <pc:sldMk cId="1992027304" sldId="317"/>
            <ac:spMk id="18" creationId="{7E427908-C052-AFE1-5B9A-4EACF66335B9}"/>
          </ac:spMkLst>
        </pc:spChg>
        <pc:graphicFrameChg chg="add mod">
          <ac:chgData name="Tirth Patel" userId="5512f2528216baf6" providerId="LiveId" clId="{209A84C9-A4AB-4730-9A53-3A5DA2CE6641}" dt="2026-03-22T02:56:04.665" v="1351" actId="1076"/>
          <ac:graphicFrameMkLst>
            <pc:docMk/>
            <pc:sldMk cId="1992027304" sldId="317"/>
            <ac:graphicFrameMk id="15" creationId="{BA41B9BB-E121-1961-46D4-4A7DB093D7F7}"/>
          </ac:graphicFrameMkLst>
        </pc:graphicFrameChg>
        <pc:picChg chg="mod">
          <ac:chgData name="Tirth Patel" userId="5512f2528216baf6" providerId="LiveId" clId="{209A84C9-A4AB-4730-9A53-3A5DA2CE6641}" dt="2026-03-22T02:56:00.026" v="1350" actId="1076"/>
          <ac:picMkLst>
            <pc:docMk/>
            <pc:sldMk cId="1992027304" sldId="317"/>
            <ac:picMk id="4" creationId="{F3B25EA2-0FD6-DF47-5D8C-ADF1979CB01B}"/>
          </ac:picMkLst>
        </pc:picChg>
      </pc:sldChg>
      <pc:sldChg chg="addSp delSp modSp add mod">
        <pc:chgData name="Tirth Patel" userId="5512f2528216baf6" providerId="LiveId" clId="{209A84C9-A4AB-4730-9A53-3A5DA2CE6641}" dt="2026-03-22T21:05:25.037" v="2625"/>
        <pc:sldMkLst>
          <pc:docMk/>
          <pc:sldMk cId="1449271775" sldId="318"/>
        </pc:sldMkLst>
        <pc:spChg chg="mod">
          <ac:chgData name="Tirth Patel" userId="5512f2528216baf6" providerId="LiveId" clId="{209A84C9-A4AB-4730-9A53-3A5DA2CE6641}" dt="2026-03-22T04:16:10.145" v="1451" actId="20577"/>
          <ac:spMkLst>
            <pc:docMk/>
            <pc:sldMk cId="1449271775" sldId="318"/>
            <ac:spMk id="2" creationId="{13EB013F-15E7-84B0-4AFF-0427A061F27D}"/>
          </ac:spMkLst>
        </pc:spChg>
        <pc:spChg chg="add mod">
          <ac:chgData name="Tirth Patel" userId="5512f2528216baf6" providerId="LiveId" clId="{209A84C9-A4AB-4730-9A53-3A5DA2CE6641}" dt="2026-03-22T21:05:25.037" v="2625"/>
          <ac:spMkLst>
            <pc:docMk/>
            <pc:sldMk cId="1449271775" sldId="318"/>
            <ac:spMk id="3" creationId="{54CD8150-4E38-CF1A-58E3-36FB6C539C1E}"/>
          </ac:spMkLst>
        </pc:spChg>
        <pc:spChg chg="mod">
          <ac:chgData name="Tirth Patel" userId="5512f2528216baf6" providerId="LiveId" clId="{209A84C9-A4AB-4730-9A53-3A5DA2CE6641}" dt="2026-03-22T03:51:36.975" v="1356"/>
          <ac:spMkLst>
            <pc:docMk/>
            <pc:sldMk cId="1449271775" sldId="318"/>
            <ac:spMk id="18" creationId="{35CBCD11-0864-3B1E-0DAD-B2297295071A}"/>
          </ac:spMkLst>
        </pc:spChg>
      </pc:sldChg>
      <pc:sldChg chg="addSp delSp modSp add mod">
        <pc:chgData name="Tirth Patel" userId="5512f2528216baf6" providerId="LiveId" clId="{209A84C9-A4AB-4730-9A53-3A5DA2CE6641}" dt="2026-03-25T22:10:05.158" v="2854" actId="1036"/>
        <pc:sldMkLst>
          <pc:docMk/>
          <pc:sldMk cId="4211928759" sldId="319"/>
        </pc:sldMkLst>
        <pc:spChg chg="mod">
          <ac:chgData name="Tirth Patel" userId="5512f2528216baf6" providerId="LiveId" clId="{209A84C9-A4AB-4730-9A53-3A5DA2CE6641}" dt="2026-03-22T04:28:03.264" v="1511" actId="113"/>
          <ac:spMkLst>
            <pc:docMk/>
            <pc:sldMk cId="4211928759" sldId="319"/>
            <ac:spMk id="2" creationId="{23F13590-CC7F-1EB3-BBA2-56B83C568048}"/>
          </ac:spMkLst>
        </pc:spChg>
        <pc:spChg chg="add mod">
          <ac:chgData name="Tirth Patel" userId="5512f2528216baf6" providerId="LiveId" clId="{209A84C9-A4AB-4730-9A53-3A5DA2CE6641}" dt="2026-03-22T21:05:32.143" v="2627"/>
          <ac:spMkLst>
            <pc:docMk/>
            <pc:sldMk cId="4211928759" sldId="319"/>
            <ac:spMk id="3" creationId="{2407D8CF-2073-FED9-31FD-06AAFEF6D9AE}"/>
          </ac:spMkLst>
        </pc:spChg>
        <pc:spChg chg="mod">
          <ac:chgData name="Tirth Patel" userId="5512f2528216baf6" providerId="LiveId" clId="{209A84C9-A4AB-4730-9A53-3A5DA2CE6641}" dt="2026-03-22T05:41:14.492" v="2015" actId="20577"/>
          <ac:spMkLst>
            <pc:docMk/>
            <pc:sldMk cId="4211928759" sldId="319"/>
            <ac:spMk id="18" creationId="{C4D8D51E-3CCF-B7E7-81CD-2C27AF5530A8}"/>
          </ac:spMkLst>
        </pc:spChg>
        <pc:picChg chg="mod">
          <ac:chgData name="Tirth Patel" userId="5512f2528216baf6" providerId="LiveId" clId="{209A84C9-A4AB-4730-9A53-3A5DA2CE6641}" dt="2026-03-25T22:10:05.158" v="2854" actId="1036"/>
          <ac:picMkLst>
            <pc:docMk/>
            <pc:sldMk cId="4211928759" sldId="319"/>
            <ac:picMk id="4" creationId="{FCB9E0F2-5B7A-8A63-D26F-87404D93A2A4}"/>
          </ac:picMkLst>
        </pc:picChg>
      </pc:sldChg>
      <pc:sldChg chg="addSp delSp modSp add mod">
        <pc:chgData name="Tirth Patel" userId="5512f2528216baf6" providerId="LiveId" clId="{209A84C9-A4AB-4730-9A53-3A5DA2CE6641}" dt="2026-03-22T21:05:34.599" v="2628"/>
        <pc:sldMkLst>
          <pc:docMk/>
          <pc:sldMk cId="517215849" sldId="320"/>
        </pc:sldMkLst>
        <pc:spChg chg="mod">
          <ac:chgData name="Tirth Patel" userId="5512f2528216baf6" providerId="LiveId" clId="{209A84C9-A4AB-4730-9A53-3A5DA2CE6641}" dt="2026-03-22T04:38:16.401" v="1523" actId="20577"/>
          <ac:spMkLst>
            <pc:docMk/>
            <pc:sldMk cId="517215849" sldId="320"/>
            <ac:spMk id="2" creationId="{46085007-BE88-EFFC-850F-97F80C850691}"/>
          </ac:spMkLst>
        </pc:spChg>
        <pc:spChg chg="add mod">
          <ac:chgData name="Tirth Patel" userId="5512f2528216baf6" providerId="LiveId" clId="{209A84C9-A4AB-4730-9A53-3A5DA2CE6641}" dt="2026-03-22T21:05:34.599" v="2628"/>
          <ac:spMkLst>
            <pc:docMk/>
            <pc:sldMk cId="517215849" sldId="320"/>
            <ac:spMk id="3" creationId="{ACB3D7E1-493B-A683-7DD1-2543653CE937}"/>
          </ac:spMkLst>
        </pc:spChg>
        <pc:spChg chg="mod">
          <ac:chgData name="Tirth Patel" userId="5512f2528216baf6" providerId="LiveId" clId="{209A84C9-A4AB-4730-9A53-3A5DA2CE6641}" dt="2026-03-22T05:41:23.540" v="2017" actId="20577"/>
          <ac:spMkLst>
            <pc:docMk/>
            <pc:sldMk cId="517215849" sldId="320"/>
            <ac:spMk id="18" creationId="{46E7B224-EFF6-465A-86AB-30A89B23E56F}"/>
          </ac:spMkLst>
        </pc:spChg>
        <pc:picChg chg="mod">
          <ac:chgData name="Tirth Patel" userId="5512f2528216baf6" providerId="LiveId" clId="{209A84C9-A4AB-4730-9A53-3A5DA2CE6641}" dt="2026-03-22T04:41:24.901" v="1534" actId="1076"/>
          <ac:picMkLst>
            <pc:docMk/>
            <pc:sldMk cId="517215849" sldId="320"/>
            <ac:picMk id="4" creationId="{040B58A4-3AB8-8DB8-8088-47533AFA89CA}"/>
          </ac:picMkLst>
        </pc:picChg>
        <pc:picChg chg="add mod">
          <ac:chgData name="Tirth Patel" userId="5512f2528216baf6" providerId="LiveId" clId="{209A84C9-A4AB-4730-9A53-3A5DA2CE6641}" dt="2026-03-22T04:46:53.344" v="1551" actId="1076"/>
          <ac:picMkLst>
            <pc:docMk/>
            <pc:sldMk cId="517215849" sldId="320"/>
            <ac:picMk id="10" creationId="{B595BC68-B5E7-F3BE-7A62-A3FCDD9EFC1F}"/>
          </ac:picMkLst>
        </pc:picChg>
      </pc:sldChg>
      <pc:sldChg chg="addSp delSp modSp add mod">
        <pc:chgData name="Tirth Patel" userId="5512f2528216baf6" providerId="LiveId" clId="{209A84C9-A4AB-4730-9A53-3A5DA2CE6641}" dt="2026-03-22T21:05:36.639" v="2629"/>
        <pc:sldMkLst>
          <pc:docMk/>
          <pc:sldMk cId="4249022909" sldId="321"/>
        </pc:sldMkLst>
        <pc:spChg chg="mod">
          <ac:chgData name="Tirth Patel" userId="5512f2528216baf6" providerId="LiveId" clId="{209A84C9-A4AB-4730-9A53-3A5DA2CE6641}" dt="2026-03-22T05:20:51.698" v="1791" actId="5793"/>
          <ac:spMkLst>
            <pc:docMk/>
            <pc:sldMk cId="4249022909" sldId="321"/>
            <ac:spMk id="2" creationId="{E6E2DDD8-0A2C-7205-5DE6-B7ECFA86D0AA}"/>
          </ac:spMkLst>
        </pc:spChg>
        <pc:spChg chg="add mod">
          <ac:chgData name="Tirth Patel" userId="5512f2528216baf6" providerId="LiveId" clId="{209A84C9-A4AB-4730-9A53-3A5DA2CE6641}" dt="2026-03-22T21:05:36.639" v="2629"/>
          <ac:spMkLst>
            <pc:docMk/>
            <pc:sldMk cId="4249022909" sldId="321"/>
            <ac:spMk id="3" creationId="{0A79699F-E091-1DF5-D1A3-C1F13CB44581}"/>
          </ac:spMkLst>
        </pc:spChg>
        <pc:spChg chg="mod">
          <ac:chgData name="Tirth Patel" userId="5512f2528216baf6" providerId="LiveId" clId="{209A84C9-A4AB-4730-9A53-3A5DA2CE6641}" dt="2026-03-22T05:41:28.440" v="2021" actId="20577"/>
          <ac:spMkLst>
            <pc:docMk/>
            <pc:sldMk cId="4249022909" sldId="321"/>
            <ac:spMk id="18" creationId="{71D04B59-B432-7FDB-CB27-78B913CD925C}"/>
          </ac:spMkLst>
        </pc:spChg>
        <pc:picChg chg="add mod">
          <ac:chgData name="Tirth Patel" userId="5512f2528216baf6" providerId="LiveId" clId="{209A84C9-A4AB-4730-9A53-3A5DA2CE6641}" dt="2026-03-22T04:57:27.283" v="1602" actId="1076"/>
          <ac:picMkLst>
            <pc:docMk/>
            <pc:sldMk cId="4249022909" sldId="321"/>
            <ac:picMk id="8" creationId="{C3AE5703-DA07-BE20-F234-3A0D601807AD}"/>
          </ac:picMkLst>
        </pc:picChg>
      </pc:sldChg>
      <pc:sldChg chg="addSp delSp modSp add mod ord">
        <pc:chgData name="Tirth Patel" userId="5512f2528216baf6" providerId="LiveId" clId="{209A84C9-A4AB-4730-9A53-3A5DA2CE6641}" dt="2026-03-26T00:41:02.304" v="2864" actId="20577"/>
        <pc:sldMkLst>
          <pc:docMk/>
          <pc:sldMk cId="1996931222" sldId="322"/>
        </pc:sldMkLst>
        <pc:spChg chg="mod">
          <ac:chgData name="Tirth Patel" userId="5512f2528216baf6" providerId="LiveId" clId="{209A84C9-A4AB-4730-9A53-3A5DA2CE6641}" dt="2026-03-26T00:41:02.304" v="2864" actId="20577"/>
          <ac:spMkLst>
            <pc:docMk/>
            <pc:sldMk cId="1996931222" sldId="322"/>
            <ac:spMk id="2" creationId="{F6616570-BCEE-568C-8F6A-36D854323886}"/>
          </ac:spMkLst>
        </pc:spChg>
        <pc:spChg chg="add mod">
          <ac:chgData name="Tirth Patel" userId="5512f2528216baf6" providerId="LiveId" clId="{209A84C9-A4AB-4730-9A53-3A5DA2CE6641}" dt="2026-03-22T21:05:38.971" v="2630"/>
          <ac:spMkLst>
            <pc:docMk/>
            <pc:sldMk cId="1996931222" sldId="322"/>
            <ac:spMk id="3" creationId="{6944A4E4-8349-E981-9626-5AD27ECB5C79}"/>
          </ac:spMkLst>
        </pc:spChg>
        <pc:spChg chg="mod">
          <ac:chgData name="Tirth Patel" userId="5512f2528216baf6" providerId="LiveId" clId="{209A84C9-A4AB-4730-9A53-3A5DA2CE6641}" dt="2026-03-22T05:41:35.527" v="2025" actId="20577"/>
          <ac:spMkLst>
            <pc:docMk/>
            <pc:sldMk cId="1996931222" sldId="322"/>
            <ac:spMk id="18" creationId="{1D258669-6CD3-FB07-278C-0C9EAD318F1A}"/>
          </ac:spMkLst>
        </pc:spChg>
        <pc:picChg chg="add mod">
          <ac:chgData name="Tirth Patel" userId="5512f2528216baf6" providerId="LiveId" clId="{209A84C9-A4AB-4730-9A53-3A5DA2CE6641}" dt="2026-03-22T05:41:42.758" v="2026" actId="14100"/>
          <ac:picMkLst>
            <pc:docMk/>
            <pc:sldMk cId="1996931222" sldId="322"/>
            <ac:picMk id="11" creationId="{F3D71F43-9255-B908-7165-7AAAF44EDF5D}"/>
          </ac:picMkLst>
        </pc:picChg>
      </pc:sldChg>
      <pc:sldChg chg="addSp delSp modSp add mod">
        <pc:chgData name="Tirth Patel" userId="5512f2528216baf6" providerId="LiveId" clId="{209A84C9-A4AB-4730-9A53-3A5DA2CE6641}" dt="2026-03-22T21:05:41.029" v="2631"/>
        <pc:sldMkLst>
          <pc:docMk/>
          <pc:sldMk cId="2588058889" sldId="323"/>
        </pc:sldMkLst>
        <pc:spChg chg="mod">
          <ac:chgData name="Tirth Patel" userId="5512f2528216baf6" providerId="LiveId" clId="{209A84C9-A4AB-4730-9A53-3A5DA2CE6641}" dt="2026-03-22T06:37:54.109" v="2091" actId="113"/>
          <ac:spMkLst>
            <pc:docMk/>
            <pc:sldMk cId="2588058889" sldId="323"/>
            <ac:spMk id="2" creationId="{8984298F-FAC9-5249-2783-DEC106FB34A6}"/>
          </ac:spMkLst>
        </pc:spChg>
        <pc:spChg chg="add mod">
          <ac:chgData name="Tirth Patel" userId="5512f2528216baf6" providerId="LiveId" clId="{209A84C9-A4AB-4730-9A53-3A5DA2CE6641}" dt="2026-03-22T21:05:41.029" v="2631"/>
          <ac:spMkLst>
            <pc:docMk/>
            <pc:sldMk cId="2588058889" sldId="323"/>
            <ac:spMk id="3" creationId="{AD039984-E225-C991-22B2-B78CC7E7DD8D}"/>
          </ac:spMkLst>
        </pc:spChg>
        <pc:spChg chg="mod">
          <ac:chgData name="Tirth Patel" userId="5512f2528216baf6" providerId="LiveId" clId="{209A84C9-A4AB-4730-9A53-3A5DA2CE6641}" dt="2026-03-22T06:36:08.223" v="2068"/>
          <ac:spMkLst>
            <pc:docMk/>
            <pc:sldMk cId="2588058889" sldId="323"/>
            <ac:spMk id="18" creationId="{FC5A7161-6214-CF22-194A-C226284BC8A4}"/>
          </ac:spMkLst>
        </pc:spChg>
      </pc:sldChg>
      <pc:sldChg chg="addSp modSp add mod">
        <pc:chgData name="Tirth Patel" userId="5512f2528216baf6" providerId="LiveId" clId="{209A84C9-A4AB-4730-9A53-3A5DA2CE6641}" dt="2026-03-22T21:05:28.161" v="2626"/>
        <pc:sldMkLst>
          <pc:docMk/>
          <pc:sldMk cId="682756885" sldId="324"/>
        </pc:sldMkLst>
        <pc:spChg chg="mod">
          <ac:chgData name="Tirth Patel" userId="5512f2528216baf6" providerId="LiveId" clId="{209A84C9-A4AB-4730-9A53-3A5DA2CE6641}" dt="2026-03-22T06:34:58.001" v="2064" actId="948"/>
          <ac:spMkLst>
            <pc:docMk/>
            <pc:sldMk cId="682756885" sldId="324"/>
            <ac:spMk id="2" creationId="{280C8A16-4E67-A188-D8B7-B42181EA48D9}"/>
          </ac:spMkLst>
        </pc:spChg>
        <pc:spChg chg="add mod">
          <ac:chgData name="Tirth Patel" userId="5512f2528216baf6" providerId="LiveId" clId="{209A84C9-A4AB-4730-9A53-3A5DA2CE6641}" dt="2026-03-22T21:05:28.161" v="2626"/>
          <ac:spMkLst>
            <pc:docMk/>
            <pc:sldMk cId="682756885" sldId="324"/>
            <ac:spMk id="3" creationId="{6AF1C825-4B78-2D1A-4E94-EDAF00E7728E}"/>
          </ac:spMkLst>
        </pc:spChg>
        <pc:spChg chg="mod">
          <ac:chgData name="Tirth Patel" userId="5512f2528216baf6" providerId="LiveId" clId="{209A84C9-A4AB-4730-9A53-3A5DA2CE6641}" dt="2026-03-22T06:28:40.337" v="2035" actId="20577"/>
          <ac:spMkLst>
            <pc:docMk/>
            <pc:sldMk cId="682756885" sldId="324"/>
            <ac:spMk id="18" creationId="{0D6EC81B-11C5-B490-6AD2-C6FA0D3B635C}"/>
          </ac:spMkLst>
        </pc:spChg>
        <pc:picChg chg="add mod">
          <ac:chgData name="Tirth Patel" userId="5512f2528216baf6" providerId="LiveId" clId="{209A84C9-A4AB-4730-9A53-3A5DA2CE6641}" dt="2026-03-22T06:32:15.603" v="2053" actId="14100"/>
          <ac:picMkLst>
            <pc:docMk/>
            <pc:sldMk cId="682756885" sldId="324"/>
            <ac:picMk id="8" creationId="{40E303EB-2843-F09F-C983-857152AE5302}"/>
          </ac:picMkLst>
        </pc:picChg>
      </pc:sldChg>
      <pc:sldChg chg="addSp modSp add mod">
        <pc:chgData name="Tirth Patel" userId="5512f2528216baf6" providerId="LiveId" clId="{209A84C9-A4AB-4730-9A53-3A5DA2CE6641}" dt="2026-03-22T21:05:42.971" v="2632"/>
        <pc:sldMkLst>
          <pc:docMk/>
          <pc:sldMk cId="984643384" sldId="325"/>
        </pc:sldMkLst>
        <pc:spChg chg="mod">
          <ac:chgData name="Tirth Patel" userId="5512f2528216baf6" providerId="LiveId" clId="{209A84C9-A4AB-4730-9A53-3A5DA2CE6641}" dt="2026-03-22T06:43:12.884" v="2137" actId="20577"/>
          <ac:spMkLst>
            <pc:docMk/>
            <pc:sldMk cId="984643384" sldId="325"/>
            <ac:spMk id="2" creationId="{45992858-2C9C-B179-D400-FD6C8B6E3BC7}"/>
          </ac:spMkLst>
        </pc:spChg>
        <pc:spChg chg="add mod">
          <ac:chgData name="Tirth Patel" userId="5512f2528216baf6" providerId="LiveId" clId="{209A84C9-A4AB-4730-9A53-3A5DA2CE6641}" dt="2026-03-22T21:05:42.971" v="2632"/>
          <ac:spMkLst>
            <pc:docMk/>
            <pc:sldMk cId="984643384" sldId="325"/>
            <ac:spMk id="3" creationId="{C9D5E2EE-2C43-6864-16B0-C15A67534609}"/>
          </ac:spMkLst>
        </pc:spChg>
        <pc:picChg chg="add mod">
          <ac:chgData name="Tirth Patel" userId="5512f2528216baf6" providerId="LiveId" clId="{209A84C9-A4AB-4730-9A53-3A5DA2CE6641}" dt="2026-03-22T06:42:52.668" v="2130" actId="1076"/>
          <ac:picMkLst>
            <pc:docMk/>
            <pc:sldMk cId="984643384" sldId="325"/>
            <ac:picMk id="8" creationId="{D0BD3AE6-E67D-F5FB-8E5D-26711349A922}"/>
          </ac:picMkLst>
        </pc:picChg>
      </pc:sldChg>
      <pc:sldChg chg="addSp delSp modSp add mod">
        <pc:chgData name="Tirth Patel" userId="5512f2528216baf6" providerId="LiveId" clId="{209A84C9-A4AB-4730-9A53-3A5DA2CE6641}" dt="2026-03-22T21:05:45.285" v="2633"/>
        <pc:sldMkLst>
          <pc:docMk/>
          <pc:sldMk cId="3129120041" sldId="326"/>
        </pc:sldMkLst>
        <pc:spChg chg="add mod">
          <ac:chgData name="Tirth Patel" userId="5512f2528216baf6" providerId="LiveId" clId="{209A84C9-A4AB-4730-9A53-3A5DA2CE6641}" dt="2026-03-22T21:05:45.285" v="2633"/>
          <ac:spMkLst>
            <pc:docMk/>
            <pc:sldMk cId="3129120041" sldId="326"/>
            <ac:spMk id="2" creationId="{6EDDA9A4-6AEF-ADAF-6B46-DBBE120A8FAE}"/>
          </ac:spMkLst>
        </pc:spChg>
        <pc:spChg chg="mod">
          <ac:chgData name="Tirth Patel" userId="5512f2528216baf6" providerId="LiveId" clId="{209A84C9-A4AB-4730-9A53-3A5DA2CE6641}" dt="2026-03-22T06:51:08.596" v="2327" actId="1076"/>
          <ac:spMkLst>
            <pc:docMk/>
            <pc:sldMk cId="3129120041" sldId="326"/>
            <ac:spMk id="18" creationId="{BB7B609C-BD3D-757F-B5EA-2D8BA69066C3}"/>
          </ac:spMkLst>
        </pc:spChg>
        <pc:graphicFrameChg chg="add mod modGraphic">
          <ac:chgData name="Tirth Patel" userId="5512f2528216baf6" providerId="LiveId" clId="{209A84C9-A4AB-4730-9A53-3A5DA2CE6641}" dt="2026-03-22T06:50:19.600" v="2319" actId="14100"/>
          <ac:graphicFrameMkLst>
            <pc:docMk/>
            <pc:sldMk cId="3129120041" sldId="326"/>
            <ac:graphicFrameMk id="3" creationId="{88CF95F1-E330-9ACF-36CD-7F08FD21BC4C}"/>
          </ac:graphicFrameMkLst>
        </pc:graphicFrameChg>
        <pc:picChg chg="add mod">
          <ac:chgData name="Tirth Patel" userId="5512f2528216baf6" providerId="LiveId" clId="{209A84C9-A4AB-4730-9A53-3A5DA2CE6641}" dt="2026-03-22T06:51:20.625" v="2330" actId="14100"/>
          <ac:picMkLst>
            <pc:docMk/>
            <pc:sldMk cId="3129120041" sldId="326"/>
            <ac:picMk id="10" creationId="{17916BCC-5562-075A-A2EF-516EC4167D68}"/>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CA"/>
              <a:t>Correlation chart</a:t>
            </a:r>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No of Count</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Sheet1!$A$2:$A$3</c:f>
              <c:strCache>
                <c:ptCount val="2"/>
                <c:pt idx="0">
                  <c:v>Before Reduction</c:v>
                </c:pt>
                <c:pt idx="1">
                  <c:v>After Reduction</c:v>
                </c:pt>
              </c:strCache>
            </c:strRef>
          </c:cat>
          <c:val>
            <c:numRef>
              <c:f>Sheet1!$B$2:$B$3</c:f>
              <c:numCache>
                <c:formatCode>General</c:formatCode>
                <c:ptCount val="2"/>
                <c:pt idx="0">
                  <c:v>116</c:v>
                </c:pt>
                <c:pt idx="1">
                  <c:v>51</c:v>
                </c:pt>
              </c:numCache>
            </c:numRef>
          </c:val>
          <c:extLst>
            <c:ext xmlns:c16="http://schemas.microsoft.com/office/drawing/2014/chart" uri="{C3380CC4-5D6E-409C-BE32-E72D297353CC}">
              <c16:uniqueId val="{00000000-C964-4F53-A94C-0A4738F61FED}"/>
            </c:ext>
          </c:extLst>
        </c:ser>
        <c:ser>
          <c:idx val="1"/>
          <c:order val="1"/>
          <c:tx>
            <c:strRef>
              <c:f>Sheet1!$C$1</c:f>
              <c:strCache>
                <c:ptCount val="1"/>
                <c:pt idx="0">
                  <c:v>Accuracy</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Sheet1!$A$2:$A$3</c:f>
              <c:strCache>
                <c:ptCount val="2"/>
                <c:pt idx="0">
                  <c:v>Before Reduction</c:v>
                </c:pt>
                <c:pt idx="1">
                  <c:v>After Reduction</c:v>
                </c:pt>
              </c:strCache>
            </c:strRef>
          </c:cat>
          <c:val>
            <c:numRef>
              <c:f>Sheet1!$C$2:$C$3</c:f>
              <c:numCache>
                <c:formatCode>General</c:formatCode>
                <c:ptCount val="2"/>
                <c:pt idx="0">
                  <c:v>98.59</c:v>
                </c:pt>
                <c:pt idx="1">
                  <c:v>97.66</c:v>
                </c:pt>
              </c:numCache>
            </c:numRef>
          </c:val>
          <c:extLst>
            <c:ext xmlns:c16="http://schemas.microsoft.com/office/drawing/2014/chart" uri="{C3380CC4-5D6E-409C-BE32-E72D297353CC}">
              <c16:uniqueId val="{00000001-C964-4F53-A94C-0A4738F61FED}"/>
            </c:ext>
          </c:extLst>
        </c:ser>
        <c:dLbls>
          <c:dLblPos val="inEnd"/>
          <c:showLegendKey val="0"/>
          <c:showVal val="1"/>
          <c:showCatName val="0"/>
          <c:showSerName val="0"/>
          <c:showPercent val="0"/>
          <c:showBubbleSize val="0"/>
        </c:dLbls>
        <c:gapWidth val="65"/>
        <c:axId val="579006112"/>
        <c:axId val="579011872"/>
      </c:barChart>
      <c:catAx>
        <c:axId val="579006112"/>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0" i="0" u="none" strike="noStrike" kern="1200" cap="all" baseline="0">
                <a:solidFill>
                  <a:schemeClr val="dk1">
                    <a:lumMod val="75000"/>
                    <a:lumOff val="25000"/>
                  </a:schemeClr>
                </a:solidFill>
                <a:latin typeface="+mn-lt"/>
                <a:ea typeface="+mn-ea"/>
                <a:cs typeface="+mn-cs"/>
              </a:defRPr>
            </a:pPr>
            <a:endParaRPr lang="en-US"/>
          </a:p>
        </c:txPr>
        <c:crossAx val="579011872"/>
        <c:crosses val="autoZero"/>
        <c:auto val="1"/>
        <c:lblAlgn val="ctr"/>
        <c:lblOffset val="100"/>
        <c:noMultiLvlLbl val="0"/>
      </c:catAx>
      <c:valAx>
        <c:axId val="579011872"/>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crossAx val="579006112"/>
        <c:crosses val="autoZero"/>
        <c:crossBetween val="between"/>
      </c:valAx>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omments/modernComment_125_E203732.xml><?xml version="1.0" encoding="utf-8"?>
<p188:cmLst xmlns:a="http://schemas.openxmlformats.org/drawingml/2006/main" xmlns:r="http://schemas.openxmlformats.org/officeDocument/2006/relationships" xmlns:p188="http://schemas.microsoft.com/office/powerpoint/2018/8/main">
  <p188:cm id="{6B5F4CA1-B952-4F96-94D1-DDBA09D8B505}" authorId="{0026C5F1-3CD5-E9A9-3BAB-0764279314CC}" created="2025-11-24T20:41:29.089">
    <pc:sldMkLst xmlns:pc="http://schemas.microsoft.com/office/powerpoint/2013/main/command">
      <pc:docMk/>
      <pc:sldMk cId="236992306" sldId="293"/>
    </pc:sldMkLst>
    <p188:txBody>
      <a:bodyPr/>
      <a:lstStyle/>
      <a:p>
        <a:r>
          <a:rPr lang="en-CA"/>
          <a:t>Training Time 40 feature vs Training. Time for all feature
Execution time to select the features using Approach1 and Approach 2</a:t>
        </a:r>
      </a:p>
    </p188:txBody>
  </p188:cm>
</p188:cmLst>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6" Type="http://schemas.openxmlformats.org/officeDocument/2006/relationships/image" Target="../media/image18.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 Id="rId14" Type="http://schemas.openxmlformats.org/officeDocument/2006/relationships/image" Target="../media/image16.svg"/></Relationships>
</file>

<file path=ppt/diagrams/_rels/data2.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s>
</file>

<file path=ppt/diagrams/_rels/data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diagrams/_rels/data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image" Target="../media/image37.png"/><Relationship Id="rId4" Type="http://schemas.openxmlformats.org/officeDocument/2006/relationships/image" Target="../media/image38.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6" Type="http://schemas.openxmlformats.org/officeDocument/2006/relationships/image" Target="../media/image18.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 Id="rId14" Type="http://schemas.openxmlformats.org/officeDocument/2006/relationships/image" Target="../media/image16.svg"/></Relationships>
</file>

<file path=ppt/diagrams/_rels/drawing2.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s>
</file>

<file path=ppt/diagrams/_rels/drawing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diagrams/_rels/drawing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38.svg"/></Relationships>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33827A2-7931-41D5-9943-94E6367DA92F}" type="doc">
      <dgm:prSet loTypeId="urn:microsoft.com/office/officeart/2018/2/layout/IconVerticalSolidList" loCatId="icon" qsTypeId="urn:microsoft.com/office/officeart/2005/8/quickstyle/simple1" qsCatId="simple" csTypeId="urn:microsoft.com/office/officeart/2005/8/colors/accent5_2" csCatId="accent5" phldr="1"/>
      <dgm:spPr/>
      <dgm:t>
        <a:bodyPr/>
        <a:lstStyle/>
        <a:p>
          <a:endParaRPr lang="en-US"/>
        </a:p>
      </dgm:t>
    </dgm:pt>
    <dgm:pt modelId="{6ED2C10E-E4F6-4B22-B187-FFA1818CFAAF}">
      <dgm:prSet/>
      <dgm:spPr/>
      <dgm:t>
        <a:bodyPr/>
        <a:lstStyle/>
        <a:p>
          <a:pPr>
            <a:lnSpc>
              <a:spcPct val="100000"/>
            </a:lnSpc>
          </a:pPr>
          <a:r>
            <a:rPr lang="en-US" b="1" dirty="0">
              <a:latin typeface="Aptos"/>
            </a:rPr>
            <a:t>Introduction</a:t>
          </a:r>
          <a:endParaRPr lang="en-US" dirty="0">
            <a:latin typeface="Aptos"/>
          </a:endParaRPr>
        </a:p>
      </dgm:t>
    </dgm:pt>
    <dgm:pt modelId="{BD2F9957-E009-4CB0-B9FD-1974F5FE1940}" type="parTrans" cxnId="{B7FB3323-0623-400C-BEE5-51134AF7DCB8}">
      <dgm:prSet/>
      <dgm:spPr/>
      <dgm:t>
        <a:bodyPr/>
        <a:lstStyle/>
        <a:p>
          <a:endParaRPr lang="en-US"/>
        </a:p>
      </dgm:t>
    </dgm:pt>
    <dgm:pt modelId="{2C1AD685-A0F0-43D7-9308-226B66EB5FBF}" type="sibTrans" cxnId="{B7FB3323-0623-400C-BEE5-51134AF7DCB8}">
      <dgm:prSet/>
      <dgm:spPr/>
      <dgm:t>
        <a:bodyPr/>
        <a:lstStyle/>
        <a:p>
          <a:endParaRPr lang="en-US"/>
        </a:p>
      </dgm:t>
    </dgm:pt>
    <dgm:pt modelId="{713D4FB5-7D43-46F1-B444-70CFF304B189}">
      <dgm:prSet/>
      <dgm:spPr/>
      <dgm:t>
        <a:bodyPr/>
        <a:lstStyle/>
        <a:p>
          <a:pPr>
            <a:lnSpc>
              <a:spcPct val="100000"/>
            </a:lnSpc>
          </a:pPr>
          <a:r>
            <a:rPr lang="en-US" b="1" dirty="0">
              <a:latin typeface="Aptos"/>
            </a:rPr>
            <a:t>Objectives</a:t>
          </a:r>
        </a:p>
      </dgm:t>
    </dgm:pt>
    <dgm:pt modelId="{3FA398A5-6F8C-4D61-B5DD-8EFA7C4199D6}" type="parTrans" cxnId="{25E38FF2-3064-4288-9A2E-8B3FD60E34B8}">
      <dgm:prSet/>
      <dgm:spPr/>
      <dgm:t>
        <a:bodyPr/>
        <a:lstStyle/>
        <a:p>
          <a:endParaRPr lang="en-US"/>
        </a:p>
      </dgm:t>
    </dgm:pt>
    <dgm:pt modelId="{E92CEFE5-441A-4529-B259-05A517ABF2EE}" type="sibTrans" cxnId="{25E38FF2-3064-4288-9A2E-8B3FD60E34B8}">
      <dgm:prSet/>
      <dgm:spPr/>
      <dgm:t>
        <a:bodyPr/>
        <a:lstStyle/>
        <a:p>
          <a:endParaRPr lang="en-US"/>
        </a:p>
      </dgm:t>
    </dgm:pt>
    <dgm:pt modelId="{F45CA95B-2D97-4AC4-AF42-68A44C6003D6}">
      <dgm:prSet/>
      <dgm:spPr/>
      <dgm:t>
        <a:bodyPr/>
        <a:lstStyle/>
        <a:p>
          <a:pPr>
            <a:lnSpc>
              <a:spcPct val="100000"/>
            </a:lnSpc>
          </a:pPr>
          <a:r>
            <a:rPr lang="en-US" b="1" dirty="0">
              <a:latin typeface="Aptos"/>
            </a:rPr>
            <a:t>Literature Survey</a:t>
          </a:r>
          <a:endParaRPr lang="en-US" dirty="0">
            <a:latin typeface="Aptos"/>
          </a:endParaRPr>
        </a:p>
      </dgm:t>
    </dgm:pt>
    <dgm:pt modelId="{5FCB4AE7-4D1C-43C3-9EE3-A27964572E4A}" type="parTrans" cxnId="{6220B949-F0BD-4760-B339-2499D621871F}">
      <dgm:prSet/>
      <dgm:spPr/>
      <dgm:t>
        <a:bodyPr/>
        <a:lstStyle/>
        <a:p>
          <a:endParaRPr lang="en-US"/>
        </a:p>
      </dgm:t>
    </dgm:pt>
    <dgm:pt modelId="{3811DE3C-F83F-4177-B278-481AA7F33746}" type="sibTrans" cxnId="{6220B949-F0BD-4760-B339-2499D621871F}">
      <dgm:prSet/>
      <dgm:spPr/>
      <dgm:t>
        <a:bodyPr/>
        <a:lstStyle/>
        <a:p>
          <a:endParaRPr lang="en-US"/>
        </a:p>
      </dgm:t>
    </dgm:pt>
    <dgm:pt modelId="{3A20084F-306D-424E-98C7-829F36F3B47A}">
      <dgm:prSet/>
      <dgm:spPr/>
      <dgm:t>
        <a:bodyPr/>
        <a:lstStyle/>
        <a:p>
          <a:pPr>
            <a:lnSpc>
              <a:spcPct val="100000"/>
            </a:lnSpc>
          </a:pPr>
          <a:r>
            <a:rPr lang="en-US" b="1" dirty="0">
              <a:latin typeface="Aptos"/>
            </a:rPr>
            <a:t>Dataset</a:t>
          </a:r>
        </a:p>
      </dgm:t>
    </dgm:pt>
    <dgm:pt modelId="{3FF38947-5862-497E-8CAA-CC683D92DCD1}" type="parTrans" cxnId="{3C4893B6-5649-4CC4-9130-DFEACB7D7823}">
      <dgm:prSet/>
      <dgm:spPr/>
      <dgm:t>
        <a:bodyPr/>
        <a:lstStyle/>
        <a:p>
          <a:endParaRPr lang="en-US"/>
        </a:p>
      </dgm:t>
    </dgm:pt>
    <dgm:pt modelId="{FF81CD5F-BC3A-48BE-8E09-DA8A1149B1B0}" type="sibTrans" cxnId="{3C4893B6-5649-4CC4-9130-DFEACB7D7823}">
      <dgm:prSet/>
      <dgm:spPr/>
      <dgm:t>
        <a:bodyPr/>
        <a:lstStyle/>
        <a:p>
          <a:endParaRPr lang="en-US"/>
        </a:p>
      </dgm:t>
    </dgm:pt>
    <dgm:pt modelId="{AD5C6B94-120F-4923-BA40-94807A9E6508}">
      <dgm:prSet phldr="0"/>
      <dgm:spPr/>
      <dgm:t>
        <a:bodyPr/>
        <a:lstStyle/>
        <a:p>
          <a:pPr>
            <a:lnSpc>
              <a:spcPct val="100000"/>
            </a:lnSpc>
          </a:pPr>
          <a:r>
            <a:rPr lang="en-US" b="1" dirty="0">
              <a:latin typeface="Aptos"/>
            </a:rPr>
            <a:t>Conclusion and Future Work</a:t>
          </a:r>
          <a:endParaRPr lang="en-US" dirty="0">
            <a:latin typeface="Aptos"/>
          </a:endParaRPr>
        </a:p>
      </dgm:t>
    </dgm:pt>
    <dgm:pt modelId="{F123F721-CF38-47EB-8F32-A572A6E1E71A}" type="parTrans" cxnId="{BCBA10D8-0836-4C0C-A0D4-1E4004F5A67D}">
      <dgm:prSet/>
      <dgm:spPr/>
      <dgm:t>
        <a:bodyPr/>
        <a:lstStyle/>
        <a:p>
          <a:endParaRPr lang="en-US"/>
        </a:p>
      </dgm:t>
    </dgm:pt>
    <dgm:pt modelId="{9FFA8DA6-14E8-450D-871B-8ADA7389EC29}" type="sibTrans" cxnId="{BCBA10D8-0836-4C0C-A0D4-1E4004F5A67D}">
      <dgm:prSet/>
      <dgm:spPr/>
      <dgm:t>
        <a:bodyPr/>
        <a:lstStyle/>
        <a:p>
          <a:endParaRPr lang="en-US"/>
        </a:p>
      </dgm:t>
    </dgm:pt>
    <dgm:pt modelId="{9C83F2DB-E322-40CD-97FF-F68ED0DCE87F}">
      <dgm:prSet phldr="0"/>
      <dgm:spPr/>
      <dgm:t>
        <a:bodyPr/>
        <a:lstStyle/>
        <a:p>
          <a:pPr>
            <a:lnSpc>
              <a:spcPct val="100000"/>
            </a:lnSpc>
          </a:pPr>
          <a:r>
            <a:rPr lang="en-US" b="1" dirty="0">
              <a:latin typeface="Aptos"/>
            </a:rPr>
            <a:t>Experiments</a:t>
          </a:r>
        </a:p>
      </dgm:t>
    </dgm:pt>
    <dgm:pt modelId="{7D2E9747-19A0-4011-B7B3-4817704B9B36}" type="parTrans" cxnId="{D2D62CCD-FDF9-437A-ACA4-4D90743573F3}">
      <dgm:prSet/>
      <dgm:spPr/>
      <dgm:t>
        <a:bodyPr/>
        <a:lstStyle/>
        <a:p>
          <a:endParaRPr lang="en-CA"/>
        </a:p>
      </dgm:t>
    </dgm:pt>
    <dgm:pt modelId="{FDA6885B-9CD7-4C34-AF68-E92849E69814}" type="sibTrans" cxnId="{D2D62CCD-FDF9-437A-ACA4-4D90743573F3}">
      <dgm:prSet/>
      <dgm:spPr/>
      <dgm:t>
        <a:bodyPr/>
        <a:lstStyle/>
        <a:p>
          <a:endParaRPr lang="en-CA"/>
        </a:p>
      </dgm:t>
    </dgm:pt>
    <dgm:pt modelId="{F31302EF-699A-41CB-8442-24784547BB70}">
      <dgm:prSet/>
      <dgm:spPr/>
      <dgm:t>
        <a:bodyPr/>
        <a:lstStyle/>
        <a:p>
          <a:pPr>
            <a:lnSpc>
              <a:spcPct val="100000"/>
            </a:lnSpc>
          </a:pPr>
          <a:r>
            <a:rPr lang="en-US" b="1" dirty="0">
              <a:latin typeface="Aptos"/>
            </a:rPr>
            <a:t>Experimental Results</a:t>
          </a:r>
          <a:endParaRPr lang="en-US" dirty="0">
            <a:latin typeface="Aptos"/>
          </a:endParaRPr>
        </a:p>
      </dgm:t>
    </dgm:pt>
    <dgm:pt modelId="{201B0D89-833B-4903-AA9E-FBE90DAAE2D4}" type="sibTrans" cxnId="{A99E1883-064C-411B-9039-889A4DBF9426}">
      <dgm:prSet/>
      <dgm:spPr/>
      <dgm:t>
        <a:bodyPr/>
        <a:lstStyle/>
        <a:p>
          <a:endParaRPr lang="en-US"/>
        </a:p>
      </dgm:t>
    </dgm:pt>
    <dgm:pt modelId="{90589AAA-4FEB-4190-8FCC-D05899778AE7}" type="parTrans" cxnId="{A99E1883-064C-411B-9039-889A4DBF9426}">
      <dgm:prSet/>
      <dgm:spPr/>
      <dgm:t>
        <a:bodyPr/>
        <a:lstStyle/>
        <a:p>
          <a:endParaRPr lang="en-US"/>
        </a:p>
      </dgm:t>
    </dgm:pt>
    <dgm:pt modelId="{F171A684-92CE-456E-9907-2C09341076D0}">
      <dgm:prSet/>
      <dgm:spPr/>
      <dgm:t>
        <a:bodyPr/>
        <a:lstStyle/>
        <a:p>
          <a:pPr>
            <a:lnSpc>
              <a:spcPct val="100000"/>
            </a:lnSpc>
          </a:pPr>
          <a:r>
            <a:rPr lang="en-US" b="1" dirty="0">
              <a:latin typeface="Aptos"/>
            </a:rPr>
            <a:t>Challenges</a:t>
          </a:r>
        </a:p>
      </dgm:t>
    </dgm:pt>
    <dgm:pt modelId="{342E2F1E-9386-4324-9F9E-E7C1704D58DD}" type="parTrans" cxnId="{386D0AAA-CA91-431F-A80F-73180A7450E2}">
      <dgm:prSet/>
      <dgm:spPr/>
      <dgm:t>
        <a:bodyPr/>
        <a:lstStyle/>
        <a:p>
          <a:endParaRPr lang="en-CA"/>
        </a:p>
      </dgm:t>
    </dgm:pt>
    <dgm:pt modelId="{CB2BFA7A-25D4-4937-804A-09160F204095}" type="sibTrans" cxnId="{386D0AAA-CA91-431F-A80F-73180A7450E2}">
      <dgm:prSet/>
      <dgm:spPr/>
      <dgm:t>
        <a:bodyPr/>
        <a:lstStyle/>
        <a:p>
          <a:endParaRPr lang="en-CA"/>
        </a:p>
      </dgm:t>
    </dgm:pt>
    <dgm:pt modelId="{0123EBC3-D48F-4C60-952F-2963DCA5428F}" type="pres">
      <dgm:prSet presAssocID="{533827A2-7931-41D5-9943-94E6367DA92F}" presName="root" presStyleCnt="0">
        <dgm:presLayoutVars>
          <dgm:dir/>
          <dgm:resizeHandles val="exact"/>
        </dgm:presLayoutVars>
      </dgm:prSet>
      <dgm:spPr/>
    </dgm:pt>
    <dgm:pt modelId="{10121029-9828-41FC-A1A8-C215D2B7D71E}" type="pres">
      <dgm:prSet presAssocID="{6ED2C10E-E4F6-4B22-B187-FFA1818CFAAF}" presName="compNode" presStyleCnt="0"/>
      <dgm:spPr/>
    </dgm:pt>
    <dgm:pt modelId="{7A80C00C-C177-4228-9B26-D2CB3F662CDF}" type="pres">
      <dgm:prSet presAssocID="{6ED2C10E-E4F6-4B22-B187-FFA1818CFAAF}" presName="bgRect" presStyleLbl="bgShp" presStyleIdx="0" presStyleCnt="8"/>
      <dgm:spPr/>
    </dgm:pt>
    <dgm:pt modelId="{60DB983C-D7BC-4C7C-8860-84C70A2C3ED4}" type="pres">
      <dgm:prSet presAssocID="{6ED2C10E-E4F6-4B22-B187-FFA1818CFAAF}"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ocument"/>
        </a:ext>
      </dgm:extLst>
    </dgm:pt>
    <dgm:pt modelId="{339278B3-C966-4942-AB50-91BBF7E8DB61}" type="pres">
      <dgm:prSet presAssocID="{6ED2C10E-E4F6-4B22-B187-FFA1818CFAAF}" presName="spaceRect" presStyleCnt="0"/>
      <dgm:spPr/>
    </dgm:pt>
    <dgm:pt modelId="{F6789344-1C96-4D08-93DC-06A6C3132D2B}" type="pres">
      <dgm:prSet presAssocID="{6ED2C10E-E4F6-4B22-B187-FFA1818CFAAF}" presName="parTx" presStyleLbl="revTx" presStyleIdx="0" presStyleCnt="8">
        <dgm:presLayoutVars>
          <dgm:chMax val="0"/>
          <dgm:chPref val="0"/>
        </dgm:presLayoutVars>
      </dgm:prSet>
      <dgm:spPr/>
    </dgm:pt>
    <dgm:pt modelId="{D9894696-4497-4F8A-82EF-CDB13AE2B729}" type="pres">
      <dgm:prSet presAssocID="{2C1AD685-A0F0-43D7-9308-226B66EB5FBF}" presName="sibTrans" presStyleCnt="0"/>
      <dgm:spPr/>
    </dgm:pt>
    <dgm:pt modelId="{4053481F-124D-4F25-9E5F-4FF4832626AC}" type="pres">
      <dgm:prSet presAssocID="{F171A684-92CE-456E-9907-2C09341076D0}" presName="compNode" presStyleCnt="0"/>
      <dgm:spPr/>
    </dgm:pt>
    <dgm:pt modelId="{25DEE74D-71FC-4E07-A471-0FDA6E11059D}" type="pres">
      <dgm:prSet presAssocID="{F171A684-92CE-456E-9907-2C09341076D0}" presName="bgRect" presStyleLbl="bgShp" presStyleIdx="1" presStyleCnt="8"/>
      <dgm:spPr/>
    </dgm:pt>
    <dgm:pt modelId="{20D383E8-F013-419D-89D3-5C131B8AF159}" type="pres">
      <dgm:prSet presAssocID="{F171A684-92CE-456E-9907-2C09341076D0}" presName="iconRect" presStyleLbl="node1" presStyleIdx="1" presStyleCnt="8"/>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Badge Tick with solid fill"/>
        </a:ext>
      </dgm:extLst>
    </dgm:pt>
    <dgm:pt modelId="{8FB38FAA-532B-4D98-A4AA-43B339571123}" type="pres">
      <dgm:prSet presAssocID="{F171A684-92CE-456E-9907-2C09341076D0}" presName="spaceRect" presStyleCnt="0"/>
      <dgm:spPr/>
    </dgm:pt>
    <dgm:pt modelId="{DA13A2F4-E0E4-4736-93F4-6C7735A66557}" type="pres">
      <dgm:prSet presAssocID="{F171A684-92CE-456E-9907-2C09341076D0}" presName="parTx" presStyleLbl="revTx" presStyleIdx="1" presStyleCnt="8">
        <dgm:presLayoutVars>
          <dgm:chMax val="0"/>
          <dgm:chPref val="0"/>
        </dgm:presLayoutVars>
      </dgm:prSet>
      <dgm:spPr/>
    </dgm:pt>
    <dgm:pt modelId="{D0E2340A-CC81-42AD-8288-80AA62D06121}" type="pres">
      <dgm:prSet presAssocID="{CB2BFA7A-25D4-4937-804A-09160F204095}" presName="sibTrans" presStyleCnt="0"/>
      <dgm:spPr/>
    </dgm:pt>
    <dgm:pt modelId="{EB3AD010-0294-4FC7-B451-365E5F8EAC6E}" type="pres">
      <dgm:prSet presAssocID="{713D4FB5-7D43-46F1-B444-70CFF304B189}" presName="compNode" presStyleCnt="0"/>
      <dgm:spPr/>
    </dgm:pt>
    <dgm:pt modelId="{B87C5D62-E4EE-414D-98D5-967D4DEE9CFC}" type="pres">
      <dgm:prSet presAssocID="{713D4FB5-7D43-46F1-B444-70CFF304B189}" presName="bgRect" presStyleLbl="bgShp" presStyleIdx="2" presStyleCnt="8"/>
      <dgm:spPr/>
    </dgm:pt>
    <dgm:pt modelId="{9CCC2351-ECC1-4708-BC30-04796E0DC279}" type="pres">
      <dgm:prSet presAssocID="{713D4FB5-7D43-46F1-B444-70CFF304B189}"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resentation with Checklist"/>
        </a:ext>
      </dgm:extLst>
    </dgm:pt>
    <dgm:pt modelId="{E3B75AAB-DC4D-459E-998E-D6BE9CB9BE5A}" type="pres">
      <dgm:prSet presAssocID="{713D4FB5-7D43-46F1-B444-70CFF304B189}" presName="spaceRect" presStyleCnt="0"/>
      <dgm:spPr/>
    </dgm:pt>
    <dgm:pt modelId="{AE3661FC-E7AA-4A38-B8CE-CC57CF62346E}" type="pres">
      <dgm:prSet presAssocID="{713D4FB5-7D43-46F1-B444-70CFF304B189}" presName="parTx" presStyleLbl="revTx" presStyleIdx="2" presStyleCnt="8">
        <dgm:presLayoutVars>
          <dgm:chMax val="0"/>
          <dgm:chPref val="0"/>
        </dgm:presLayoutVars>
      </dgm:prSet>
      <dgm:spPr/>
    </dgm:pt>
    <dgm:pt modelId="{29EB8EE5-D7B9-4778-8258-0168A572E63F}" type="pres">
      <dgm:prSet presAssocID="{E92CEFE5-441A-4529-B259-05A517ABF2EE}" presName="sibTrans" presStyleCnt="0"/>
      <dgm:spPr/>
    </dgm:pt>
    <dgm:pt modelId="{3AFC1B82-A28D-4803-947F-E57A2743BEB6}" type="pres">
      <dgm:prSet presAssocID="{F45CA95B-2D97-4AC4-AF42-68A44C6003D6}" presName="compNode" presStyleCnt="0"/>
      <dgm:spPr/>
    </dgm:pt>
    <dgm:pt modelId="{0EE260BA-6289-4205-9FAF-81109DC95C53}" type="pres">
      <dgm:prSet presAssocID="{F45CA95B-2D97-4AC4-AF42-68A44C6003D6}" presName="bgRect" presStyleLbl="bgShp" presStyleIdx="3" presStyleCnt="8" custLinFactNeighborX="0" custLinFactNeighborY="2283"/>
      <dgm:spPr/>
    </dgm:pt>
    <dgm:pt modelId="{DD643D5E-0890-4B6C-AD91-4586A259298D}" type="pres">
      <dgm:prSet presAssocID="{F45CA95B-2D97-4AC4-AF42-68A44C6003D6}"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riefcase"/>
        </a:ext>
      </dgm:extLst>
    </dgm:pt>
    <dgm:pt modelId="{A56D4142-5E09-4C23-86D0-3AD3243EB2B3}" type="pres">
      <dgm:prSet presAssocID="{F45CA95B-2D97-4AC4-AF42-68A44C6003D6}" presName="spaceRect" presStyleCnt="0"/>
      <dgm:spPr/>
    </dgm:pt>
    <dgm:pt modelId="{617CFAD4-1EFE-47BF-B080-36BD4CFA5F22}" type="pres">
      <dgm:prSet presAssocID="{F45CA95B-2D97-4AC4-AF42-68A44C6003D6}" presName="parTx" presStyleLbl="revTx" presStyleIdx="3" presStyleCnt="8">
        <dgm:presLayoutVars>
          <dgm:chMax val="0"/>
          <dgm:chPref val="0"/>
        </dgm:presLayoutVars>
      </dgm:prSet>
      <dgm:spPr/>
    </dgm:pt>
    <dgm:pt modelId="{B4CDD395-2A9E-46F0-B54A-A503EAFE1DEC}" type="pres">
      <dgm:prSet presAssocID="{3811DE3C-F83F-4177-B278-481AA7F33746}" presName="sibTrans" presStyleCnt="0"/>
      <dgm:spPr/>
    </dgm:pt>
    <dgm:pt modelId="{ABCDD2DE-A5DA-47EC-9175-6E931686707B}" type="pres">
      <dgm:prSet presAssocID="{3A20084F-306D-424E-98C7-829F36F3B47A}" presName="compNode" presStyleCnt="0"/>
      <dgm:spPr/>
    </dgm:pt>
    <dgm:pt modelId="{B39BA493-9454-4BB3-833F-C63042AA8191}" type="pres">
      <dgm:prSet presAssocID="{3A20084F-306D-424E-98C7-829F36F3B47A}" presName="bgRect" presStyleLbl="bgShp" presStyleIdx="4" presStyleCnt="8"/>
      <dgm:spPr/>
    </dgm:pt>
    <dgm:pt modelId="{9E8BC130-23B3-4C9B-9066-A568A97E076D}" type="pres">
      <dgm:prSet presAssocID="{3A20084F-306D-424E-98C7-829F36F3B47A}"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Magnifying glass"/>
        </a:ext>
      </dgm:extLst>
    </dgm:pt>
    <dgm:pt modelId="{00EE96E1-DF28-4A1A-9040-402452DFBBFB}" type="pres">
      <dgm:prSet presAssocID="{3A20084F-306D-424E-98C7-829F36F3B47A}" presName="spaceRect" presStyleCnt="0"/>
      <dgm:spPr/>
    </dgm:pt>
    <dgm:pt modelId="{3EDFCD69-BD17-4EC0-8E3F-E58DDBC5D8D7}" type="pres">
      <dgm:prSet presAssocID="{3A20084F-306D-424E-98C7-829F36F3B47A}" presName="parTx" presStyleLbl="revTx" presStyleIdx="4" presStyleCnt="8">
        <dgm:presLayoutVars>
          <dgm:chMax val="0"/>
          <dgm:chPref val="0"/>
        </dgm:presLayoutVars>
      </dgm:prSet>
      <dgm:spPr/>
    </dgm:pt>
    <dgm:pt modelId="{7C5F0F95-8115-4C83-94CC-6E1C33DBB538}" type="pres">
      <dgm:prSet presAssocID="{FF81CD5F-BC3A-48BE-8E09-DA8A1149B1B0}" presName="sibTrans" presStyleCnt="0"/>
      <dgm:spPr/>
    </dgm:pt>
    <dgm:pt modelId="{64CB4F5F-7202-410E-AFAA-7131343398EF}" type="pres">
      <dgm:prSet presAssocID="{9C83F2DB-E322-40CD-97FF-F68ED0DCE87F}" presName="compNode" presStyleCnt="0"/>
      <dgm:spPr/>
    </dgm:pt>
    <dgm:pt modelId="{B268967B-F0AA-4617-A15F-7D7B5662FAFA}" type="pres">
      <dgm:prSet presAssocID="{9C83F2DB-E322-40CD-97FF-F68ED0DCE87F}" presName="bgRect" presStyleLbl="bgShp" presStyleIdx="5" presStyleCnt="8"/>
      <dgm:spPr/>
    </dgm:pt>
    <dgm:pt modelId="{8DC90FE9-8419-4E0E-89A4-ACF1379633C3}" type="pres">
      <dgm:prSet presAssocID="{9C83F2DB-E322-40CD-97FF-F68ED0DCE87F}" presName="iconRect" presStyleLbl="node1" presStyleIdx="5" presStyleCnt="8"/>
      <dgm:spPr>
        <a:blipFill>
          <a:blip xmlns:r="http://schemas.openxmlformats.org/officeDocument/2006/relationships" r:embed="rId11">
            <a:extLst>
              <a:ext uri="{96DAC541-7B7A-43D3-8B79-37D633B846F1}">
                <asvg:svgBlip xmlns:asvg="http://schemas.microsoft.com/office/drawing/2016/SVG/main" r:embed="rId12"/>
              </a:ext>
            </a:extLst>
          </a:blip>
          <a:srcRect/>
          <a:stretch>
            <a:fillRect/>
          </a:stretch>
        </a:blipFill>
      </dgm:spPr>
      <dgm:extLst>
        <a:ext uri="{E40237B7-FDA0-4F09-8148-C483321AD2D9}">
          <dgm14:cNvPr xmlns:dgm14="http://schemas.microsoft.com/office/drawing/2010/diagram" id="0" name="" descr="Beaker with solid fill"/>
        </a:ext>
      </dgm:extLst>
    </dgm:pt>
    <dgm:pt modelId="{2F514DF6-E0A4-4FFA-AA03-180098B8FA03}" type="pres">
      <dgm:prSet presAssocID="{9C83F2DB-E322-40CD-97FF-F68ED0DCE87F}" presName="spaceRect" presStyleCnt="0"/>
      <dgm:spPr/>
    </dgm:pt>
    <dgm:pt modelId="{31F643D6-4C7F-46FF-80A2-C959280D52AA}" type="pres">
      <dgm:prSet presAssocID="{9C83F2DB-E322-40CD-97FF-F68ED0DCE87F}" presName="parTx" presStyleLbl="revTx" presStyleIdx="5" presStyleCnt="8">
        <dgm:presLayoutVars>
          <dgm:chMax val="0"/>
          <dgm:chPref val="0"/>
        </dgm:presLayoutVars>
      </dgm:prSet>
      <dgm:spPr/>
    </dgm:pt>
    <dgm:pt modelId="{3A37C2A6-04B9-44A4-BD6C-3F977FA6BB2B}" type="pres">
      <dgm:prSet presAssocID="{FDA6885B-9CD7-4C34-AF68-E92849E69814}" presName="sibTrans" presStyleCnt="0"/>
      <dgm:spPr/>
    </dgm:pt>
    <dgm:pt modelId="{9A8044DF-39E1-4B85-B8E0-15738002F1A7}" type="pres">
      <dgm:prSet presAssocID="{F31302EF-699A-41CB-8442-24784547BB70}" presName="compNode" presStyleCnt="0"/>
      <dgm:spPr/>
    </dgm:pt>
    <dgm:pt modelId="{9C320661-6F5B-4778-B77E-302AB72FF8D6}" type="pres">
      <dgm:prSet presAssocID="{F31302EF-699A-41CB-8442-24784547BB70}" presName="bgRect" presStyleLbl="bgShp" presStyleIdx="6" presStyleCnt="8"/>
      <dgm:spPr/>
    </dgm:pt>
    <dgm:pt modelId="{C3C02D84-78CF-48F8-9B7B-72FA32F66BD6}" type="pres">
      <dgm:prSet presAssocID="{F31302EF-699A-41CB-8442-24784547BB70}"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dgm:spPr>
      <dgm:extLst>
        <a:ext uri="{E40237B7-FDA0-4F09-8148-C483321AD2D9}">
          <dgm14:cNvPr xmlns:dgm14="http://schemas.microsoft.com/office/drawing/2010/diagram" id="0" name="" descr="Upward trend"/>
        </a:ext>
      </dgm:extLst>
    </dgm:pt>
    <dgm:pt modelId="{BC856882-283A-49C4-BCAF-82C7A3F9C462}" type="pres">
      <dgm:prSet presAssocID="{F31302EF-699A-41CB-8442-24784547BB70}" presName="spaceRect" presStyleCnt="0"/>
      <dgm:spPr/>
    </dgm:pt>
    <dgm:pt modelId="{C993A4CD-47EA-4B16-875C-57E31FA66237}" type="pres">
      <dgm:prSet presAssocID="{F31302EF-699A-41CB-8442-24784547BB70}" presName="parTx" presStyleLbl="revTx" presStyleIdx="6" presStyleCnt="8">
        <dgm:presLayoutVars>
          <dgm:chMax val="0"/>
          <dgm:chPref val="0"/>
        </dgm:presLayoutVars>
      </dgm:prSet>
      <dgm:spPr/>
    </dgm:pt>
    <dgm:pt modelId="{FD3AB2CC-4D08-4C9D-8BA5-CB68D17561BE}" type="pres">
      <dgm:prSet presAssocID="{201B0D89-833B-4903-AA9E-FBE90DAAE2D4}" presName="sibTrans" presStyleCnt="0"/>
      <dgm:spPr/>
    </dgm:pt>
    <dgm:pt modelId="{8C0EBBE7-4B3A-45CF-9369-E41CC3FA25A6}" type="pres">
      <dgm:prSet presAssocID="{AD5C6B94-120F-4923-BA40-94807A9E6508}" presName="compNode" presStyleCnt="0"/>
      <dgm:spPr/>
    </dgm:pt>
    <dgm:pt modelId="{75A15E96-410B-48B3-B1D3-CE9252274D9A}" type="pres">
      <dgm:prSet presAssocID="{AD5C6B94-120F-4923-BA40-94807A9E6508}" presName="bgRect" presStyleLbl="bgShp" presStyleIdx="7" presStyleCnt="8"/>
      <dgm:spPr/>
    </dgm:pt>
    <dgm:pt modelId="{48BBA875-A0DC-4DE3-B028-D23FB63F1E19}" type="pres">
      <dgm:prSet presAssocID="{AD5C6B94-120F-4923-BA40-94807A9E6508}" presName="iconRect" presStyleLbl="node1" presStyleIdx="7" presStyleCnt="8"/>
      <dgm:spPr>
        <a:blipFill>
          <a:blip xmlns:r="http://schemas.openxmlformats.org/officeDocument/2006/relationships" r:embed="rId15">
            <a:extLst>
              <a:ext uri="{96DAC541-7B7A-43D3-8B79-37D633B846F1}">
                <asvg:svgBlip xmlns:asvg="http://schemas.microsoft.com/office/drawing/2016/SVG/main" r:embed="rId16"/>
              </a:ext>
            </a:extLst>
          </a:blip>
          <a:srcRect/>
          <a:stretch>
            <a:fillRect/>
          </a:stretch>
        </a:blipFill>
      </dgm:spPr>
      <dgm:extLst>
        <a:ext uri="{E40237B7-FDA0-4F09-8148-C483321AD2D9}">
          <dgm14:cNvPr xmlns:dgm14="http://schemas.microsoft.com/office/drawing/2010/diagram" id="0" name="" descr="Storytelling with solid fill"/>
        </a:ext>
      </dgm:extLst>
    </dgm:pt>
    <dgm:pt modelId="{493FA70B-EEDA-4E75-9583-9903C8DBE608}" type="pres">
      <dgm:prSet presAssocID="{AD5C6B94-120F-4923-BA40-94807A9E6508}" presName="spaceRect" presStyleCnt="0"/>
      <dgm:spPr/>
    </dgm:pt>
    <dgm:pt modelId="{91C0FDC8-FD0E-412C-A9B1-4AB325F3A343}" type="pres">
      <dgm:prSet presAssocID="{AD5C6B94-120F-4923-BA40-94807A9E6508}" presName="parTx" presStyleLbl="revTx" presStyleIdx="7" presStyleCnt="8">
        <dgm:presLayoutVars>
          <dgm:chMax val="0"/>
          <dgm:chPref val="0"/>
        </dgm:presLayoutVars>
      </dgm:prSet>
      <dgm:spPr/>
    </dgm:pt>
  </dgm:ptLst>
  <dgm:cxnLst>
    <dgm:cxn modelId="{AF4F8E02-73DB-44AD-87C6-2B71CDA318EA}" type="presOf" srcId="{533827A2-7931-41D5-9943-94E6367DA92F}" destId="{0123EBC3-D48F-4C60-952F-2963DCA5428F}" srcOrd="0" destOrd="0" presId="urn:microsoft.com/office/officeart/2018/2/layout/IconVerticalSolidList"/>
    <dgm:cxn modelId="{B7FB3323-0623-400C-BEE5-51134AF7DCB8}" srcId="{533827A2-7931-41D5-9943-94E6367DA92F}" destId="{6ED2C10E-E4F6-4B22-B187-FFA1818CFAAF}" srcOrd="0" destOrd="0" parTransId="{BD2F9957-E009-4CB0-B9FD-1974F5FE1940}" sibTransId="{2C1AD685-A0F0-43D7-9308-226B66EB5FBF}"/>
    <dgm:cxn modelId="{6220B949-F0BD-4760-B339-2499D621871F}" srcId="{533827A2-7931-41D5-9943-94E6367DA92F}" destId="{F45CA95B-2D97-4AC4-AF42-68A44C6003D6}" srcOrd="3" destOrd="0" parTransId="{5FCB4AE7-4D1C-43C3-9EE3-A27964572E4A}" sibTransId="{3811DE3C-F83F-4177-B278-481AA7F33746}"/>
    <dgm:cxn modelId="{9E1F3A55-C7B1-4373-8035-A154CECCB687}" type="presOf" srcId="{9C83F2DB-E322-40CD-97FF-F68ED0DCE87F}" destId="{31F643D6-4C7F-46FF-80A2-C959280D52AA}" srcOrd="0" destOrd="0" presId="urn:microsoft.com/office/officeart/2018/2/layout/IconVerticalSolidList"/>
    <dgm:cxn modelId="{A99E1883-064C-411B-9039-889A4DBF9426}" srcId="{533827A2-7931-41D5-9943-94E6367DA92F}" destId="{F31302EF-699A-41CB-8442-24784547BB70}" srcOrd="6" destOrd="0" parTransId="{90589AAA-4FEB-4190-8FCC-D05899778AE7}" sibTransId="{201B0D89-833B-4903-AA9E-FBE90DAAE2D4}"/>
    <dgm:cxn modelId="{09405884-5208-42C8-9799-B6F0DFE22C56}" type="presOf" srcId="{F31302EF-699A-41CB-8442-24784547BB70}" destId="{C993A4CD-47EA-4B16-875C-57E31FA66237}" srcOrd="0" destOrd="0" presId="urn:microsoft.com/office/officeart/2018/2/layout/IconVerticalSolidList"/>
    <dgm:cxn modelId="{003F7A84-71EC-4280-9321-25BA850C1194}" type="presOf" srcId="{713D4FB5-7D43-46F1-B444-70CFF304B189}" destId="{AE3661FC-E7AA-4A38-B8CE-CC57CF62346E}" srcOrd="0" destOrd="0" presId="urn:microsoft.com/office/officeart/2018/2/layout/IconVerticalSolidList"/>
    <dgm:cxn modelId="{CC4234A2-DE7F-4152-8D7F-80236CE65C94}" type="presOf" srcId="{F171A684-92CE-456E-9907-2C09341076D0}" destId="{DA13A2F4-E0E4-4736-93F4-6C7735A66557}" srcOrd="0" destOrd="0" presId="urn:microsoft.com/office/officeart/2018/2/layout/IconVerticalSolidList"/>
    <dgm:cxn modelId="{11F237A7-B0C7-40F1-9DB2-DBB55E6527C4}" type="presOf" srcId="{6ED2C10E-E4F6-4B22-B187-FFA1818CFAAF}" destId="{F6789344-1C96-4D08-93DC-06A6C3132D2B}" srcOrd="0" destOrd="0" presId="urn:microsoft.com/office/officeart/2018/2/layout/IconVerticalSolidList"/>
    <dgm:cxn modelId="{386D0AAA-CA91-431F-A80F-73180A7450E2}" srcId="{533827A2-7931-41D5-9943-94E6367DA92F}" destId="{F171A684-92CE-456E-9907-2C09341076D0}" srcOrd="1" destOrd="0" parTransId="{342E2F1E-9386-4324-9F9E-E7C1704D58DD}" sibTransId="{CB2BFA7A-25D4-4937-804A-09160F204095}"/>
    <dgm:cxn modelId="{3C4893B6-5649-4CC4-9130-DFEACB7D7823}" srcId="{533827A2-7931-41D5-9943-94E6367DA92F}" destId="{3A20084F-306D-424E-98C7-829F36F3B47A}" srcOrd="4" destOrd="0" parTransId="{3FF38947-5862-497E-8CAA-CC683D92DCD1}" sibTransId="{FF81CD5F-BC3A-48BE-8E09-DA8A1149B1B0}"/>
    <dgm:cxn modelId="{D2D62CCD-FDF9-437A-ACA4-4D90743573F3}" srcId="{533827A2-7931-41D5-9943-94E6367DA92F}" destId="{9C83F2DB-E322-40CD-97FF-F68ED0DCE87F}" srcOrd="5" destOrd="0" parTransId="{7D2E9747-19A0-4011-B7B3-4817704B9B36}" sibTransId="{FDA6885B-9CD7-4C34-AF68-E92849E69814}"/>
    <dgm:cxn modelId="{403EB3D6-1C9D-4513-A634-E0F7743FA1A6}" type="presOf" srcId="{3A20084F-306D-424E-98C7-829F36F3B47A}" destId="{3EDFCD69-BD17-4EC0-8E3F-E58DDBC5D8D7}" srcOrd="0" destOrd="0" presId="urn:microsoft.com/office/officeart/2018/2/layout/IconVerticalSolidList"/>
    <dgm:cxn modelId="{BCBA10D8-0836-4C0C-A0D4-1E4004F5A67D}" srcId="{533827A2-7931-41D5-9943-94E6367DA92F}" destId="{AD5C6B94-120F-4923-BA40-94807A9E6508}" srcOrd="7" destOrd="0" parTransId="{F123F721-CF38-47EB-8F32-A572A6E1E71A}" sibTransId="{9FFA8DA6-14E8-450D-871B-8ADA7389EC29}"/>
    <dgm:cxn modelId="{790EE0DA-A210-4D7A-8402-6598FF4827EA}" type="presOf" srcId="{F45CA95B-2D97-4AC4-AF42-68A44C6003D6}" destId="{617CFAD4-1EFE-47BF-B080-36BD4CFA5F22}" srcOrd="0" destOrd="0" presId="urn:microsoft.com/office/officeart/2018/2/layout/IconVerticalSolidList"/>
    <dgm:cxn modelId="{E01280E2-6125-44CC-A012-D12E99E37762}" type="presOf" srcId="{AD5C6B94-120F-4923-BA40-94807A9E6508}" destId="{91C0FDC8-FD0E-412C-A9B1-4AB325F3A343}" srcOrd="0" destOrd="0" presId="urn:microsoft.com/office/officeart/2018/2/layout/IconVerticalSolidList"/>
    <dgm:cxn modelId="{25E38FF2-3064-4288-9A2E-8B3FD60E34B8}" srcId="{533827A2-7931-41D5-9943-94E6367DA92F}" destId="{713D4FB5-7D43-46F1-B444-70CFF304B189}" srcOrd="2" destOrd="0" parTransId="{3FA398A5-6F8C-4D61-B5DD-8EFA7C4199D6}" sibTransId="{E92CEFE5-441A-4529-B259-05A517ABF2EE}"/>
    <dgm:cxn modelId="{DA87A4ED-1CBA-4366-943D-CE86632A49F3}" type="presParOf" srcId="{0123EBC3-D48F-4C60-952F-2963DCA5428F}" destId="{10121029-9828-41FC-A1A8-C215D2B7D71E}" srcOrd="0" destOrd="0" presId="urn:microsoft.com/office/officeart/2018/2/layout/IconVerticalSolidList"/>
    <dgm:cxn modelId="{9AB678EA-BBC6-4043-BDA2-140F7970D75E}" type="presParOf" srcId="{10121029-9828-41FC-A1A8-C215D2B7D71E}" destId="{7A80C00C-C177-4228-9B26-D2CB3F662CDF}" srcOrd="0" destOrd="0" presId="urn:microsoft.com/office/officeart/2018/2/layout/IconVerticalSolidList"/>
    <dgm:cxn modelId="{94D6E86F-0FFB-4302-95DB-5D83256651BC}" type="presParOf" srcId="{10121029-9828-41FC-A1A8-C215D2B7D71E}" destId="{60DB983C-D7BC-4C7C-8860-84C70A2C3ED4}" srcOrd="1" destOrd="0" presId="urn:microsoft.com/office/officeart/2018/2/layout/IconVerticalSolidList"/>
    <dgm:cxn modelId="{74924F81-668E-4303-B89A-FE417F1620C0}" type="presParOf" srcId="{10121029-9828-41FC-A1A8-C215D2B7D71E}" destId="{339278B3-C966-4942-AB50-91BBF7E8DB61}" srcOrd="2" destOrd="0" presId="urn:microsoft.com/office/officeart/2018/2/layout/IconVerticalSolidList"/>
    <dgm:cxn modelId="{6A5EA965-A615-4600-A85F-FC66B233C7E2}" type="presParOf" srcId="{10121029-9828-41FC-A1A8-C215D2B7D71E}" destId="{F6789344-1C96-4D08-93DC-06A6C3132D2B}" srcOrd="3" destOrd="0" presId="urn:microsoft.com/office/officeart/2018/2/layout/IconVerticalSolidList"/>
    <dgm:cxn modelId="{173438EB-499C-4C05-8CE7-13474D3941F2}" type="presParOf" srcId="{0123EBC3-D48F-4C60-952F-2963DCA5428F}" destId="{D9894696-4497-4F8A-82EF-CDB13AE2B729}" srcOrd="1" destOrd="0" presId="urn:microsoft.com/office/officeart/2018/2/layout/IconVerticalSolidList"/>
    <dgm:cxn modelId="{572BFFDA-C898-4D33-9460-336F5AE162E2}" type="presParOf" srcId="{0123EBC3-D48F-4C60-952F-2963DCA5428F}" destId="{4053481F-124D-4F25-9E5F-4FF4832626AC}" srcOrd="2" destOrd="0" presId="urn:microsoft.com/office/officeart/2018/2/layout/IconVerticalSolidList"/>
    <dgm:cxn modelId="{D1C21234-C633-4A3F-AA96-1FC8BEF44C81}" type="presParOf" srcId="{4053481F-124D-4F25-9E5F-4FF4832626AC}" destId="{25DEE74D-71FC-4E07-A471-0FDA6E11059D}" srcOrd="0" destOrd="0" presId="urn:microsoft.com/office/officeart/2018/2/layout/IconVerticalSolidList"/>
    <dgm:cxn modelId="{FC37F934-D17C-40C5-AFFB-45FA482F1496}" type="presParOf" srcId="{4053481F-124D-4F25-9E5F-4FF4832626AC}" destId="{20D383E8-F013-419D-89D3-5C131B8AF159}" srcOrd="1" destOrd="0" presId="urn:microsoft.com/office/officeart/2018/2/layout/IconVerticalSolidList"/>
    <dgm:cxn modelId="{4503A65E-967F-409E-8E97-286155C62563}" type="presParOf" srcId="{4053481F-124D-4F25-9E5F-4FF4832626AC}" destId="{8FB38FAA-532B-4D98-A4AA-43B339571123}" srcOrd="2" destOrd="0" presId="urn:microsoft.com/office/officeart/2018/2/layout/IconVerticalSolidList"/>
    <dgm:cxn modelId="{8742B6B3-40A3-4134-B62D-F8746795D900}" type="presParOf" srcId="{4053481F-124D-4F25-9E5F-4FF4832626AC}" destId="{DA13A2F4-E0E4-4736-93F4-6C7735A66557}" srcOrd="3" destOrd="0" presId="urn:microsoft.com/office/officeart/2018/2/layout/IconVerticalSolidList"/>
    <dgm:cxn modelId="{96F96732-30CB-4FC3-8424-E4AE4D55BC3D}" type="presParOf" srcId="{0123EBC3-D48F-4C60-952F-2963DCA5428F}" destId="{D0E2340A-CC81-42AD-8288-80AA62D06121}" srcOrd="3" destOrd="0" presId="urn:microsoft.com/office/officeart/2018/2/layout/IconVerticalSolidList"/>
    <dgm:cxn modelId="{DDB88EF3-C323-4874-AF33-D8137C420E78}" type="presParOf" srcId="{0123EBC3-D48F-4C60-952F-2963DCA5428F}" destId="{EB3AD010-0294-4FC7-B451-365E5F8EAC6E}" srcOrd="4" destOrd="0" presId="urn:microsoft.com/office/officeart/2018/2/layout/IconVerticalSolidList"/>
    <dgm:cxn modelId="{B20A2F08-D2DC-4A91-B7E5-6EC09969DE96}" type="presParOf" srcId="{EB3AD010-0294-4FC7-B451-365E5F8EAC6E}" destId="{B87C5D62-E4EE-414D-98D5-967D4DEE9CFC}" srcOrd="0" destOrd="0" presId="urn:microsoft.com/office/officeart/2018/2/layout/IconVerticalSolidList"/>
    <dgm:cxn modelId="{F458E749-3F26-4614-9024-B0B3CF1A07CF}" type="presParOf" srcId="{EB3AD010-0294-4FC7-B451-365E5F8EAC6E}" destId="{9CCC2351-ECC1-4708-BC30-04796E0DC279}" srcOrd="1" destOrd="0" presId="urn:microsoft.com/office/officeart/2018/2/layout/IconVerticalSolidList"/>
    <dgm:cxn modelId="{7C0E3BD7-34E8-44F9-9239-59D1AC0EE19C}" type="presParOf" srcId="{EB3AD010-0294-4FC7-B451-365E5F8EAC6E}" destId="{E3B75AAB-DC4D-459E-998E-D6BE9CB9BE5A}" srcOrd="2" destOrd="0" presId="urn:microsoft.com/office/officeart/2018/2/layout/IconVerticalSolidList"/>
    <dgm:cxn modelId="{DBE8AF0D-8638-4CD9-9293-4131E821578B}" type="presParOf" srcId="{EB3AD010-0294-4FC7-B451-365E5F8EAC6E}" destId="{AE3661FC-E7AA-4A38-B8CE-CC57CF62346E}" srcOrd="3" destOrd="0" presId="urn:microsoft.com/office/officeart/2018/2/layout/IconVerticalSolidList"/>
    <dgm:cxn modelId="{0B7130AB-418E-48E6-B785-23C2221E36DE}" type="presParOf" srcId="{0123EBC3-D48F-4C60-952F-2963DCA5428F}" destId="{29EB8EE5-D7B9-4778-8258-0168A572E63F}" srcOrd="5" destOrd="0" presId="urn:microsoft.com/office/officeart/2018/2/layout/IconVerticalSolidList"/>
    <dgm:cxn modelId="{A6A59833-5D66-4C34-9813-49182BB4AF35}" type="presParOf" srcId="{0123EBC3-D48F-4C60-952F-2963DCA5428F}" destId="{3AFC1B82-A28D-4803-947F-E57A2743BEB6}" srcOrd="6" destOrd="0" presId="urn:microsoft.com/office/officeart/2018/2/layout/IconVerticalSolidList"/>
    <dgm:cxn modelId="{CD4A0AC7-2620-42B8-B079-B37EC3B75342}" type="presParOf" srcId="{3AFC1B82-A28D-4803-947F-E57A2743BEB6}" destId="{0EE260BA-6289-4205-9FAF-81109DC95C53}" srcOrd="0" destOrd="0" presId="urn:microsoft.com/office/officeart/2018/2/layout/IconVerticalSolidList"/>
    <dgm:cxn modelId="{36454424-60BC-4F51-9EDC-ACFB0694A6D5}" type="presParOf" srcId="{3AFC1B82-A28D-4803-947F-E57A2743BEB6}" destId="{DD643D5E-0890-4B6C-AD91-4586A259298D}" srcOrd="1" destOrd="0" presId="urn:microsoft.com/office/officeart/2018/2/layout/IconVerticalSolidList"/>
    <dgm:cxn modelId="{461F8516-86A7-43CB-BBB3-CFDBF5D3ED1F}" type="presParOf" srcId="{3AFC1B82-A28D-4803-947F-E57A2743BEB6}" destId="{A56D4142-5E09-4C23-86D0-3AD3243EB2B3}" srcOrd="2" destOrd="0" presId="urn:microsoft.com/office/officeart/2018/2/layout/IconVerticalSolidList"/>
    <dgm:cxn modelId="{D50A0E6C-C231-400F-9F0D-0E04A7BC79E6}" type="presParOf" srcId="{3AFC1B82-A28D-4803-947F-E57A2743BEB6}" destId="{617CFAD4-1EFE-47BF-B080-36BD4CFA5F22}" srcOrd="3" destOrd="0" presId="urn:microsoft.com/office/officeart/2018/2/layout/IconVerticalSolidList"/>
    <dgm:cxn modelId="{9393D1E3-EB8F-4494-A6FE-636FC2303D51}" type="presParOf" srcId="{0123EBC3-D48F-4C60-952F-2963DCA5428F}" destId="{B4CDD395-2A9E-46F0-B54A-A503EAFE1DEC}" srcOrd="7" destOrd="0" presId="urn:microsoft.com/office/officeart/2018/2/layout/IconVerticalSolidList"/>
    <dgm:cxn modelId="{BF48AC04-D844-40B7-B918-4E23F910989F}" type="presParOf" srcId="{0123EBC3-D48F-4C60-952F-2963DCA5428F}" destId="{ABCDD2DE-A5DA-47EC-9175-6E931686707B}" srcOrd="8" destOrd="0" presId="urn:microsoft.com/office/officeart/2018/2/layout/IconVerticalSolidList"/>
    <dgm:cxn modelId="{D78A3B90-492B-4E2A-B87F-302DC648BF73}" type="presParOf" srcId="{ABCDD2DE-A5DA-47EC-9175-6E931686707B}" destId="{B39BA493-9454-4BB3-833F-C63042AA8191}" srcOrd="0" destOrd="0" presId="urn:microsoft.com/office/officeart/2018/2/layout/IconVerticalSolidList"/>
    <dgm:cxn modelId="{6263D9ED-784C-4D82-85D8-F3B9D8A7F456}" type="presParOf" srcId="{ABCDD2DE-A5DA-47EC-9175-6E931686707B}" destId="{9E8BC130-23B3-4C9B-9066-A568A97E076D}" srcOrd="1" destOrd="0" presId="urn:microsoft.com/office/officeart/2018/2/layout/IconVerticalSolidList"/>
    <dgm:cxn modelId="{14E9B546-03AB-4AF8-8647-73977ADD3C0E}" type="presParOf" srcId="{ABCDD2DE-A5DA-47EC-9175-6E931686707B}" destId="{00EE96E1-DF28-4A1A-9040-402452DFBBFB}" srcOrd="2" destOrd="0" presId="urn:microsoft.com/office/officeart/2018/2/layout/IconVerticalSolidList"/>
    <dgm:cxn modelId="{21D968CD-20C0-4389-92B3-26AFC8851B1B}" type="presParOf" srcId="{ABCDD2DE-A5DA-47EC-9175-6E931686707B}" destId="{3EDFCD69-BD17-4EC0-8E3F-E58DDBC5D8D7}" srcOrd="3" destOrd="0" presId="urn:microsoft.com/office/officeart/2018/2/layout/IconVerticalSolidList"/>
    <dgm:cxn modelId="{CFA4BB20-1ABE-4E1B-B93E-D5B41C696CBB}" type="presParOf" srcId="{0123EBC3-D48F-4C60-952F-2963DCA5428F}" destId="{7C5F0F95-8115-4C83-94CC-6E1C33DBB538}" srcOrd="9" destOrd="0" presId="urn:microsoft.com/office/officeart/2018/2/layout/IconVerticalSolidList"/>
    <dgm:cxn modelId="{5A24753A-7114-4573-ACBD-34ADF82135C8}" type="presParOf" srcId="{0123EBC3-D48F-4C60-952F-2963DCA5428F}" destId="{64CB4F5F-7202-410E-AFAA-7131343398EF}" srcOrd="10" destOrd="0" presId="urn:microsoft.com/office/officeart/2018/2/layout/IconVerticalSolidList"/>
    <dgm:cxn modelId="{9E6C2712-62B6-45C9-B145-233E15991FA2}" type="presParOf" srcId="{64CB4F5F-7202-410E-AFAA-7131343398EF}" destId="{B268967B-F0AA-4617-A15F-7D7B5662FAFA}" srcOrd="0" destOrd="0" presId="urn:microsoft.com/office/officeart/2018/2/layout/IconVerticalSolidList"/>
    <dgm:cxn modelId="{8CBCA1D5-3E33-4110-B20F-D04FEED292A2}" type="presParOf" srcId="{64CB4F5F-7202-410E-AFAA-7131343398EF}" destId="{8DC90FE9-8419-4E0E-89A4-ACF1379633C3}" srcOrd="1" destOrd="0" presId="urn:microsoft.com/office/officeart/2018/2/layout/IconVerticalSolidList"/>
    <dgm:cxn modelId="{7AD421C1-D80A-4DD2-9D95-334D941E1978}" type="presParOf" srcId="{64CB4F5F-7202-410E-AFAA-7131343398EF}" destId="{2F514DF6-E0A4-4FFA-AA03-180098B8FA03}" srcOrd="2" destOrd="0" presId="urn:microsoft.com/office/officeart/2018/2/layout/IconVerticalSolidList"/>
    <dgm:cxn modelId="{5C4A952B-958A-430F-B7A4-5A90A7393373}" type="presParOf" srcId="{64CB4F5F-7202-410E-AFAA-7131343398EF}" destId="{31F643D6-4C7F-46FF-80A2-C959280D52AA}" srcOrd="3" destOrd="0" presId="urn:microsoft.com/office/officeart/2018/2/layout/IconVerticalSolidList"/>
    <dgm:cxn modelId="{1F3BC316-55B3-4642-9563-29A2F1674958}" type="presParOf" srcId="{0123EBC3-D48F-4C60-952F-2963DCA5428F}" destId="{3A37C2A6-04B9-44A4-BD6C-3F977FA6BB2B}" srcOrd="11" destOrd="0" presId="urn:microsoft.com/office/officeart/2018/2/layout/IconVerticalSolidList"/>
    <dgm:cxn modelId="{46E8F3EE-6878-47E3-A387-F1E628FA8B41}" type="presParOf" srcId="{0123EBC3-D48F-4C60-952F-2963DCA5428F}" destId="{9A8044DF-39E1-4B85-B8E0-15738002F1A7}" srcOrd="12" destOrd="0" presId="urn:microsoft.com/office/officeart/2018/2/layout/IconVerticalSolidList"/>
    <dgm:cxn modelId="{DE2E4718-3709-40ED-A203-34815792D33D}" type="presParOf" srcId="{9A8044DF-39E1-4B85-B8E0-15738002F1A7}" destId="{9C320661-6F5B-4778-B77E-302AB72FF8D6}" srcOrd="0" destOrd="0" presId="urn:microsoft.com/office/officeart/2018/2/layout/IconVerticalSolidList"/>
    <dgm:cxn modelId="{DF1E832B-A833-4DAC-B6C2-1FC45ED87455}" type="presParOf" srcId="{9A8044DF-39E1-4B85-B8E0-15738002F1A7}" destId="{C3C02D84-78CF-48F8-9B7B-72FA32F66BD6}" srcOrd="1" destOrd="0" presId="urn:microsoft.com/office/officeart/2018/2/layout/IconVerticalSolidList"/>
    <dgm:cxn modelId="{8C5B9660-0AAB-496C-97AA-1A6E60DCE8B5}" type="presParOf" srcId="{9A8044DF-39E1-4B85-B8E0-15738002F1A7}" destId="{BC856882-283A-49C4-BCAF-82C7A3F9C462}" srcOrd="2" destOrd="0" presId="urn:microsoft.com/office/officeart/2018/2/layout/IconVerticalSolidList"/>
    <dgm:cxn modelId="{49F8BD46-FE2B-4455-ACDA-11F65A95FF47}" type="presParOf" srcId="{9A8044DF-39E1-4B85-B8E0-15738002F1A7}" destId="{C993A4CD-47EA-4B16-875C-57E31FA66237}" srcOrd="3" destOrd="0" presId="urn:microsoft.com/office/officeart/2018/2/layout/IconVerticalSolidList"/>
    <dgm:cxn modelId="{29E6DEC9-B5F3-4519-A48C-BC09A3894EAD}" type="presParOf" srcId="{0123EBC3-D48F-4C60-952F-2963DCA5428F}" destId="{FD3AB2CC-4D08-4C9D-8BA5-CB68D17561BE}" srcOrd="13" destOrd="0" presId="urn:microsoft.com/office/officeart/2018/2/layout/IconVerticalSolidList"/>
    <dgm:cxn modelId="{39D83BD0-ECBA-48FE-82BC-491ACB76B1D4}" type="presParOf" srcId="{0123EBC3-D48F-4C60-952F-2963DCA5428F}" destId="{8C0EBBE7-4B3A-45CF-9369-E41CC3FA25A6}" srcOrd="14" destOrd="0" presId="urn:microsoft.com/office/officeart/2018/2/layout/IconVerticalSolidList"/>
    <dgm:cxn modelId="{927FE38E-4272-42A2-BD0D-DA495AA18B5F}" type="presParOf" srcId="{8C0EBBE7-4B3A-45CF-9369-E41CC3FA25A6}" destId="{75A15E96-410B-48B3-B1D3-CE9252274D9A}" srcOrd="0" destOrd="0" presId="urn:microsoft.com/office/officeart/2018/2/layout/IconVerticalSolidList"/>
    <dgm:cxn modelId="{28D85DEC-89CB-4635-9078-8C05D51D090D}" type="presParOf" srcId="{8C0EBBE7-4B3A-45CF-9369-E41CC3FA25A6}" destId="{48BBA875-A0DC-4DE3-B028-D23FB63F1E19}" srcOrd="1" destOrd="0" presId="urn:microsoft.com/office/officeart/2018/2/layout/IconVerticalSolidList"/>
    <dgm:cxn modelId="{83F10B04-53F0-46B8-8150-2ED421F922E1}" type="presParOf" srcId="{8C0EBBE7-4B3A-45CF-9369-E41CC3FA25A6}" destId="{493FA70B-EEDA-4E75-9583-9903C8DBE608}" srcOrd="2" destOrd="0" presId="urn:microsoft.com/office/officeart/2018/2/layout/IconVerticalSolidList"/>
    <dgm:cxn modelId="{E4DDD6A0-A301-43FB-8FB0-F213177795FB}" type="presParOf" srcId="{8C0EBBE7-4B3A-45CF-9369-E41CC3FA25A6}" destId="{91C0FDC8-FD0E-412C-A9B1-4AB325F3A343}"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4475B78-A3A7-4B90-B798-958C1ED6CF0D}" type="doc">
      <dgm:prSet loTypeId="urn:microsoft.com/office/officeart/2005/8/layout/hProcess10" loCatId="process" qsTypeId="urn:microsoft.com/office/officeart/2005/8/quickstyle/simple1" qsCatId="simple" csTypeId="urn:microsoft.com/office/officeart/2005/8/colors/accent5_2" csCatId="accent5" phldr="1"/>
      <dgm:spPr/>
      <dgm:t>
        <a:bodyPr/>
        <a:lstStyle/>
        <a:p>
          <a:endParaRPr lang="en-CA"/>
        </a:p>
      </dgm:t>
    </dgm:pt>
    <dgm:pt modelId="{69DF66EB-4E02-42BD-9890-DB7C4C0595CD}">
      <dgm:prSet phldrT="[Text]" phldr="0"/>
      <dgm:spPr/>
      <dgm:t>
        <a:bodyPr/>
        <a:lstStyle/>
        <a:p>
          <a:r>
            <a:rPr lang="en-CA" dirty="0"/>
            <a:t>Sensor Data</a:t>
          </a:r>
        </a:p>
      </dgm:t>
    </dgm:pt>
    <dgm:pt modelId="{7FE9C715-1A4B-442D-B09F-7B8F092433CA}" type="parTrans" cxnId="{B9EC876C-E910-4D0C-BA60-D6160D21CADA}">
      <dgm:prSet/>
      <dgm:spPr/>
      <dgm:t>
        <a:bodyPr/>
        <a:lstStyle/>
        <a:p>
          <a:endParaRPr lang="en-CA"/>
        </a:p>
      </dgm:t>
    </dgm:pt>
    <dgm:pt modelId="{043F0665-BE5E-4A27-93B5-2C1ABABEA831}" type="sibTrans" cxnId="{B9EC876C-E910-4D0C-BA60-D6160D21CADA}">
      <dgm:prSet/>
      <dgm:spPr/>
      <dgm:t>
        <a:bodyPr/>
        <a:lstStyle/>
        <a:p>
          <a:endParaRPr lang="en-CA"/>
        </a:p>
      </dgm:t>
    </dgm:pt>
    <dgm:pt modelId="{DFD55ECB-D244-4312-AAA1-8ED67B1FA0EC}">
      <dgm:prSet phldrT="[Text]" phldr="0"/>
      <dgm:spPr/>
      <dgm:t>
        <a:bodyPr/>
        <a:lstStyle/>
        <a:p>
          <a:r>
            <a:rPr lang="en-CA" dirty="0"/>
            <a:t>Attacker Inject False Data</a:t>
          </a:r>
        </a:p>
      </dgm:t>
    </dgm:pt>
    <dgm:pt modelId="{C219AA75-4347-4320-9754-58660E116A6E}" type="parTrans" cxnId="{CF915254-3618-4202-9C02-58D07DD0777D}">
      <dgm:prSet/>
      <dgm:spPr/>
      <dgm:t>
        <a:bodyPr/>
        <a:lstStyle/>
        <a:p>
          <a:endParaRPr lang="en-CA"/>
        </a:p>
      </dgm:t>
    </dgm:pt>
    <dgm:pt modelId="{1673EF03-3EF0-446C-92D5-3F8D87D846FF}" type="sibTrans" cxnId="{CF915254-3618-4202-9C02-58D07DD0777D}">
      <dgm:prSet/>
      <dgm:spPr/>
      <dgm:t>
        <a:bodyPr/>
        <a:lstStyle/>
        <a:p>
          <a:endParaRPr lang="en-CA"/>
        </a:p>
      </dgm:t>
    </dgm:pt>
    <dgm:pt modelId="{2BB9EA8A-CD92-4432-AFEE-C04BE3497C68}">
      <dgm:prSet phldrT="[Text]" phldr="0"/>
      <dgm:spPr/>
      <dgm:t>
        <a:bodyPr/>
        <a:lstStyle/>
        <a:p>
          <a:r>
            <a:rPr lang="en-CA" dirty="0"/>
            <a:t>Control Center</a:t>
          </a:r>
        </a:p>
      </dgm:t>
    </dgm:pt>
    <dgm:pt modelId="{54C8D550-02E6-4C6A-8383-D0DF5F69E459}" type="parTrans" cxnId="{CD0D51DD-61CB-461F-9840-15D7620AD08A}">
      <dgm:prSet/>
      <dgm:spPr/>
      <dgm:t>
        <a:bodyPr/>
        <a:lstStyle/>
        <a:p>
          <a:endParaRPr lang="en-CA"/>
        </a:p>
      </dgm:t>
    </dgm:pt>
    <dgm:pt modelId="{AD3FFE2D-1EC3-4A01-91B8-53CADB62CCFA}" type="sibTrans" cxnId="{CD0D51DD-61CB-461F-9840-15D7620AD08A}">
      <dgm:prSet/>
      <dgm:spPr/>
      <dgm:t>
        <a:bodyPr/>
        <a:lstStyle/>
        <a:p>
          <a:endParaRPr lang="en-CA"/>
        </a:p>
      </dgm:t>
    </dgm:pt>
    <dgm:pt modelId="{AF16671C-1D33-4C99-8F6E-C94ABFE47C38}">
      <dgm:prSet/>
      <dgm:spPr/>
      <dgm:t>
        <a:bodyPr/>
        <a:lstStyle/>
        <a:p>
          <a:r>
            <a:rPr lang="en-CA" dirty="0"/>
            <a:t>Wrong Decision</a:t>
          </a:r>
        </a:p>
      </dgm:t>
    </dgm:pt>
    <dgm:pt modelId="{1E7D1CF0-68F5-4914-AA7D-E8BC3ECE5F2D}" type="parTrans" cxnId="{C8258AD4-0EC9-4696-BA4D-1EBF760DEC5A}">
      <dgm:prSet/>
      <dgm:spPr/>
      <dgm:t>
        <a:bodyPr/>
        <a:lstStyle/>
        <a:p>
          <a:endParaRPr lang="en-CA"/>
        </a:p>
      </dgm:t>
    </dgm:pt>
    <dgm:pt modelId="{496D2C9C-2D57-4F05-867E-BC4DB60044A7}" type="sibTrans" cxnId="{C8258AD4-0EC9-4696-BA4D-1EBF760DEC5A}">
      <dgm:prSet/>
      <dgm:spPr/>
      <dgm:t>
        <a:bodyPr/>
        <a:lstStyle/>
        <a:p>
          <a:endParaRPr lang="en-CA"/>
        </a:p>
      </dgm:t>
    </dgm:pt>
    <dgm:pt modelId="{E530C009-2329-4D5B-A4E5-BF0159C493B3}">
      <dgm:prSet/>
      <dgm:spPr/>
      <dgm:t>
        <a:bodyPr/>
        <a:lstStyle/>
        <a:p>
          <a:r>
            <a:rPr lang="en-CA"/>
            <a:t>System Blackout</a:t>
          </a:r>
          <a:endParaRPr lang="en-CA" dirty="0"/>
        </a:p>
      </dgm:t>
    </dgm:pt>
    <dgm:pt modelId="{FC09043A-2379-4A3B-9946-062DEF254F89}" type="parTrans" cxnId="{8087DA36-5DD6-4210-9B3E-E5EFF05DD6C2}">
      <dgm:prSet/>
      <dgm:spPr/>
      <dgm:t>
        <a:bodyPr/>
        <a:lstStyle/>
        <a:p>
          <a:endParaRPr lang="en-CA"/>
        </a:p>
      </dgm:t>
    </dgm:pt>
    <dgm:pt modelId="{8AF37994-8528-418C-900F-1EFEA8E6085D}" type="sibTrans" cxnId="{8087DA36-5DD6-4210-9B3E-E5EFF05DD6C2}">
      <dgm:prSet/>
      <dgm:spPr/>
      <dgm:t>
        <a:bodyPr/>
        <a:lstStyle/>
        <a:p>
          <a:endParaRPr lang="en-CA"/>
        </a:p>
      </dgm:t>
    </dgm:pt>
    <dgm:pt modelId="{DABAB398-0564-45FF-8CAD-835D0A45C3E5}" type="pres">
      <dgm:prSet presAssocID="{24475B78-A3A7-4B90-B798-958C1ED6CF0D}" presName="Name0" presStyleCnt="0">
        <dgm:presLayoutVars>
          <dgm:dir/>
          <dgm:resizeHandles val="exact"/>
        </dgm:presLayoutVars>
      </dgm:prSet>
      <dgm:spPr/>
    </dgm:pt>
    <dgm:pt modelId="{7FC7B396-22F7-4FD0-B7AB-BBD0EE5772CC}" type="pres">
      <dgm:prSet presAssocID="{69DF66EB-4E02-42BD-9890-DB7C4C0595CD}" presName="composite" presStyleCnt="0"/>
      <dgm:spPr/>
    </dgm:pt>
    <dgm:pt modelId="{D5925633-8E96-49BA-A645-888C4A4FFBDD}" type="pres">
      <dgm:prSet presAssocID="{69DF66EB-4E02-42BD-9890-DB7C4C0595CD}" presName="imagSh" presStyleLbl="bgImgPlac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Wireless router with solid fill"/>
        </a:ext>
      </dgm:extLst>
    </dgm:pt>
    <dgm:pt modelId="{F14C817E-6715-453B-9AC4-C3A92F29CD15}" type="pres">
      <dgm:prSet presAssocID="{69DF66EB-4E02-42BD-9890-DB7C4C0595CD}" presName="txNode" presStyleLbl="node1" presStyleIdx="0" presStyleCnt="5">
        <dgm:presLayoutVars>
          <dgm:bulletEnabled val="1"/>
        </dgm:presLayoutVars>
      </dgm:prSet>
      <dgm:spPr/>
    </dgm:pt>
    <dgm:pt modelId="{6A432240-50A7-4865-80E9-8892A87AC789}" type="pres">
      <dgm:prSet presAssocID="{043F0665-BE5E-4A27-93B5-2C1ABABEA831}" presName="sibTrans" presStyleLbl="sibTrans2D1" presStyleIdx="0" presStyleCnt="4"/>
      <dgm:spPr/>
    </dgm:pt>
    <dgm:pt modelId="{27D07ED5-396C-4E6C-9B97-F32EC6768B3F}" type="pres">
      <dgm:prSet presAssocID="{043F0665-BE5E-4A27-93B5-2C1ABABEA831}" presName="connTx" presStyleLbl="sibTrans2D1" presStyleIdx="0" presStyleCnt="4"/>
      <dgm:spPr/>
    </dgm:pt>
    <dgm:pt modelId="{7B482598-049A-45E2-B9BF-7189C60BC86D}" type="pres">
      <dgm:prSet presAssocID="{DFD55ECB-D244-4312-AAA1-8ED67B1FA0EC}" presName="composite" presStyleCnt="0"/>
      <dgm:spPr/>
    </dgm:pt>
    <dgm:pt modelId="{B98E7425-A1C8-4564-8325-46CB21936C1E}" type="pres">
      <dgm:prSet presAssocID="{DFD55ECB-D244-4312-AAA1-8ED67B1FA0EC}" presName="imagSh" presStyleLbl="bgImgPlace1" presStyleIdx="1" presStyleCnt="5"/>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Internet with solid fill"/>
        </a:ext>
      </dgm:extLst>
    </dgm:pt>
    <dgm:pt modelId="{A914840E-CA9A-4A2F-94DF-F21BBC8F761E}" type="pres">
      <dgm:prSet presAssocID="{DFD55ECB-D244-4312-AAA1-8ED67B1FA0EC}" presName="txNode" presStyleLbl="node1" presStyleIdx="1" presStyleCnt="5">
        <dgm:presLayoutVars>
          <dgm:bulletEnabled val="1"/>
        </dgm:presLayoutVars>
      </dgm:prSet>
      <dgm:spPr/>
    </dgm:pt>
    <dgm:pt modelId="{EBB67B98-AE67-407C-833F-5257A0157773}" type="pres">
      <dgm:prSet presAssocID="{1673EF03-3EF0-446C-92D5-3F8D87D846FF}" presName="sibTrans" presStyleLbl="sibTrans2D1" presStyleIdx="1" presStyleCnt="4"/>
      <dgm:spPr/>
    </dgm:pt>
    <dgm:pt modelId="{88A10AD9-3593-4059-8D51-21220AC632A9}" type="pres">
      <dgm:prSet presAssocID="{1673EF03-3EF0-446C-92D5-3F8D87D846FF}" presName="connTx" presStyleLbl="sibTrans2D1" presStyleIdx="1" presStyleCnt="4"/>
      <dgm:spPr/>
    </dgm:pt>
    <dgm:pt modelId="{880DF130-8CAF-4BA3-98AF-2AB4D608213C}" type="pres">
      <dgm:prSet presAssocID="{2BB9EA8A-CD92-4432-AFEE-C04BE3497C68}" presName="composite" presStyleCnt="0"/>
      <dgm:spPr/>
    </dgm:pt>
    <dgm:pt modelId="{2ABE1B72-233C-4B3C-8201-E48DFF396EB0}" type="pres">
      <dgm:prSet presAssocID="{2BB9EA8A-CD92-4432-AFEE-C04BE3497C68}" presName="imagSh" presStyleLbl="bgImgPlace1" presStyleIdx="2" presStyleCnt="5"/>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Ui Ux with solid fill"/>
        </a:ext>
      </dgm:extLst>
    </dgm:pt>
    <dgm:pt modelId="{782F02AD-B7AE-4D00-B465-FDD408B61233}" type="pres">
      <dgm:prSet presAssocID="{2BB9EA8A-CD92-4432-AFEE-C04BE3497C68}" presName="txNode" presStyleLbl="node1" presStyleIdx="2" presStyleCnt="5">
        <dgm:presLayoutVars>
          <dgm:bulletEnabled val="1"/>
        </dgm:presLayoutVars>
      </dgm:prSet>
      <dgm:spPr/>
    </dgm:pt>
    <dgm:pt modelId="{975F7800-A8BE-44B5-B068-9047C167F09A}" type="pres">
      <dgm:prSet presAssocID="{AD3FFE2D-1EC3-4A01-91B8-53CADB62CCFA}" presName="sibTrans" presStyleLbl="sibTrans2D1" presStyleIdx="2" presStyleCnt="4"/>
      <dgm:spPr/>
    </dgm:pt>
    <dgm:pt modelId="{7CEB3A55-9BFB-4D0C-8A85-C51F0AD63757}" type="pres">
      <dgm:prSet presAssocID="{AD3FFE2D-1EC3-4A01-91B8-53CADB62CCFA}" presName="connTx" presStyleLbl="sibTrans2D1" presStyleIdx="2" presStyleCnt="4"/>
      <dgm:spPr/>
    </dgm:pt>
    <dgm:pt modelId="{DCB2A960-2949-4D5A-97E2-59662F36ABE0}" type="pres">
      <dgm:prSet presAssocID="{AF16671C-1D33-4C99-8F6E-C94ABFE47C38}" presName="composite" presStyleCnt="0"/>
      <dgm:spPr/>
    </dgm:pt>
    <dgm:pt modelId="{560EF023-3541-4A26-AB99-BDCB06DFE9BB}" type="pres">
      <dgm:prSet presAssocID="{AF16671C-1D33-4C99-8F6E-C94ABFE47C38}" presName="imagSh" presStyleLbl="bgImgPlac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Warning with solid fill"/>
        </a:ext>
      </dgm:extLst>
    </dgm:pt>
    <dgm:pt modelId="{A93D8955-0478-4E61-93FA-43B1D4D11712}" type="pres">
      <dgm:prSet presAssocID="{AF16671C-1D33-4C99-8F6E-C94ABFE47C38}" presName="txNode" presStyleLbl="node1" presStyleIdx="3" presStyleCnt="5">
        <dgm:presLayoutVars>
          <dgm:bulletEnabled val="1"/>
        </dgm:presLayoutVars>
      </dgm:prSet>
      <dgm:spPr/>
    </dgm:pt>
    <dgm:pt modelId="{661C97DC-DFFD-45F9-A277-3878B345206B}" type="pres">
      <dgm:prSet presAssocID="{496D2C9C-2D57-4F05-867E-BC4DB60044A7}" presName="sibTrans" presStyleLbl="sibTrans2D1" presStyleIdx="3" presStyleCnt="4"/>
      <dgm:spPr/>
    </dgm:pt>
    <dgm:pt modelId="{A28952C9-7E7C-4150-B742-46A827555102}" type="pres">
      <dgm:prSet presAssocID="{496D2C9C-2D57-4F05-867E-BC4DB60044A7}" presName="connTx" presStyleLbl="sibTrans2D1" presStyleIdx="3" presStyleCnt="4"/>
      <dgm:spPr/>
    </dgm:pt>
    <dgm:pt modelId="{65420E74-0F6A-468E-A7DF-2A4CA72D6B3F}" type="pres">
      <dgm:prSet presAssocID="{E530C009-2329-4D5B-A4E5-BF0159C493B3}" presName="composite" presStyleCnt="0"/>
      <dgm:spPr/>
    </dgm:pt>
    <dgm:pt modelId="{E42592B1-03FD-45D6-BFED-E96E05A596B8}" type="pres">
      <dgm:prSet presAssocID="{E530C009-2329-4D5B-A4E5-BF0159C493B3}" presName="imagSh" presStyleLbl="bgImgPlace1" presStyleIdx="4" presStyleCnt="5"/>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dgm:spPr>
      <dgm:extLst>
        <a:ext uri="{E40237B7-FDA0-4F09-8148-C483321AD2D9}">
          <dgm14:cNvPr xmlns:dgm14="http://schemas.microsoft.com/office/drawing/2010/diagram" id="0" name="" descr="Eye Scan with solid fill"/>
        </a:ext>
      </dgm:extLst>
    </dgm:pt>
    <dgm:pt modelId="{B061FBC9-CCF8-4BF3-A63F-643F2FB7A235}" type="pres">
      <dgm:prSet presAssocID="{E530C009-2329-4D5B-A4E5-BF0159C493B3}" presName="txNode" presStyleLbl="node1" presStyleIdx="4" presStyleCnt="5">
        <dgm:presLayoutVars>
          <dgm:bulletEnabled val="1"/>
        </dgm:presLayoutVars>
      </dgm:prSet>
      <dgm:spPr/>
    </dgm:pt>
  </dgm:ptLst>
  <dgm:cxnLst>
    <dgm:cxn modelId="{0A637801-92D8-4061-AAAC-2BA0588163F3}" type="presOf" srcId="{043F0665-BE5E-4A27-93B5-2C1ABABEA831}" destId="{6A432240-50A7-4865-80E9-8892A87AC789}" srcOrd="0" destOrd="0" presId="urn:microsoft.com/office/officeart/2005/8/layout/hProcess10"/>
    <dgm:cxn modelId="{EBC9FF01-595A-41B7-80F9-A93D10E502F6}" type="presOf" srcId="{496D2C9C-2D57-4F05-867E-BC4DB60044A7}" destId="{661C97DC-DFFD-45F9-A277-3878B345206B}" srcOrd="0" destOrd="0" presId="urn:microsoft.com/office/officeart/2005/8/layout/hProcess10"/>
    <dgm:cxn modelId="{D7C0970F-3C12-4D34-9261-CBDEC3DDF9D0}" type="presOf" srcId="{2BB9EA8A-CD92-4432-AFEE-C04BE3497C68}" destId="{782F02AD-B7AE-4D00-B465-FDD408B61233}" srcOrd="0" destOrd="0" presId="urn:microsoft.com/office/officeart/2005/8/layout/hProcess10"/>
    <dgm:cxn modelId="{36B49730-5433-41FC-807C-594C58A36E88}" type="presOf" srcId="{AD3FFE2D-1EC3-4A01-91B8-53CADB62CCFA}" destId="{975F7800-A8BE-44B5-B068-9047C167F09A}" srcOrd="0" destOrd="0" presId="urn:microsoft.com/office/officeart/2005/8/layout/hProcess10"/>
    <dgm:cxn modelId="{8087DA36-5DD6-4210-9B3E-E5EFF05DD6C2}" srcId="{24475B78-A3A7-4B90-B798-958C1ED6CF0D}" destId="{E530C009-2329-4D5B-A4E5-BF0159C493B3}" srcOrd="4" destOrd="0" parTransId="{FC09043A-2379-4A3B-9946-062DEF254F89}" sibTransId="{8AF37994-8528-418C-900F-1EFEA8E6085D}"/>
    <dgm:cxn modelId="{38B0266A-E403-402A-BEBA-E8E853E2597E}" type="presOf" srcId="{1673EF03-3EF0-446C-92D5-3F8D87D846FF}" destId="{88A10AD9-3593-4059-8D51-21220AC632A9}" srcOrd="1" destOrd="0" presId="urn:microsoft.com/office/officeart/2005/8/layout/hProcess10"/>
    <dgm:cxn modelId="{F430866C-ECD8-4F12-BA5D-31D2BC4F1954}" type="presOf" srcId="{E530C009-2329-4D5B-A4E5-BF0159C493B3}" destId="{B061FBC9-CCF8-4BF3-A63F-643F2FB7A235}" srcOrd="0" destOrd="0" presId="urn:microsoft.com/office/officeart/2005/8/layout/hProcess10"/>
    <dgm:cxn modelId="{B9EC876C-E910-4D0C-BA60-D6160D21CADA}" srcId="{24475B78-A3A7-4B90-B798-958C1ED6CF0D}" destId="{69DF66EB-4E02-42BD-9890-DB7C4C0595CD}" srcOrd="0" destOrd="0" parTransId="{7FE9C715-1A4B-442D-B09F-7B8F092433CA}" sibTransId="{043F0665-BE5E-4A27-93B5-2C1ABABEA831}"/>
    <dgm:cxn modelId="{3C78AD6C-9FD6-48AF-8232-B6C391B5A224}" type="presOf" srcId="{043F0665-BE5E-4A27-93B5-2C1ABABEA831}" destId="{27D07ED5-396C-4E6C-9B97-F32EC6768B3F}" srcOrd="1" destOrd="0" presId="urn:microsoft.com/office/officeart/2005/8/layout/hProcess10"/>
    <dgm:cxn modelId="{E818B14D-846C-4BDF-93C0-11AE46134CE9}" type="presOf" srcId="{AD3FFE2D-1EC3-4A01-91B8-53CADB62CCFA}" destId="{7CEB3A55-9BFB-4D0C-8A85-C51F0AD63757}" srcOrd="1" destOrd="0" presId="urn:microsoft.com/office/officeart/2005/8/layout/hProcess10"/>
    <dgm:cxn modelId="{1D2F706F-269E-4CCF-9CF8-7E9F2728E13D}" type="presOf" srcId="{DFD55ECB-D244-4312-AAA1-8ED67B1FA0EC}" destId="{A914840E-CA9A-4A2F-94DF-F21BBC8F761E}" srcOrd="0" destOrd="0" presId="urn:microsoft.com/office/officeart/2005/8/layout/hProcess10"/>
    <dgm:cxn modelId="{CF915254-3618-4202-9C02-58D07DD0777D}" srcId="{24475B78-A3A7-4B90-B798-958C1ED6CF0D}" destId="{DFD55ECB-D244-4312-AAA1-8ED67B1FA0EC}" srcOrd="1" destOrd="0" parTransId="{C219AA75-4347-4320-9754-58660E116A6E}" sibTransId="{1673EF03-3EF0-446C-92D5-3F8D87D846FF}"/>
    <dgm:cxn modelId="{4DFCA795-3B4E-4FD0-9633-31E93B550C2A}" type="presOf" srcId="{1673EF03-3EF0-446C-92D5-3F8D87D846FF}" destId="{EBB67B98-AE67-407C-833F-5257A0157773}" srcOrd="0" destOrd="0" presId="urn:microsoft.com/office/officeart/2005/8/layout/hProcess10"/>
    <dgm:cxn modelId="{754B219D-25A9-4C41-8736-693CC8FB7AA6}" type="presOf" srcId="{496D2C9C-2D57-4F05-867E-BC4DB60044A7}" destId="{A28952C9-7E7C-4150-B742-46A827555102}" srcOrd="1" destOrd="0" presId="urn:microsoft.com/office/officeart/2005/8/layout/hProcess10"/>
    <dgm:cxn modelId="{037721BD-6E32-4254-8D87-62491E8C2109}" type="presOf" srcId="{24475B78-A3A7-4B90-B798-958C1ED6CF0D}" destId="{DABAB398-0564-45FF-8CAD-835D0A45C3E5}" srcOrd="0" destOrd="0" presId="urn:microsoft.com/office/officeart/2005/8/layout/hProcess10"/>
    <dgm:cxn modelId="{0CEC59D0-5CB9-4EB4-8442-9E2EADC54F58}" type="presOf" srcId="{AF16671C-1D33-4C99-8F6E-C94ABFE47C38}" destId="{A93D8955-0478-4E61-93FA-43B1D4D11712}" srcOrd="0" destOrd="0" presId="urn:microsoft.com/office/officeart/2005/8/layout/hProcess10"/>
    <dgm:cxn modelId="{C8258AD4-0EC9-4696-BA4D-1EBF760DEC5A}" srcId="{24475B78-A3A7-4B90-B798-958C1ED6CF0D}" destId="{AF16671C-1D33-4C99-8F6E-C94ABFE47C38}" srcOrd="3" destOrd="0" parTransId="{1E7D1CF0-68F5-4914-AA7D-E8BC3ECE5F2D}" sibTransId="{496D2C9C-2D57-4F05-867E-BC4DB60044A7}"/>
    <dgm:cxn modelId="{CD0D51DD-61CB-461F-9840-15D7620AD08A}" srcId="{24475B78-A3A7-4B90-B798-958C1ED6CF0D}" destId="{2BB9EA8A-CD92-4432-AFEE-C04BE3497C68}" srcOrd="2" destOrd="0" parTransId="{54C8D550-02E6-4C6A-8383-D0DF5F69E459}" sibTransId="{AD3FFE2D-1EC3-4A01-91B8-53CADB62CCFA}"/>
    <dgm:cxn modelId="{ABEF20F6-DF2C-4200-B44E-DA051D07E495}" type="presOf" srcId="{69DF66EB-4E02-42BD-9890-DB7C4C0595CD}" destId="{F14C817E-6715-453B-9AC4-C3A92F29CD15}" srcOrd="0" destOrd="0" presId="urn:microsoft.com/office/officeart/2005/8/layout/hProcess10"/>
    <dgm:cxn modelId="{C015CF86-73B9-4F37-AC74-47D270368097}" type="presParOf" srcId="{DABAB398-0564-45FF-8CAD-835D0A45C3E5}" destId="{7FC7B396-22F7-4FD0-B7AB-BBD0EE5772CC}" srcOrd="0" destOrd="0" presId="urn:microsoft.com/office/officeart/2005/8/layout/hProcess10"/>
    <dgm:cxn modelId="{5373C40B-7B2F-463D-8F23-F4828FE977AF}" type="presParOf" srcId="{7FC7B396-22F7-4FD0-B7AB-BBD0EE5772CC}" destId="{D5925633-8E96-49BA-A645-888C4A4FFBDD}" srcOrd="0" destOrd="0" presId="urn:microsoft.com/office/officeart/2005/8/layout/hProcess10"/>
    <dgm:cxn modelId="{2B14C2C5-9D06-4790-A6D9-D16D9A45663B}" type="presParOf" srcId="{7FC7B396-22F7-4FD0-B7AB-BBD0EE5772CC}" destId="{F14C817E-6715-453B-9AC4-C3A92F29CD15}" srcOrd="1" destOrd="0" presId="urn:microsoft.com/office/officeart/2005/8/layout/hProcess10"/>
    <dgm:cxn modelId="{AF398B1A-5C35-4596-A9D3-EDE004591AAD}" type="presParOf" srcId="{DABAB398-0564-45FF-8CAD-835D0A45C3E5}" destId="{6A432240-50A7-4865-80E9-8892A87AC789}" srcOrd="1" destOrd="0" presId="urn:microsoft.com/office/officeart/2005/8/layout/hProcess10"/>
    <dgm:cxn modelId="{3A1D5CE6-B80D-417D-BBE6-75B152ADA539}" type="presParOf" srcId="{6A432240-50A7-4865-80E9-8892A87AC789}" destId="{27D07ED5-396C-4E6C-9B97-F32EC6768B3F}" srcOrd="0" destOrd="0" presId="urn:microsoft.com/office/officeart/2005/8/layout/hProcess10"/>
    <dgm:cxn modelId="{6A71E734-AE01-43DB-A7B2-ADFC48D48691}" type="presParOf" srcId="{DABAB398-0564-45FF-8CAD-835D0A45C3E5}" destId="{7B482598-049A-45E2-B9BF-7189C60BC86D}" srcOrd="2" destOrd="0" presId="urn:microsoft.com/office/officeart/2005/8/layout/hProcess10"/>
    <dgm:cxn modelId="{51D9EA92-D27A-4E0A-91D5-68D227F51A00}" type="presParOf" srcId="{7B482598-049A-45E2-B9BF-7189C60BC86D}" destId="{B98E7425-A1C8-4564-8325-46CB21936C1E}" srcOrd="0" destOrd="0" presId="urn:microsoft.com/office/officeart/2005/8/layout/hProcess10"/>
    <dgm:cxn modelId="{73B191A4-957D-4EC7-9B5B-0D69022A8B60}" type="presParOf" srcId="{7B482598-049A-45E2-B9BF-7189C60BC86D}" destId="{A914840E-CA9A-4A2F-94DF-F21BBC8F761E}" srcOrd="1" destOrd="0" presId="urn:microsoft.com/office/officeart/2005/8/layout/hProcess10"/>
    <dgm:cxn modelId="{0F88434F-7A21-412A-A3E3-EA13AC3C810C}" type="presParOf" srcId="{DABAB398-0564-45FF-8CAD-835D0A45C3E5}" destId="{EBB67B98-AE67-407C-833F-5257A0157773}" srcOrd="3" destOrd="0" presId="urn:microsoft.com/office/officeart/2005/8/layout/hProcess10"/>
    <dgm:cxn modelId="{A6D5055F-BE47-4386-87F7-E2735AEA5413}" type="presParOf" srcId="{EBB67B98-AE67-407C-833F-5257A0157773}" destId="{88A10AD9-3593-4059-8D51-21220AC632A9}" srcOrd="0" destOrd="0" presId="urn:microsoft.com/office/officeart/2005/8/layout/hProcess10"/>
    <dgm:cxn modelId="{9E18E1C5-2CE3-465B-80D7-AED42C8A9B5C}" type="presParOf" srcId="{DABAB398-0564-45FF-8CAD-835D0A45C3E5}" destId="{880DF130-8CAF-4BA3-98AF-2AB4D608213C}" srcOrd="4" destOrd="0" presId="urn:microsoft.com/office/officeart/2005/8/layout/hProcess10"/>
    <dgm:cxn modelId="{25201142-F00C-429A-B010-2458EF7F662B}" type="presParOf" srcId="{880DF130-8CAF-4BA3-98AF-2AB4D608213C}" destId="{2ABE1B72-233C-4B3C-8201-E48DFF396EB0}" srcOrd="0" destOrd="0" presId="urn:microsoft.com/office/officeart/2005/8/layout/hProcess10"/>
    <dgm:cxn modelId="{ECD9CD2D-A912-4194-BCE5-FE4C333CAECC}" type="presParOf" srcId="{880DF130-8CAF-4BA3-98AF-2AB4D608213C}" destId="{782F02AD-B7AE-4D00-B465-FDD408B61233}" srcOrd="1" destOrd="0" presId="urn:microsoft.com/office/officeart/2005/8/layout/hProcess10"/>
    <dgm:cxn modelId="{1BA8B139-A8D6-4F5F-8242-29F6B82A1BA6}" type="presParOf" srcId="{DABAB398-0564-45FF-8CAD-835D0A45C3E5}" destId="{975F7800-A8BE-44B5-B068-9047C167F09A}" srcOrd="5" destOrd="0" presId="urn:microsoft.com/office/officeart/2005/8/layout/hProcess10"/>
    <dgm:cxn modelId="{B9B49C61-BA0C-4D2A-97FB-0C8C2B59BB2D}" type="presParOf" srcId="{975F7800-A8BE-44B5-B068-9047C167F09A}" destId="{7CEB3A55-9BFB-4D0C-8A85-C51F0AD63757}" srcOrd="0" destOrd="0" presId="urn:microsoft.com/office/officeart/2005/8/layout/hProcess10"/>
    <dgm:cxn modelId="{364AEE6A-AA56-4396-9FA2-56C7DB5E378F}" type="presParOf" srcId="{DABAB398-0564-45FF-8CAD-835D0A45C3E5}" destId="{DCB2A960-2949-4D5A-97E2-59662F36ABE0}" srcOrd="6" destOrd="0" presId="urn:microsoft.com/office/officeart/2005/8/layout/hProcess10"/>
    <dgm:cxn modelId="{FE360812-EC72-422C-9C95-D19CE57F654D}" type="presParOf" srcId="{DCB2A960-2949-4D5A-97E2-59662F36ABE0}" destId="{560EF023-3541-4A26-AB99-BDCB06DFE9BB}" srcOrd="0" destOrd="0" presId="urn:microsoft.com/office/officeart/2005/8/layout/hProcess10"/>
    <dgm:cxn modelId="{7C6A3876-175F-4932-9836-3B857357680D}" type="presParOf" srcId="{DCB2A960-2949-4D5A-97E2-59662F36ABE0}" destId="{A93D8955-0478-4E61-93FA-43B1D4D11712}" srcOrd="1" destOrd="0" presId="urn:microsoft.com/office/officeart/2005/8/layout/hProcess10"/>
    <dgm:cxn modelId="{E08EC15E-33D7-44C5-B421-E4E64E812ADE}" type="presParOf" srcId="{DABAB398-0564-45FF-8CAD-835D0A45C3E5}" destId="{661C97DC-DFFD-45F9-A277-3878B345206B}" srcOrd="7" destOrd="0" presId="urn:microsoft.com/office/officeart/2005/8/layout/hProcess10"/>
    <dgm:cxn modelId="{8FAE636B-A08C-48D6-BEC9-983592A6F6F9}" type="presParOf" srcId="{661C97DC-DFFD-45F9-A277-3878B345206B}" destId="{A28952C9-7E7C-4150-B742-46A827555102}" srcOrd="0" destOrd="0" presId="urn:microsoft.com/office/officeart/2005/8/layout/hProcess10"/>
    <dgm:cxn modelId="{1ECC0190-5E55-44D1-B5B1-194B3E46F2BA}" type="presParOf" srcId="{DABAB398-0564-45FF-8CAD-835D0A45C3E5}" destId="{65420E74-0F6A-468E-A7DF-2A4CA72D6B3F}" srcOrd="8" destOrd="0" presId="urn:microsoft.com/office/officeart/2005/8/layout/hProcess10"/>
    <dgm:cxn modelId="{C6DE4839-469F-4B5B-A0AE-E77B07F4F26F}" type="presParOf" srcId="{65420E74-0F6A-468E-A7DF-2A4CA72D6B3F}" destId="{E42592B1-03FD-45D6-BFED-E96E05A596B8}" srcOrd="0" destOrd="0" presId="urn:microsoft.com/office/officeart/2005/8/layout/hProcess10"/>
    <dgm:cxn modelId="{413978E5-DEDC-42B8-A7B2-AC3438A579F7}" type="presParOf" srcId="{65420E74-0F6A-468E-A7DF-2A4CA72D6B3F}" destId="{B061FBC9-CCF8-4BF3-A63F-643F2FB7A235}" srcOrd="1" destOrd="0" presId="urn:microsoft.com/office/officeart/2005/8/layout/hProcess10"/>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FF1A14F-2E9A-45D3-AD6C-C834C935CE41}" type="doc">
      <dgm:prSet loTypeId="urn:microsoft.com/office/officeart/2005/8/layout/hList1" loCatId="list" qsTypeId="urn:microsoft.com/office/officeart/2005/8/quickstyle/simple1" qsCatId="simple" csTypeId="urn:microsoft.com/office/officeart/2005/8/colors/accent5_2" csCatId="accent5" phldr="1"/>
      <dgm:spPr/>
      <dgm:t>
        <a:bodyPr/>
        <a:lstStyle/>
        <a:p>
          <a:endParaRPr lang="en-CA"/>
        </a:p>
      </dgm:t>
    </dgm:pt>
    <dgm:pt modelId="{52157586-F794-4C2A-A5DF-41DB02F9FEBC}">
      <dgm:prSet phldrT="[Text]"/>
      <dgm:spPr/>
      <dgm:t>
        <a:bodyPr/>
        <a:lstStyle/>
        <a:p>
          <a:pPr>
            <a:buNone/>
          </a:pPr>
          <a:r>
            <a:rPr lang="en-CA" b="1" dirty="0"/>
            <a:t>High Feature Dimensionality</a:t>
          </a:r>
        </a:p>
      </dgm:t>
    </dgm:pt>
    <dgm:pt modelId="{6670793A-E79B-4F68-A58A-0FED243C91FC}" type="parTrans" cxnId="{80255D12-FC18-4F5B-96F7-E16157407247}">
      <dgm:prSet/>
      <dgm:spPr/>
      <dgm:t>
        <a:bodyPr/>
        <a:lstStyle/>
        <a:p>
          <a:endParaRPr lang="en-CA"/>
        </a:p>
      </dgm:t>
    </dgm:pt>
    <dgm:pt modelId="{02EB4FF3-0D7B-4B1C-B664-62081B4F18F4}" type="sibTrans" cxnId="{80255D12-FC18-4F5B-96F7-E16157407247}">
      <dgm:prSet/>
      <dgm:spPr/>
      <dgm:t>
        <a:bodyPr/>
        <a:lstStyle/>
        <a:p>
          <a:endParaRPr lang="en-CA"/>
        </a:p>
      </dgm:t>
    </dgm:pt>
    <dgm:pt modelId="{C1E4EF08-5678-40BD-BB06-D089B8ED0509}">
      <dgm:prSet phldrT="[Text]"/>
      <dgm:spPr/>
      <dgm:t>
        <a:bodyPr/>
        <a:lstStyle/>
        <a:p>
          <a:pPr algn="l">
            <a:buFont typeface="Arial" panose="020B0604020202020204" pitchFamily="34" charset="0"/>
            <a:buChar char="•"/>
          </a:pPr>
          <a:r>
            <a:rPr lang="en-US" dirty="0"/>
            <a:t>SCADA systems generate large numbers of features</a:t>
          </a:r>
          <a:endParaRPr lang="en-CA" dirty="0"/>
        </a:p>
      </dgm:t>
    </dgm:pt>
    <dgm:pt modelId="{CBB7053A-BADB-44C3-BEB0-F5785BA26132}" type="parTrans" cxnId="{66DE6E74-C95C-47F0-907B-E04ED0400E9D}">
      <dgm:prSet/>
      <dgm:spPr/>
      <dgm:t>
        <a:bodyPr/>
        <a:lstStyle/>
        <a:p>
          <a:endParaRPr lang="en-CA"/>
        </a:p>
      </dgm:t>
    </dgm:pt>
    <dgm:pt modelId="{A6376172-6748-4DC2-B3A7-B34C3D623E62}" type="sibTrans" cxnId="{66DE6E74-C95C-47F0-907B-E04ED0400E9D}">
      <dgm:prSet/>
      <dgm:spPr/>
      <dgm:t>
        <a:bodyPr/>
        <a:lstStyle/>
        <a:p>
          <a:endParaRPr lang="en-CA"/>
        </a:p>
      </dgm:t>
    </dgm:pt>
    <dgm:pt modelId="{22C78282-B9D5-46C9-B2B8-ACF0FEBDDFF7}">
      <dgm:prSet phldrT="[Text]"/>
      <dgm:spPr/>
      <dgm:t>
        <a:bodyPr/>
        <a:lstStyle/>
        <a:p>
          <a:pPr algn="l">
            <a:buFont typeface="Arial" panose="020B0604020202020204" pitchFamily="34" charset="0"/>
            <a:buChar char="•"/>
          </a:pPr>
          <a:r>
            <a:rPr lang="en-US" dirty="0"/>
            <a:t>Many features are redundant or highly correlated</a:t>
          </a:r>
          <a:endParaRPr lang="en-CA" dirty="0"/>
        </a:p>
      </dgm:t>
    </dgm:pt>
    <dgm:pt modelId="{A445CBF9-9B0D-40D0-8A8A-A92DBC760EE9}" type="parTrans" cxnId="{EA675BCC-DE41-41D1-AD3C-28ADA838D74D}">
      <dgm:prSet/>
      <dgm:spPr/>
      <dgm:t>
        <a:bodyPr/>
        <a:lstStyle/>
        <a:p>
          <a:endParaRPr lang="en-CA"/>
        </a:p>
      </dgm:t>
    </dgm:pt>
    <dgm:pt modelId="{8264FAB0-9BCB-42B0-B777-A40D3E8E78B9}" type="sibTrans" cxnId="{EA675BCC-DE41-41D1-AD3C-28ADA838D74D}">
      <dgm:prSet/>
      <dgm:spPr/>
      <dgm:t>
        <a:bodyPr/>
        <a:lstStyle/>
        <a:p>
          <a:endParaRPr lang="en-CA"/>
        </a:p>
      </dgm:t>
    </dgm:pt>
    <dgm:pt modelId="{94A58399-8E0E-4122-B47F-09F8185C4AA7}">
      <dgm:prSet phldrT="[Text]"/>
      <dgm:spPr/>
      <dgm:t>
        <a:bodyPr/>
        <a:lstStyle/>
        <a:p>
          <a:pPr>
            <a:buNone/>
          </a:pPr>
          <a:r>
            <a:rPr lang="en-CA" b="1" dirty="0"/>
            <a:t>Lack of Explainability</a:t>
          </a:r>
        </a:p>
      </dgm:t>
    </dgm:pt>
    <dgm:pt modelId="{285F0370-32BB-47AD-9E5F-1D661250B3A3}" type="parTrans" cxnId="{7A119827-D384-46DF-AF1D-C76442F151B0}">
      <dgm:prSet/>
      <dgm:spPr/>
      <dgm:t>
        <a:bodyPr/>
        <a:lstStyle/>
        <a:p>
          <a:endParaRPr lang="en-CA"/>
        </a:p>
      </dgm:t>
    </dgm:pt>
    <dgm:pt modelId="{D4EF8DB9-363E-4E8E-9653-84055067C58D}" type="sibTrans" cxnId="{7A119827-D384-46DF-AF1D-C76442F151B0}">
      <dgm:prSet/>
      <dgm:spPr/>
      <dgm:t>
        <a:bodyPr/>
        <a:lstStyle/>
        <a:p>
          <a:endParaRPr lang="en-CA"/>
        </a:p>
      </dgm:t>
    </dgm:pt>
    <dgm:pt modelId="{721B5808-F968-4371-A4DA-DCAD82EA5D71}">
      <dgm:prSet phldrT="[Text]"/>
      <dgm:spPr/>
      <dgm:t>
        <a:bodyPr/>
        <a:lstStyle/>
        <a:p>
          <a:pPr>
            <a:buFont typeface="Arial" panose="020B0604020202020204" pitchFamily="34" charset="0"/>
            <a:buChar char="•"/>
          </a:pPr>
          <a:r>
            <a:rPr lang="en-US" dirty="0"/>
            <a:t>Most models act as black boxes</a:t>
          </a:r>
          <a:endParaRPr lang="en-CA" dirty="0"/>
        </a:p>
      </dgm:t>
    </dgm:pt>
    <dgm:pt modelId="{5D2AE442-D824-4FF9-911E-E4F3EF53C8B6}" type="parTrans" cxnId="{2935F398-6769-4CD2-AC65-9812F8C0420C}">
      <dgm:prSet/>
      <dgm:spPr/>
      <dgm:t>
        <a:bodyPr/>
        <a:lstStyle/>
        <a:p>
          <a:endParaRPr lang="en-CA"/>
        </a:p>
      </dgm:t>
    </dgm:pt>
    <dgm:pt modelId="{F3490BCC-36C0-4280-8848-B7EB48FF34D5}" type="sibTrans" cxnId="{2935F398-6769-4CD2-AC65-9812F8C0420C}">
      <dgm:prSet/>
      <dgm:spPr/>
      <dgm:t>
        <a:bodyPr/>
        <a:lstStyle/>
        <a:p>
          <a:endParaRPr lang="en-CA"/>
        </a:p>
      </dgm:t>
    </dgm:pt>
    <dgm:pt modelId="{7DAE4DFA-3D0E-4B95-9D2F-6F6D9D1FA23C}">
      <dgm:prSet phldrT="[Text]"/>
      <dgm:spPr/>
      <dgm:t>
        <a:bodyPr/>
        <a:lstStyle/>
        <a:p>
          <a:pPr>
            <a:buFont typeface="Arial" panose="020B0604020202020204" pitchFamily="34" charset="0"/>
            <a:buChar char="•"/>
          </a:pPr>
          <a:r>
            <a:rPr lang="en-US" dirty="0"/>
            <a:t>Difficult to understand which features influence decisions</a:t>
          </a:r>
          <a:endParaRPr lang="en-CA" dirty="0"/>
        </a:p>
      </dgm:t>
    </dgm:pt>
    <dgm:pt modelId="{4F0FB2E7-E140-4C4E-A409-67277619D828}" type="parTrans" cxnId="{449DAB53-CFF9-4FA0-9F66-FDEB3D0CF11F}">
      <dgm:prSet/>
      <dgm:spPr/>
      <dgm:t>
        <a:bodyPr/>
        <a:lstStyle/>
        <a:p>
          <a:endParaRPr lang="en-CA"/>
        </a:p>
      </dgm:t>
    </dgm:pt>
    <dgm:pt modelId="{25F01ABC-A329-47DC-AECE-12314FBF4F35}" type="sibTrans" cxnId="{449DAB53-CFF9-4FA0-9F66-FDEB3D0CF11F}">
      <dgm:prSet/>
      <dgm:spPr/>
      <dgm:t>
        <a:bodyPr/>
        <a:lstStyle/>
        <a:p>
          <a:endParaRPr lang="en-CA"/>
        </a:p>
      </dgm:t>
    </dgm:pt>
    <dgm:pt modelId="{C16A056C-D191-40BD-91B8-5EAA204DE500}">
      <dgm:prSet phldrT="[Text]"/>
      <dgm:spPr/>
      <dgm:t>
        <a:bodyPr/>
        <a:lstStyle/>
        <a:p>
          <a:pPr>
            <a:buNone/>
          </a:pPr>
          <a:r>
            <a:rPr lang="en-CA" b="1" dirty="0"/>
            <a:t>Lack of Optimization</a:t>
          </a:r>
        </a:p>
      </dgm:t>
    </dgm:pt>
    <dgm:pt modelId="{37ED7F2A-A2F1-43AE-9432-5DE652EBFB74}" type="parTrans" cxnId="{9FFE6006-7BF6-46E1-A6DF-06D0410F4CA9}">
      <dgm:prSet/>
      <dgm:spPr/>
      <dgm:t>
        <a:bodyPr/>
        <a:lstStyle/>
        <a:p>
          <a:endParaRPr lang="en-CA"/>
        </a:p>
      </dgm:t>
    </dgm:pt>
    <dgm:pt modelId="{97E38017-1543-4B97-9C00-7ACF84883E55}" type="sibTrans" cxnId="{9FFE6006-7BF6-46E1-A6DF-06D0410F4CA9}">
      <dgm:prSet/>
      <dgm:spPr/>
      <dgm:t>
        <a:bodyPr/>
        <a:lstStyle/>
        <a:p>
          <a:endParaRPr lang="en-CA"/>
        </a:p>
      </dgm:t>
    </dgm:pt>
    <dgm:pt modelId="{04FE1C93-7F53-4469-AC67-6740816D8CA7}">
      <dgm:prSet phldrT="[Text]"/>
      <dgm:spPr/>
      <dgm:t>
        <a:bodyPr/>
        <a:lstStyle/>
        <a:p>
          <a:pPr>
            <a:buFont typeface="Arial" panose="020B0604020202020204" pitchFamily="34" charset="0"/>
            <a:buChar char="•"/>
          </a:pPr>
          <a:r>
            <a:rPr lang="en-US" dirty="0"/>
            <a:t>No systematic way to select optimal feature subset</a:t>
          </a:r>
          <a:endParaRPr lang="en-CA" dirty="0"/>
        </a:p>
      </dgm:t>
    </dgm:pt>
    <dgm:pt modelId="{150B97E7-71A4-495F-B45D-9E8BF7FCD328}" type="parTrans" cxnId="{87A74954-392C-453F-8C83-058F6B82FCD6}">
      <dgm:prSet/>
      <dgm:spPr/>
      <dgm:t>
        <a:bodyPr/>
        <a:lstStyle/>
        <a:p>
          <a:endParaRPr lang="en-CA"/>
        </a:p>
      </dgm:t>
    </dgm:pt>
    <dgm:pt modelId="{88A5B329-7936-40E3-A7B5-A1F97642D466}" type="sibTrans" cxnId="{87A74954-392C-453F-8C83-058F6B82FCD6}">
      <dgm:prSet/>
      <dgm:spPr/>
      <dgm:t>
        <a:bodyPr/>
        <a:lstStyle/>
        <a:p>
          <a:endParaRPr lang="en-CA"/>
        </a:p>
      </dgm:t>
    </dgm:pt>
    <dgm:pt modelId="{2BFB0D42-1F94-409E-840B-BC32BB16D0AF}">
      <dgm:prSet phldrT="[Text]"/>
      <dgm:spPr/>
      <dgm:t>
        <a:bodyPr/>
        <a:lstStyle/>
        <a:p>
          <a:pPr>
            <a:buFont typeface="Arial" panose="020B0604020202020204" pitchFamily="34" charset="0"/>
            <a:buChar char="•"/>
          </a:pPr>
          <a:r>
            <a:rPr lang="en-US" dirty="0"/>
            <a:t>Models may use unnecessary features</a:t>
          </a:r>
          <a:endParaRPr lang="en-CA" dirty="0"/>
        </a:p>
      </dgm:t>
    </dgm:pt>
    <dgm:pt modelId="{0796BCE5-C3BC-43F7-9BDE-D274A30F3D61}" type="parTrans" cxnId="{56958B75-3D3B-40AB-BECA-22DBD2EAC4AF}">
      <dgm:prSet/>
      <dgm:spPr/>
      <dgm:t>
        <a:bodyPr/>
        <a:lstStyle/>
        <a:p>
          <a:endParaRPr lang="en-CA"/>
        </a:p>
      </dgm:t>
    </dgm:pt>
    <dgm:pt modelId="{0599A6C5-C173-4E9E-867E-3EA66B105533}" type="sibTrans" cxnId="{56958B75-3D3B-40AB-BECA-22DBD2EAC4AF}">
      <dgm:prSet/>
      <dgm:spPr/>
      <dgm:t>
        <a:bodyPr/>
        <a:lstStyle/>
        <a:p>
          <a:endParaRPr lang="en-CA"/>
        </a:p>
      </dgm:t>
    </dgm:pt>
    <dgm:pt modelId="{869015E3-453A-4D88-AFC6-9A9F420C9E8E}">
      <dgm:prSet phldrT="[Text]"/>
      <dgm:spPr/>
      <dgm:t>
        <a:bodyPr/>
        <a:lstStyle/>
        <a:p>
          <a:pPr algn="l">
            <a:buFont typeface="Arial" panose="020B0604020202020204" pitchFamily="34" charset="0"/>
            <a:buChar char="•"/>
          </a:pPr>
          <a:r>
            <a:rPr lang="en-US" dirty="0"/>
            <a:t>Increases computational cost and model complexity</a:t>
          </a:r>
          <a:endParaRPr lang="en-CA" dirty="0"/>
        </a:p>
      </dgm:t>
    </dgm:pt>
    <dgm:pt modelId="{01DABB1C-D100-4F80-8E7D-3368D59AE817}" type="parTrans" cxnId="{259B5B63-E604-4824-918E-C13C408750F7}">
      <dgm:prSet/>
      <dgm:spPr/>
      <dgm:t>
        <a:bodyPr/>
        <a:lstStyle/>
        <a:p>
          <a:endParaRPr lang="en-CA"/>
        </a:p>
      </dgm:t>
    </dgm:pt>
    <dgm:pt modelId="{3F47D814-914F-45E8-8EB1-887CA0A7437C}" type="sibTrans" cxnId="{259B5B63-E604-4824-918E-C13C408750F7}">
      <dgm:prSet/>
      <dgm:spPr/>
      <dgm:t>
        <a:bodyPr/>
        <a:lstStyle/>
        <a:p>
          <a:endParaRPr lang="en-CA"/>
        </a:p>
      </dgm:t>
    </dgm:pt>
    <dgm:pt modelId="{3BAA749A-D636-45A2-80D2-1B204C86634E}">
      <dgm:prSet phldrT="[Text]"/>
      <dgm:spPr/>
      <dgm:t>
        <a:bodyPr/>
        <a:lstStyle/>
        <a:p>
          <a:pPr>
            <a:buFont typeface="Arial" panose="020B0604020202020204" pitchFamily="34" charset="0"/>
            <a:buChar char="•"/>
          </a:pPr>
          <a:r>
            <a:rPr lang="en-US" dirty="0"/>
            <a:t>Limits trust in real-world deployment</a:t>
          </a:r>
          <a:endParaRPr lang="en-CA" dirty="0"/>
        </a:p>
      </dgm:t>
    </dgm:pt>
    <dgm:pt modelId="{D10EDD97-0DA9-4E74-B3FB-26FDA56E5829}" type="parTrans" cxnId="{02BE91D6-958F-4193-8B47-6348893D103B}">
      <dgm:prSet/>
      <dgm:spPr/>
      <dgm:t>
        <a:bodyPr/>
        <a:lstStyle/>
        <a:p>
          <a:endParaRPr lang="en-CA"/>
        </a:p>
      </dgm:t>
    </dgm:pt>
    <dgm:pt modelId="{AEC9F040-DD4E-49CB-924C-C76EAE5A6EA6}" type="sibTrans" cxnId="{02BE91D6-958F-4193-8B47-6348893D103B}">
      <dgm:prSet/>
      <dgm:spPr/>
      <dgm:t>
        <a:bodyPr/>
        <a:lstStyle/>
        <a:p>
          <a:endParaRPr lang="en-CA"/>
        </a:p>
      </dgm:t>
    </dgm:pt>
    <dgm:pt modelId="{8C93FE1A-264A-42A8-8F8B-D398018C939D}">
      <dgm:prSet phldrT="[Text]"/>
      <dgm:spPr/>
      <dgm:t>
        <a:bodyPr/>
        <a:lstStyle/>
        <a:p>
          <a:pPr>
            <a:buFont typeface="Arial" panose="020B0604020202020204" pitchFamily="34" charset="0"/>
            <a:buChar char="•"/>
          </a:pPr>
          <a:r>
            <a:rPr lang="en-US" dirty="0"/>
            <a:t>Leads to inefficiency without performance gain</a:t>
          </a:r>
          <a:endParaRPr lang="en-CA" dirty="0"/>
        </a:p>
      </dgm:t>
    </dgm:pt>
    <dgm:pt modelId="{ED6B80D3-73A7-429D-8C27-AA2B5615BD65}" type="parTrans" cxnId="{94524E8B-5B7E-40D8-B137-9FEC1C6A610D}">
      <dgm:prSet/>
      <dgm:spPr/>
      <dgm:t>
        <a:bodyPr/>
        <a:lstStyle/>
        <a:p>
          <a:endParaRPr lang="en-CA"/>
        </a:p>
      </dgm:t>
    </dgm:pt>
    <dgm:pt modelId="{50340434-06E9-45B6-A0A1-07857E4C74F5}" type="sibTrans" cxnId="{94524E8B-5B7E-40D8-B137-9FEC1C6A610D}">
      <dgm:prSet/>
      <dgm:spPr/>
      <dgm:t>
        <a:bodyPr/>
        <a:lstStyle/>
        <a:p>
          <a:endParaRPr lang="en-CA"/>
        </a:p>
      </dgm:t>
    </dgm:pt>
    <dgm:pt modelId="{33D8E755-5080-4047-A7FA-70CCF6CC7965}" type="pres">
      <dgm:prSet presAssocID="{6FF1A14F-2E9A-45D3-AD6C-C834C935CE41}" presName="Name0" presStyleCnt="0">
        <dgm:presLayoutVars>
          <dgm:dir/>
          <dgm:animLvl val="lvl"/>
          <dgm:resizeHandles val="exact"/>
        </dgm:presLayoutVars>
      </dgm:prSet>
      <dgm:spPr/>
    </dgm:pt>
    <dgm:pt modelId="{97F66C01-35AB-451C-B20E-F8101389B3CF}" type="pres">
      <dgm:prSet presAssocID="{52157586-F794-4C2A-A5DF-41DB02F9FEBC}" presName="composite" presStyleCnt="0"/>
      <dgm:spPr/>
    </dgm:pt>
    <dgm:pt modelId="{23D309EE-0F9B-49FF-BD71-0AEED660CE1B}" type="pres">
      <dgm:prSet presAssocID="{52157586-F794-4C2A-A5DF-41DB02F9FEBC}" presName="parTx" presStyleLbl="alignNode1" presStyleIdx="0" presStyleCnt="3">
        <dgm:presLayoutVars>
          <dgm:chMax val="0"/>
          <dgm:chPref val="0"/>
          <dgm:bulletEnabled val="1"/>
        </dgm:presLayoutVars>
      </dgm:prSet>
      <dgm:spPr/>
    </dgm:pt>
    <dgm:pt modelId="{365D8B80-D82E-41A0-BF34-D562F24F0729}" type="pres">
      <dgm:prSet presAssocID="{52157586-F794-4C2A-A5DF-41DB02F9FEBC}" presName="desTx" presStyleLbl="alignAccFollowNode1" presStyleIdx="0" presStyleCnt="3">
        <dgm:presLayoutVars>
          <dgm:bulletEnabled val="1"/>
        </dgm:presLayoutVars>
      </dgm:prSet>
      <dgm:spPr/>
    </dgm:pt>
    <dgm:pt modelId="{1035B5B2-188A-41AE-B726-EE632E6BA614}" type="pres">
      <dgm:prSet presAssocID="{02EB4FF3-0D7B-4B1C-B664-62081B4F18F4}" presName="space" presStyleCnt="0"/>
      <dgm:spPr/>
    </dgm:pt>
    <dgm:pt modelId="{42F3D2D5-F9A1-48DE-846C-A3D4CA9581E9}" type="pres">
      <dgm:prSet presAssocID="{94A58399-8E0E-4122-B47F-09F8185C4AA7}" presName="composite" presStyleCnt="0"/>
      <dgm:spPr/>
    </dgm:pt>
    <dgm:pt modelId="{D2F5A2B7-9AD5-4577-9C72-9877072EFA00}" type="pres">
      <dgm:prSet presAssocID="{94A58399-8E0E-4122-B47F-09F8185C4AA7}" presName="parTx" presStyleLbl="alignNode1" presStyleIdx="1" presStyleCnt="3">
        <dgm:presLayoutVars>
          <dgm:chMax val="0"/>
          <dgm:chPref val="0"/>
          <dgm:bulletEnabled val="1"/>
        </dgm:presLayoutVars>
      </dgm:prSet>
      <dgm:spPr/>
    </dgm:pt>
    <dgm:pt modelId="{AA132AFA-B2A7-4709-A220-35186E706990}" type="pres">
      <dgm:prSet presAssocID="{94A58399-8E0E-4122-B47F-09F8185C4AA7}" presName="desTx" presStyleLbl="alignAccFollowNode1" presStyleIdx="1" presStyleCnt="3">
        <dgm:presLayoutVars>
          <dgm:bulletEnabled val="1"/>
        </dgm:presLayoutVars>
      </dgm:prSet>
      <dgm:spPr/>
    </dgm:pt>
    <dgm:pt modelId="{2B3959D5-5DE0-43CE-806B-AA89104CD5A3}" type="pres">
      <dgm:prSet presAssocID="{D4EF8DB9-363E-4E8E-9653-84055067C58D}" presName="space" presStyleCnt="0"/>
      <dgm:spPr/>
    </dgm:pt>
    <dgm:pt modelId="{6A34C935-0E1B-4DEC-87C2-7854AA92D376}" type="pres">
      <dgm:prSet presAssocID="{C16A056C-D191-40BD-91B8-5EAA204DE500}" presName="composite" presStyleCnt="0"/>
      <dgm:spPr/>
    </dgm:pt>
    <dgm:pt modelId="{ED9C6602-6DF6-47AE-B80A-2DEFEF1F2DBC}" type="pres">
      <dgm:prSet presAssocID="{C16A056C-D191-40BD-91B8-5EAA204DE500}" presName="parTx" presStyleLbl="alignNode1" presStyleIdx="2" presStyleCnt="3">
        <dgm:presLayoutVars>
          <dgm:chMax val="0"/>
          <dgm:chPref val="0"/>
          <dgm:bulletEnabled val="1"/>
        </dgm:presLayoutVars>
      </dgm:prSet>
      <dgm:spPr/>
    </dgm:pt>
    <dgm:pt modelId="{6993E70A-4D00-476F-A630-811EB9721DE7}" type="pres">
      <dgm:prSet presAssocID="{C16A056C-D191-40BD-91B8-5EAA204DE500}" presName="desTx" presStyleLbl="alignAccFollowNode1" presStyleIdx="2" presStyleCnt="3">
        <dgm:presLayoutVars>
          <dgm:bulletEnabled val="1"/>
        </dgm:presLayoutVars>
      </dgm:prSet>
      <dgm:spPr/>
    </dgm:pt>
  </dgm:ptLst>
  <dgm:cxnLst>
    <dgm:cxn modelId="{9FFE6006-7BF6-46E1-A6DF-06D0410F4CA9}" srcId="{6FF1A14F-2E9A-45D3-AD6C-C834C935CE41}" destId="{C16A056C-D191-40BD-91B8-5EAA204DE500}" srcOrd="2" destOrd="0" parTransId="{37ED7F2A-A2F1-43AE-9432-5DE652EBFB74}" sibTransId="{97E38017-1543-4B97-9C00-7ACF84883E55}"/>
    <dgm:cxn modelId="{88EE3B07-4928-4E44-BEB6-65D40AB278AA}" type="presOf" srcId="{3BAA749A-D636-45A2-80D2-1B204C86634E}" destId="{AA132AFA-B2A7-4709-A220-35186E706990}" srcOrd="0" destOrd="2" presId="urn:microsoft.com/office/officeart/2005/8/layout/hList1"/>
    <dgm:cxn modelId="{9F25DF07-81D3-45DB-9FE1-D9AC7560A2F6}" type="presOf" srcId="{04FE1C93-7F53-4469-AC67-6740816D8CA7}" destId="{6993E70A-4D00-476F-A630-811EB9721DE7}" srcOrd="0" destOrd="0" presId="urn:microsoft.com/office/officeart/2005/8/layout/hList1"/>
    <dgm:cxn modelId="{80255D12-FC18-4F5B-96F7-E16157407247}" srcId="{6FF1A14F-2E9A-45D3-AD6C-C834C935CE41}" destId="{52157586-F794-4C2A-A5DF-41DB02F9FEBC}" srcOrd="0" destOrd="0" parTransId="{6670793A-E79B-4F68-A58A-0FED243C91FC}" sibTransId="{02EB4FF3-0D7B-4B1C-B664-62081B4F18F4}"/>
    <dgm:cxn modelId="{041BA516-F4D3-49E1-94E2-169B7FFD4693}" type="presOf" srcId="{7DAE4DFA-3D0E-4B95-9D2F-6F6D9D1FA23C}" destId="{AA132AFA-B2A7-4709-A220-35186E706990}" srcOrd="0" destOrd="1" presId="urn:microsoft.com/office/officeart/2005/8/layout/hList1"/>
    <dgm:cxn modelId="{7A119827-D384-46DF-AF1D-C76442F151B0}" srcId="{6FF1A14F-2E9A-45D3-AD6C-C834C935CE41}" destId="{94A58399-8E0E-4122-B47F-09F8185C4AA7}" srcOrd="1" destOrd="0" parTransId="{285F0370-32BB-47AD-9E5F-1D661250B3A3}" sibTransId="{D4EF8DB9-363E-4E8E-9653-84055067C58D}"/>
    <dgm:cxn modelId="{7D4BC83D-56FD-49EA-9EA3-BE90EAED3005}" type="presOf" srcId="{2BFB0D42-1F94-409E-840B-BC32BB16D0AF}" destId="{6993E70A-4D00-476F-A630-811EB9721DE7}" srcOrd="0" destOrd="1" presId="urn:microsoft.com/office/officeart/2005/8/layout/hList1"/>
    <dgm:cxn modelId="{259B5B63-E604-4824-918E-C13C408750F7}" srcId="{52157586-F794-4C2A-A5DF-41DB02F9FEBC}" destId="{869015E3-453A-4D88-AFC6-9A9F420C9E8E}" srcOrd="2" destOrd="0" parTransId="{01DABB1C-D100-4F80-8E7D-3368D59AE817}" sibTransId="{3F47D814-914F-45E8-8EB1-887CA0A7437C}"/>
    <dgm:cxn modelId="{251FBF45-5802-4F2E-99DC-8D25A09ED65B}" type="presOf" srcId="{721B5808-F968-4371-A4DA-DCAD82EA5D71}" destId="{AA132AFA-B2A7-4709-A220-35186E706990}" srcOrd="0" destOrd="0" presId="urn:microsoft.com/office/officeart/2005/8/layout/hList1"/>
    <dgm:cxn modelId="{449DAB53-CFF9-4FA0-9F66-FDEB3D0CF11F}" srcId="{94A58399-8E0E-4122-B47F-09F8185C4AA7}" destId="{7DAE4DFA-3D0E-4B95-9D2F-6F6D9D1FA23C}" srcOrd="1" destOrd="0" parTransId="{4F0FB2E7-E140-4C4E-A409-67277619D828}" sibTransId="{25F01ABC-A329-47DC-AECE-12314FBF4F35}"/>
    <dgm:cxn modelId="{87A74954-392C-453F-8C83-058F6B82FCD6}" srcId="{C16A056C-D191-40BD-91B8-5EAA204DE500}" destId="{04FE1C93-7F53-4469-AC67-6740816D8CA7}" srcOrd="0" destOrd="0" parTransId="{150B97E7-71A4-495F-B45D-9E8BF7FCD328}" sibTransId="{88A5B329-7936-40E3-A7B5-A1F97642D466}"/>
    <dgm:cxn modelId="{66DE6E74-C95C-47F0-907B-E04ED0400E9D}" srcId="{52157586-F794-4C2A-A5DF-41DB02F9FEBC}" destId="{C1E4EF08-5678-40BD-BB06-D089B8ED0509}" srcOrd="0" destOrd="0" parTransId="{CBB7053A-BADB-44C3-BEB0-F5785BA26132}" sibTransId="{A6376172-6748-4DC2-B3A7-B34C3D623E62}"/>
    <dgm:cxn modelId="{56958B75-3D3B-40AB-BECA-22DBD2EAC4AF}" srcId="{C16A056C-D191-40BD-91B8-5EAA204DE500}" destId="{2BFB0D42-1F94-409E-840B-BC32BB16D0AF}" srcOrd="1" destOrd="0" parTransId="{0796BCE5-C3BC-43F7-9BDE-D274A30F3D61}" sibTransId="{0599A6C5-C173-4E9E-867E-3EA66B105533}"/>
    <dgm:cxn modelId="{18FB1058-B88B-4187-BED3-9A8E3AA02F1C}" type="presOf" srcId="{22C78282-B9D5-46C9-B2B8-ACF0FEBDDFF7}" destId="{365D8B80-D82E-41A0-BF34-D562F24F0729}" srcOrd="0" destOrd="1" presId="urn:microsoft.com/office/officeart/2005/8/layout/hList1"/>
    <dgm:cxn modelId="{94524E8B-5B7E-40D8-B137-9FEC1C6A610D}" srcId="{C16A056C-D191-40BD-91B8-5EAA204DE500}" destId="{8C93FE1A-264A-42A8-8F8B-D398018C939D}" srcOrd="2" destOrd="0" parTransId="{ED6B80D3-73A7-429D-8C27-AA2B5615BD65}" sibTransId="{50340434-06E9-45B6-A0A1-07857E4C74F5}"/>
    <dgm:cxn modelId="{4CEBA793-4CFB-4D1C-84DF-5386AD729633}" type="presOf" srcId="{8C93FE1A-264A-42A8-8F8B-D398018C939D}" destId="{6993E70A-4D00-476F-A630-811EB9721DE7}" srcOrd="0" destOrd="2" presId="urn:microsoft.com/office/officeart/2005/8/layout/hList1"/>
    <dgm:cxn modelId="{52F1D895-FCF1-4161-BEDA-ABF47F86E913}" type="presOf" srcId="{C16A056C-D191-40BD-91B8-5EAA204DE500}" destId="{ED9C6602-6DF6-47AE-B80A-2DEFEF1F2DBC}" srcOrd="0" destOrd="0" presId="urn:microsoft.com/office/officeart/2005/8/layout/hList1"/>
    <dgm:cxn modelId="{2935F398-6769-4CD2-AC65-9812F8C0420C}" srcId="{94A58399-8E0E-4122-B47F-09F8185C4AA7}" destId="{721B5808-F968-4371-A4DA-DCAD82EA5D71}" srcOrd="0" destOrd="0" parTransId="{5D2AE442-D824-4FF9-911E-E4F3EF53C8B6}" sibTransId="{F3490BCC-36C0-4280-8848-B7EB48FF34D5}"/>
    <dgm:cxn modelId="{6EDC74B2-38DC-4F22-A057-A9622FA11CA2}" type="presOf" srcId="{94A58399-8E0E-4122-B47F-09F8185C4AA7}" destId="{D2F5A2B7-9AD5-4577-9C72-9877072EFA00}" srcOrd="0" destOrd="0" presId="urn:microsoft.com/office/officeart/2005/8/layout/hList1"/>
    <dgm:cxn modelId="{FF9846C4-0D53-4932-9D0D-62DD70DF16E1}" type="presOf" srcId="{869015E3-453A-4D88-AFC6-9A9F420C9E8E}" destId="{365D8B80-D82E-41A0-BF34-D562F24F0729}" srcOrd="0" destOrd="2" presId="urn:microsoft.com/office/officeart/2005/8/layout/hList1"/>
    <dgm:cxn modelId="{6802A2C8-25BE-4609-9791-1FF55EBD4BE5}" type="presOf" srcId="{C1E4EF08-5678-40BD-BB06-D089B8ED0509}" destId="{365D8B80-D82E-41A0-BF34-D562F24F0729}" srcOrd="0" destOrd="0" presId="urn:microsoft.com/office/officeart/2005/8/layout/hList1"/>
    <dgm:cxn modelId="{EA675BCC-DE41-41D1-AD3C-28ADA838D74D}" srcId="{52157586-F794-4C2A-A5DF-41DB02F9FEBC}" destId="{22C78282-B9D5-46C9-B2B8-ACF0FEBDDFF7}" srcOrd="1" destOrd="0" parTransId="{A445CBF9-9B0D-40D0-8A8A-A92DBC760EE9}" sibTransId="{8264FAB0-9BCB-42B0-B777-A40D3E8E78B9}"/>
    <dgm:cxn modelId="{02BE91D6-958F-4193-8B47-6348893D103B}" srcId="{94A58399-8E0E-4122-B47F-09F8185C4AA7}" destId="{3BAA749A-D636-45A2-80D2-1B204C86634E}" srcOrd="2" destOrd="0" parTransId="{D10EDD97-0DA9-4E74-B3FB-26FDA56E5829}" sibTransId="{AEC9F040-DD4E-49CB-924C-C76EAE5A6EA6}"/>
    <dgm:cxn modelId="{D702A3F0-DCC6-44B7-A20F-6B21F5EFFD51}" type="presOf" srcId="{52157586-F794-4C2A-A5DF-41DB02F9FEBC}" destId="{23D309EE-0F9B-49FF-BD71-0AEED660CE1B}" srcOrd="0" destOrd="0" presId="urn:microsoft.com/office/officeart/2005/8/layout/hList1"/>
    <dgm:cxn modelId="{24ACDAFF-BB44-44CD-BAE0-DC2A2BA862D5}" type="presOf" srcId="{6FF1A14F-2E9A-45D3-AD6C-C834C935CE41}" destId="{33D8E755-5080-4047-A7FA-70CCF6CC7965}" srcOrd="0" destOrd="0" presId="urn:microsoft.com/office/officeart/2005/8/layout/hList1"/>
    <dgm:cxn modelId="{D1D8DE1E-E11F-4FEC-8EB2-6F4A29DAD63E}" type="presParOf" srcId="{33D8E755-5080-4047-A7FA-70CCF6CC7965}" destId="{97F66C01-35AB-451C-B20E-F8101389B3CF}" srcOrd="0" destOrd="0" presId="urn:microsoft.com/office/officeart/2005/8/layout/hList1"/>
    <dgm:cxn modelId="{93FF421A-DA06-4EA0-959D-775EC13F2FB5}" type="presParOf" srcId="{97F66C01-35AB-451C-B20E-F8101389B3CF}" destId="{23D309EE-0F9B-49FF-BD71-0AEED660CE1B}" srcOrd="0" destOrd="0" presId="urn:microsoft.com/office/officeart/2005/8/layout/hList1"/>
    <dgm:cxn modelId="{FBB06A12-E9D0-41E1-B6F3-F8C5C3E823C9}" type="presParOf" srcId="{97F66C01-35AB-451C-B20E-F8101389B3CF}" destId="{365D8B80-D82E-41A0-BF34-D562F24F0729}" srcOrd="1" destOrd="0" presId="urn:microsoft.com/office/officeart/2005/8/layout/hList1"/>
    <dgm:cxn modelId="{69C64206-7E7B-4E6D-80E6-A0F718B9C1B0}" type="presParOf" srcId="{33D8E755-5080-4047-A7FA-70CCF6CC7965}" destId="{1035B5B2-188A-41AE-B726-EE632E6BA614}" srcOrd="1" destOrd="0" presId="urn:microsoft.com/office/officeart/2005/8/layout/hList1"/>
    <dgm:cxn modelId="{B67F183D-F73C-4838-A993-FE0188B82738}" type="presParOf" srcId="{33D8E755-5080-4047-A7FA-70CCF6CC7965}" destId="{42F3D2D5-F9A1-48DE-846C-A3D4CA9581E9}" srcOrd="2" destOrd="0" presId="urn:microsoft.com/office/officeart/2005/8/layout/hList1"/>
    <dgm:cxn modelId="{0F3AB601-D82C-4DD4-83F2-893EFFB0090D}" type="presParOf" srcId="{42F3D2D5-F9A1-48DE-846C-A3D4CA9581E9}" destId="{D2F5A2B7-9AD5-4577-9C72-9877072EFA00}" srcOrd="0" destOrd="0" presId="urn:microsoft.com/office/officeart/2005/8/layout/hList1"/>
    <dgm:cxn modelId="{76F5A702-FED0-45BC-97EA-EB95C02F503F}" type="presParOf" srcId="{42F3D2D5-F9A1-48DE-846C-A3D4CA9581E9}" destId="{AA132AFA-B2A7-4709-A220-35186E706990}" srcOrd="1" destOrd="0" presId="urn:microsoft.com/office/officeart/2005/8/layout/hList1"/>
    <dgm:cxn modelId="{7FAAE641-A920-4E94-9102-FCE477C7C063}" type="presParOf" srcId="{33D8E755-5080-4047-A7FA-70CCF6CC7965}" destId="{2B3959D5-5DE0-43CE-806B-AA89104CD5A3}" srcOrd="3" destOrd="0" presId="urn:microsoft.com/office/officeart/2005/8/layout/hList1"/>
    <dgm:cxn modelId="{2F242CA1-BB27-4900-BB68-42C8BBA9129F}" type="presParOf" srcId="{33D8E755-5080-4047-A7FA-70CCF6CC7965}" destId="{6A34C935-0E1B-4DEC-87C2-7854AA92D376}" srcOrd="4" destOrd="0" presId="urn:microsoft.com/office/officeart/2005/8/layout/hList1"/>
    <dgm:cxn modelId="{017F5F95-DBEB-46F6-9158-8332ABF2E692}" type="presParOf" srcId="{6A34C935-0E1B-4DEC-87C2-7854AA92D376}" destId="{ED9C6602-6DF6-47AE-B80A-2DEFEF1F2DBC}" srcOrd="0" destOrd="0" presId="urn:microsoft.com/office/officeart/2005/8/layout/hList1"/>
    <dgm:cxn modelId="{E7BA2CC5-A123-4677-892E-F1C692312FEB}" type="presParOf" srcId="{6A34C935-0E1B-4DEC-87C2-7854AA92D376}" destId="{6993E70A-4D00-476F-A630-811EB9721DE7}"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1E3B5F3-EFAD-49C5-AC51-7BE21ADF8D84}" type="doc">
      <dgm:prSet loTypeId="urn:microsoft.com/office/officeart/2018/2/layout/IconVerticalSolidList" loCatId="icon" qsTypeId="urn:microsoft.com/office/officeart/2005/8/quickstyle/simple1" qsCatId="simple" csTypeId="urn:microsoft.com/office/officeart/2005/8/colors/accent0_3" csCatId="mainScheme" phldr="1"/>
      <dgm:spPr/>
      <dgm:t>
        <a:bodyPr/>
        <a:lstStyle/>
        <a:p>
          <a:endParaRPr lang="en-US"/>
        </a:p>
      </dgm:t>
    </dgm:pt>
    <dgm:pt modelId="{C3F72E97-E7D1-4489-BB83-C2737707FAC0}">
      <dgm:prSet/>
      <dgm:spPr/>
      <dgm:t>
        <a:bodyPr/>
        <a:lstStyle/>
        <a:p>
          <a:pPr>
            <a:lnSpc>
              <a:spcPct val="100000"/>
            </a:lnSpc>
          </a:pPr>
          <a:r>
            <a:rPr lang="en-US" b="1" dirty="0"/>
            <a:t>Problem: </a:t>
          </a:r>
          <a:r>
            <a:rPr lang="en-US" dirty="0"/>
            <a:t>Machine learning models often work like a “black box,” meaning we don’t clearly understand how they make decisions. This becomes a problem when we need to trust the model, especially in critical applications.</a:t>
          </a:r>
        </a:p>
      </dgm:t>
    </dgm:pt>
    <dgm:pt modelId="{BF028687-4212-4777-9DD8-D764F6ECF416}" type="parTrans" cxnId="{884926A8-8E45-4C50-A187-15BCAB8BA679}">
      <dgm:prSet/>
      <dgm:spPr/>
      <dgm:t>
        <a:bodyPr/>
        <a:lstStyle/>
        <a:p>
          <a:endParaRPr lang="en-US"/>
        </a:p>
      </dgm:t>
    </dgm:pt>
    <dgm:pt modelId="{4B75F32E-27CF-4847-B8A0-C0DDFDF73F80}" type="sibTrans" cxnId="{884926A8-8E45-4C50-A187-15BCAB8BA679}">
      <dgm:prSet/>
      <dgm:spPr/>
      <dgm:t>
        <a:bodyPr/>
        <a:lstStyle/>
        <a:p>
          <a:endParaRPr lang="en-US"/>
        </a:p>
      </dgm:t>
    </dgm:pt>
    <dgm:pt modelId="{C1B6637D-97F4-48AD-B11C-45D10993EA00}">
      <dgm:prSet/>
      <dgm:spPr/>
      <dgm:t>
        <a:bodyPr/>
        <a:lstStyle/>
        <a:p>
          <a:pPr>
            <a:lnSpc>
              <a:spcPct val="100000"/>
            </a:lnSpc>
            <a:buNone/>
          </a:pPr>
          <a:r>
            <a:rPr lang="en-US" b="1" dirty="0"/>
            <a:t>Limitations</a:t>
          </a:r>
          <a:r>
            <a:rPr lang="en-US" b="0" dirty="0"/>
            <a:t>: </a:t>
          </a:r>
          <a:r>
            <a:rPr lang="en-US" dirty="0"/>
            <a:t>Traditional models focus mainly on accuracy but ignore explainability, so we don’t know which features actually matter. Feature selection methods like WFI or SHAP individually may miss important relationships between features.</a:t>
          </a:r>
          <a:endParaRPr lang="en-US" b="0" dirty="0"/>
        </a:p>
      </dgm:t>
    </dgm:pt>
    <dgm:pt modelId="{EAF39C72-0C48-4ADA-AEE1-2361E5E41A46}" type="parTrans" cxnId="{AC73AC3F-E167-4000-B16D-7261F05C0C02}">
      <dgm:prSet/>
      <dgm:spPr/>
      <dgm:t>
        <a:bodyPr/>
        <a:lstStyle/>
        <a:p>
          <a:endParaRPr lang="en-US"/>
        </a:p>
      </dgm:t>
    </dgm:pt>
    <dgm:pt modelId="{2BFD059A-0B72-45E7-8250-577742EB8EF0}" type="sibTrans" cxnId="{AC73AC3F-E167-4000-B16D-7261F05C0C02}">
      <dgm:prSet/>
      <dgm:spPr/>
      <dgm:t>
        <a:bodyPr/>
        <a:lstStyle/>
        <a:p>
          <a:endParaRPr lang="en-US"/>
        </a:p>
      </dgm:t>
    </dgm:pt>
    <dgm:pt modelId="{C7AD2D85-565F-4CC3-8DFD-44F4420A8A62}">
      <dgm:prSet/>
      <dgm:spPr/>
      <dgm:t>
        <a:bodyPr/>
        <a:lstStyle/>
        <a:p>
          <a:pPr>
            <a:lnSpc>
              <a:spcPct val="100000"/>
            </a:lnSpc>
          </a:pPr>
          <a:r>
            <a:rPr lang="en-CA" b="1" dirty="0"/>
            <a:t>Solution</a:t>
          </a:r>
          <a:r>
            <a:rPr lang="en-CA" dirty="0"/>
            <a:t>: </a:t>
          </a:r>
          <a:r>
            <a:rPr lang="en-US" dirty="0"/>
            <a:t>Using explainable and data-driven techniques can help identify key features and their relationships. This can improve both model performance and interpretability for better decision-making.</a:t>
          </a:r>
        </a:p>
      </dgm:t>
    </dgm:pt>
    <dgm:pt modelId="{A1BA2CF3-C286-4DAC-90B2-553B186B9ECD}" type="parTrans" cxnId="{A8FB9B55-E0BA-49A5-933F-701FE9AB6568}">
      <dgm:prSet/>
      <dgm:spPr/>
      <dgm:t>
        <a:bodyPr/>
        <a:lstStyle/>
        <a:p>
          <a:endParaRPr lang="en-US"/>
        </a:p>
      </dgm:t>
    </dgm:pt>
    <dgm:pt modelId="{CDAB4BD0-62A6-4B49-9F4A-0A7C8A8B0C17}" type="sibTrans" cxnId="{A8FB9B55-E0BA-49A5-933F-701FE9AB6568}">
      <dgm:prSet/>
      <dgm:spPr/>
      <dgm:t>
        <a:bodyPr/>
        <a:lstStyle/>
        <a:p>
          <a:endParaRPr lang="en-US"/>
        </a:p>
      </dgm:t>
    </dgm:pt>
    <dgm:pt modelId="{CB78D6C2-59B9-471D-977A-0F43F61CDDF1}" type="pres">
      <dgm:prSet presAssocID="{91E3B5F3-EFAD-49C5-AC51-7BE21ADF8D84}" presName="root" presStyleCnt="0">
        <dgm:presLayoutVars>
          <dgm:dir/>
          <dgm:resizeHandles val="exact"/>
        </dgm:presLayoutVars>
      </dgm:prSet>
      <dgm:spPr/>
    </dgm:pt>
    <dgm:pt modelId="{C24D2C61-D3D7-4A48-AC15-77525D98BC02}" type="pres">
      <dgm:prSet presAssocID="{C3F72E97-E7D1-4489-BB83-C2737707FAC0}" presName="compNode" presStyleCnt="0"/>
      <dgm:spPr/>
    </dgm:pt>
    <dgm:pt modelId="{DFDDC18D-4815-409B-AD3A-A80748FC0562}" type="pres">
      <dgm:prSet presAssocID="{C3F72E97-E7D1-4489-BB83-C2737707FAC0}" presName="bgRect" presStyleLbl="bgShp" presStyleIdx="0" presStyleCnt="3"/>
      <dgm:spPr/>
    </dgm:pt>
    <dgm:pt modelId="{6DD40DE6-ED9F-41AE-824D-6719D3BE26A0}" type="pres">
      <dgm:prSet presAssocID="{C3F72E97-E7D1-4489-BB83-C2737707FAC0}"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Alarm Ringing with solid fill"/>
        </a:ext>
      </dgm:extLst>
    </dgm:pt>
    <dgm:pt modelId="{71596975-F4F3-4B2D-9A72-72582479575B}" type="pres">
      <dgm:prSet presAssocID="{C3F72E97-E7D1-4489-BB83-C2737707FAC0}" presName="spaceRect" presStyleCnt="0"/>
      <dgm:spPr/>
    </dgm:pt>
    <dgm:pt modelId="{8F150277-B266-486E-91B4-DDC448CBF19B}" type="pres">
      <dgm:prSet presAssocID="{C3F72E97-E7D1-4489-BB83-C2737707FAC0}" presName="parTx" presStyleLbl="revTx" presStyleIdx="0" presStyleCnt="3">
        <dgm:presLayoutVars>
          <dgm:chMax val="0"/>
          <dgm:chPref val="0"/>
        </dgm:presLayoutVars>
      </dgm:prSet>
      <dgm:spPr/>
    </dgm:pt>
    <dgm:pt modelId="{1D6EADDD-1EDF-45CB-8A6A-33647FA3E1C5}" type="pres">
      <dgm:prSet presAssocID="{4B75F32E-27CF-4847-B8A0-C0DDFDF73F80}" presName="sibTrans" presStyleCnt="0"/>
      <dgm:spPr/>
    </dgm:pt>
    <dgm:pt modelId="{00A7D055-EB74-49CD-B080-27903B5B76A5}" type="pres">
      <dgm:prSet presAssocID="{C1B6637D-97F4-48AD-B11C-45D10993EA00}" presName="compNode" presStyleCnt="0"/>
      <dgm:spPr/>
    </dgm:pt>
    <dgm:pt modelId="{A1B627F9-0468-4E2A-9DA3-91D9D1FC4C58}" type="pres">
      <dgm:prSet presAssocID="{C1B6637D-97F4-48AD-B11C-45D10993EA00}" presName="bgRect" presStyleLbl="bgShp" presStyleIdx="1" presStyleCnt="3" custLinFactNeighborX="3502" custLinFactNeighborY="3203"/>
      <dgm:spPr/>
    </dgm:pt>
    <dgm:pt modelId="{CE684DDE-32C6-4695-BBC5-9BADFC15A82E}" type="pres">
      <dgm:prSet presAssocID="{C1B6637D-97F4-48AD-B11C-45D10993EA00}" presName="iconRect" presStyleLbl="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Warning with solid fill"/>
        </a:ext>
      </dgm:extLst>
    </dgm:pt>
    <dgm:pt modelId="{9B4B01AE-B5D0-4B0C-A034-2B4DB07DB0A9}" type="pres">
      <dgm:prSet presAssocID="{C1B6637D-97F4-48AD-B11C-45D10993EA00}" presName="spaceRect" presStyleCnt="0"/>
      <dgm:spPr/>
    </dgm:pt>
    <dgm:pt modelId="{CDB1898E-C2F4-4820-BC26-16214F1F593C}" type="pres">
      <dgm:prSet presAssocID="{C1B6637D-97F4-48AD-B11C-45D10993EA00}" presName="parTx" presStyleLbl="revTx" presStyleIdx="1" presStyleCnt="3">
        <dgm:presLayoutVars>
          <dgm:chMax val="0"/>
          <dgm:chPref val="0"/>
        </dgm:presLayoutVars>
      </dgm:prSet>
      <dgm:spPr/>
    </dgm:pt>
    <dgm:pt modelId="{9CD274EF-79F1-4B29-9944-A016BF81DC25}" type="pres">
      <dgm:prSet presAssocID="{2BFD059A-0B72-45E7-8250-577742EB8EF0}" presName="sibTrans" presStyleCnt="0"/>
      <dgm:spPr/>
    </dgm:pt>
    <dgm:pt modelId="{91358420-98C3-43A7-8B4C-920AB3C50466}" type="pres">
      <dgm:prSet presAssocID="{C7AD2D85-565F-4CC3-8DFD-44F4420A8A62}" presName="compNode" presStyleCnt="0"/>
      <dgm:spPr/>
    </dgm:pt>
    <dgm:pt modelId="{6C8872C5-B720-4F8B-BAB0-5459D7B90EF8}" type="pres">
      <dgm:prSet presAssocID="{C7AD2D85-565F-4CC3-8DFD-44F4420A8A62}" presName="bgRect" presStyleLbl="bgShp" presStyleIdx="2" presStyleCnt="3"/>
      <dgm:spPr/>
    </dgm:pt>
    <dgm:pt modelId="{87A197D1-A775-45F4-965A-03849BE4345F}" type="pres">
      <dgm:prSet presAssocID="{C7AD2D85-565F-4CC3-8DFD-44F4420A8A62}"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Left Brain with solid fill"/>
        </a:ext>
      </dgm:extLst>
    </dgm:pt>
    <dgm:pt modelId="{10F67CFA-26C0-4632-8310-534D62E98590}" type="pres">
      <dgm:prSet presAssocID="{C7AD2D85-565F-4CC3-8DFD-44F4420A8A62}" presName="spaceRect" presStyleCnt="0"/>
      <dgm:spPr/>
    </dgm:pt>
    <dgm:pt modelId="{592951B2-B4AE-446A-BE64-02059F394134}" type="pres">
      <dgm:prSet presAssocID="{C7AD2D85-565F-4CC3-8DFD-44F4420A8A62}" presName="parTx" presStyleLbl="revTx" presStyleIdx="2" presStyleCnt="3">
        <dgm:presLayoutVars>
          <dgm:chMax val="0"/>
          <dgm:chPref val="0"/>
        </dgm:presLayoutVars>
      </dgm:prSet>
      <dgm:spPr/>
    </dgm:pt>
  </dgm:ptLst>
  <dgm:cxnLst>
    <dgm:cxn modelId="{E9881011-B763-43CD-92C8-0E0EB239390C}" type="presOf" srcId="{91E3B5F3-EFAD-49C5-AC51-7BE21ADF8D84}" destId="{CB78D6C2-59B9-471D-977A-0F43F61CDDF1}" srcOrd="0" destOrd="0" presId="urn:microsoft.com/office/officeart/2018/2/layout/IconVerticalSolidList"/>
    <dgm:cxn modelId="{AC73AC3F-E167-4000-B16D-7261F05C0C02}" srcId="{91E3B5F3-EFAD-49C5-AC51-7BE21ADF8D84}" destId="{C1B6637D-97F4-48AD-B11C-45D10993EA00}" srcOrd="1" destOrd="0" parTransId="{EAF39C72-0C48-4ADA-AEE1-2361E5E41A46}" sibTransId="{2BFD059A-0B72-45E7-8250-577742EB8EF0}"/>
    <dgm:cxn modelId="{A8FB9B55-E0BA-49A5-933F-701FE9AB6568}" srcId="{91E3B5F3-EFAD-49C5-AC51-7BE21ADF8D84}" destId="{C7AD2D85-565F-4CC3-8DFD-44F4420A8A62}" srcOrd="2" destOrd="0" parTransId="{A1BA2CF3-C286-4DAC-90B2-553B186B9ECD}" sibTransId="{CDAB4BD0-62A6-4B49-9F4A-0A7C8A8B0C17}"/>
    <dgm:cxn modelId="{F919EAA7-108E-4274-9C26-F7893F93E2D9}" type="presOf" srcId="{C3F72E97-E7D1-4489-BB83-C2737707FAC0}" destId="{8F150277-B266-486E-91B4-DDC448CBF19B}" srcOrd="0" destOrd="0" presId="urn:microsoft.com/office/officeart/2018/2/layout/IconVerticalSolidList"/>
    <dgm:cxn modelId="{884926A8-8E45-4C50-A187-15BCAB8BA679}" srcId="{91E3B5F3-EFAD-49C5-AC51-7BE21ADF8D84}" destId="{C3F72E97-E7D1-4489-BB83-C2737707FAC0}" srcOrd="0" destOrd="0" parTransId="{BF028687-4212-4777-9DD8-D764F6ECF416}" sibTransId="{4B75F32E-27CF-4847-B8A0-C0DDFDF73F80}"/>
    <dgm:cxn modelId="{29B08CB5-B090-466F-A255-6414514A8829}" type="presOf" srcId="{C1B6637D-97F4-48AD-B11C-45D10993EA00}" destId="{CDB1898E-C2F4-4820-BC26-16214F1F593C}" srcOrd="0" destOrd="0" presId="urn:microsoft.com/office/officeart/2018/2/layout/IconVerticalSolidList"/>
    <dgm:cxn modelId="{3EE422C8-B028-473B-92E4-293FADB9A57E}" type="presOf" srcId="{C7AD2D85-565F-4CC3-8DFD-44F4420A8A62}" destId="{592951B2-B4AE-446A-BE64-02059F394134}" srcOrd="0" destOrd="0" presId="urn:microsoft.com/office/officeart/2018/2/layout/IconVerticalSolidList"/>
    <dgm:cxn modelId="{B4AFC013-7F53-44F6-9560-ABDE6DCD81FB}" type="presParOf" srcId="{CB78D6C2-59B9-471D-977A-0F43F61CDDF1}" destId="{C24D2C61-D3D7-4A48-AC15-77525D98BC02}" srcOrd="0" destOrd="0" presId="urn:microsoft.com/office/officeart/2018/2/layout/IconVerticalSolidList"/>
    <dgm:cxn modelId="{746737B7-E91A-4B94-BE8D-11F31AA30B19}" type="presParOf" srcId="{C24D2C61-D3D7-4A48-AC15-77525D98BC02}" destId="{DFDDC18D-4815-409B-AD3A-A80748FC0562}" srcOrd="0" destOrd="0" presId="urn:microsoft.com/office/officeart/2018/2/layout/IconVerticalSolidList"/>
    <dgm:cxn modelId="{CBADD31A-5B02-440C-AD3D-7151472573D3}" type="presParOf" srcId="{C24D2C61-D3D7-4A48-AC15-77525D98BC02}" destId="{6DD40DE6-ED9F-41AE-824D-6719D3BE26A0}" srcOrd="1" destOrd="0" presId="urn:microsoft.com/office/officeart/2018/2/layout/IconVerticalSolidList"/>
    <dgm:cxn modelId="{486AC2A1-842E-4DAD-9597-94A0DB8CA457}" type="presParOf" srcId="{C24D2C61-D3D7-4A48-AC15-77525D98BC02}" destId="{71596975-F4F3-4B2D-9A72-72582479575B}" srcOrd="2" destOrd="0" presId="urn:microsoft.com/office/officeart/2018/2/layout/IconVerticalSolidList"/>
    <dgm:cxn modelId="{A6BDE9D1-A30A-4B3B-B40C-D032679254B7}" type="presParOf" srcId="{C24D2C61-D3D7-4A48-AC15-77525D98BC02}" destId="{8F150277-B266-486E-91B4-DDC448CBF19B}" srcOrd="3" destOrd="0" presId="urn:microsoft.com/office/officeart/2018/2/layout/IconVerticalSolidList"/>
    <dgm:cxn modelId="{2DFC3BD4-8D06-4675-A53D-9A0E0B91B111}" type="presParOf" srcId="{CB78D6C2-59B9-471D-977A-0F43F61CDDF1}" destId="{1D6EADDD-1EDF-45CB-8A6A-33647FA3E1C5}" srcOrd="1" destOrd="0" presId="urn:microsoft.com/office/officeart/2018/2/layout/IconVerticalSolidList"/>
    <dgm:cxn modelId="{2880EED6-A85D-4B43-9E15-0AB751949972}" type="presParOf" srcId="{CB78D6C2-59B9-471D-977A-0F43F61CDDF1}" destId="{00A7D055-EB74-49CD-B080-27903B5B76A5}" srcOrd="2" destOrd="0" presId="urn:microsoft.com/office/officeart/2018/2/layout/IconVerticalSolidList"/>
    <dgm:cxn modelId="{B5CE9F2F-BE6B-4F12-9AA1-CAD875EAF6FA}" type="presParOf" srcId="{00A7D055-EB74-49CD-B080-27903B5B76A5}" destId="{A1B627F9-0468-4E2A-9DA3-91D9D1FC4C58}" srcOrd="0" destOrd="0" presId="urn:microsoft.com/office/officeart/2018/2/layout/IconVerticalSolidList"/>
    <dgm:cxn modelId="{985BC653-BC6C-45C6-8249-80037D322181}" type="presParOf" srcId="{00A7D055-EB74-49CD-B080-27903B5B76A5}" destId="{CE684DDE-32C6-4695-BBC5-9BADFC15A82E}" srcOrd="1" destOrd="0" presId="urn:microsoft.com/office/officeart/2018/2/layout/IconVerticalSolidList"/>
    <dgm:cxn modelId="{1A0A1108-A4FE-40E1-BEA3-EF60BDA414B5}" type="presParOf" srcId="{00A7D055-EB74-49CD-B080-27903B5B76A5}" destId="{9B4B01AE-B5D0-4B0C-A034-2B4DB07DB0A9}" srcOrd="2" destOrd="0" presId="urn:microsoft.com/office/officeart/2018/2/layout/IconVerticalSolidList"/>
    <dgm:cxn modelId="{532E3766-A67D-4FF1-ADE7-D98909E4ED14}" type="presParOf" srcId="{00A7D055-EB74-49CD-B080-27903B5B76A5}" destId="{CDB1898E-C2F4-4820-BC26-16214F1F593C}" srcOrd="3" destOrd="0" presId="urn:microsoft.com/office/officeart/2018/2/layout/IconVerticalSolidList"/>
    <dgm:cxn modelId="{634F6882-6787-4AF5-A3B9-3A3E8AB16421}" type="presParOf" srcId="{CB78D6C2-59B9-471D-977A-0F43F61CDDF1}" destId="{9CD274EF-79F1-4B29-9944-A016BF81DC25}" srcOrd="3" destOrd="0" presId="urn:microsoft.com/office/officeart/2018/2/layout/IconVerticalSolidList"/>
    <dgm:cxn modelId="{9CB94A4A-0A81-4D5B-833D-3DD20ADCC4CF}" type="presParOf" srcId="{CB78D6C2-59B9-471D-977A-0F43F61CDDF1}" destId="{91358420-98C3-43A7-8B4C-920AB3C50466}" srcOrd="4" destOrd="0" presId="urn:microsoft.com/office/officeart/2018/2/layout/IconVerticalSolidList"/>
    <dgm:cxn modelId="{45155E75-9C79-4345-90E8-52BA0C318F64}" type="presParOf" srcId="{91358420-98C3-43A7-8B4C-920AB3C50466}" destId="{6C8872C5-B720-4F8B-BAB0-5459D7B90EF8}" srcOrd="0" destOrd="0" presId="urn:microsoft.com/office/officeart/2018/2/layout/IconVerticalSolidList"/>
    <dgm:cxn modelId="{41CE2B0A-4902-438B-9433-D8D8287E003A}" type="presParOf" srcId="{91358420-98C3-43A7-8B4C-920AB3C50466}" destId="{87A197D1-A775-45F4-965A-03849BE4345F}" srcOrd="1" destOrd="0" presId="urn:microsoft.com/office/officeart/2018/2/layout/IconVerticalSolidList"/>
    <dgm:cxn modelId="{3807724A-50D4-45F5-9B83-5C1A311ADDC4}" type="presParOf" srcId="{91358420-98C3-43A7-8B4C-920AB3C50466}" destId="{10F67CFA-26C0-4632-8310-534D62E98590}" srcOrd="2" destOrd="0" presId="urn:microsoft.com/office/officeart/2018/2/layout/IconVerticalSolidList"/>
    <dgm:cxn modelId="{733DAB56-0F0A-438E-B3E2-CB952B31C09E}" type="presParOf" srcId="{91358420-98C3-43A7-8B4C-920AB3C50466}" destId="{592951B2-B4AE-446A-BE64-02059F394134}"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D8ABEBA-6702-41FB-BB60-B883B535EAE2}" type="doc">
      <dgm:prSet loTypeId="urn:microsoft.com/office/officeart/2005/8/layout/vList5" loCatId="list" qsTypeId="urn:microsoft.com/office/officeart/2005/8/quickstyle/simple2" qsCatId="simple" csTypeId="urn:microsoft.com/office/officeart/2005/8/colors/colorful1" csCatId="colorful" phldr="1"/>
      <dgm:spPr/>
      <dgm:t>
        <a:bodyPr/>
        <a:lstStyle/>
        <a:p>
          <a:endParaRPr lang="en-CA"/>
        </a:p>
      </dgm:t>
    </dgm:pt>
    <dgm:pt modelId="{9225BDA9-52D7-4965-A425-1F37E8EE3BBB}">
      <dgm:prSet phldrT="[Text]" phldr="0" custT="1"/>
      <dgm:spPr/>
      <dgm:t>
        <a:bodyPr/>
        <a:lstStyle/>
        <a:p>
          <a:pPr algn="ctr"/>
          <a:r>
            <a:rPr lang="en-CA" sz="2400" b="1" dirty="0"/>
            <a:t>Black-Box</a:t>
          </a:r>
          <a:r>
            <a:rPr lang="en-CA" sz="2400" dirty="0"/>
            <a:t> </a:t>
          </a:r>
          <a:r>
            <a:rPr lang="en-CA" sz="2400" b="1" dirty="0"/>
            <a:t>Models</a:t>
          </a:r>
        </a:p>
      </dgm:t>
    </dgm:pt>
    <dgm:pt modelId="{7764F56F-6E9A-4C02-99FD-F424FD63BDF0}" type="parTrans" cxnId="{13A9FC3A-32CF-4326-8764-C7411EBB31F2}">
      <dgm:prSet/>
      <dgm:spPr/>
      <dgm:t>
        <a:bodyPr/>
        <a:lstStyle/>
        <a:p>
          <a:endParaRPr lang="en-CA"/>
        </a:p>
      </dgm:t>
    </dgm:pt>
    <dgm:pt modelId="{0305787D-DE60-4764-8C0F-66537A6FD2A7}" type="sibTrans" cxnId="{13A9FC3A-32CF-4326-8764-C7411EBB31F2}">
      <dgm:prSet/>
      <dgm:spPr/>
      <dgm:t>
        <a:bodyPr/>
        <a:lstStyle/>
        <a:p>
          <a:endParaRPr lang="en-CA"/>
        </a:p>
      </dgm:t>
    </dgm:pt>
    <dgm:pt modelId="{DE938BF6-7E77-4DAA-B740-3635CBF3B109}">
      <dgm:prSet phldrT="[Text]" phldr="0" custT="1"/>
      <dgm:spPr/>
      <dgm:t>
        <a:bodyPr/>
        <a:lstStyle/>
        <a:p>
          <a:r>
            <a:rPr lang="en-CA" sz="2200" dirty="0"/>
            <a:t>More feature       Higher risk of overfitting and noise</a:t>
          </a:r>
        </a:p>
      </dgm:t>
    </dgm:pt>
    <dgm:pt modelId="{9FA3C01A-06E2-433E-808C-CEA6529BA7AD}" type="parTrans" cxnId="{F37E0A53-71B5-4743-B2D8-F038CBFD83EA}">
      <dgm:prSet/>
      <dgm:spPr/>
      <dgm:t>
        <a:bodyPr/>
        <a:lstStyle/>
        <a:p>
          <a:endParaRPr lang="en-CA"/>
        </a:p>
      </dgm:t>
    </dgm:pt>
    <dgm:pt modelId="{1C43779C-4BBB-4B51-9063-AF42BEBB2DC6}" type="sibTrans" cxnId="{F37E0A53-71B5-4743-B2D8-F038CBFD83EA}">
      <dgm:prSet/>
      <dgm:spPr/>
      <dgm:t>
        <a:bodyPr/>
        <a:lstStyle/>
        <a:p>
          <a:endParaRPr lang="en-CA"/>
        </a:p>
      </dgm:t>
    </dgm:pt>
    <dgm:pt modelId="{443C5480-A37D-42F7-A9DC-7D4D282F3866}">
      <dgm:prSet phldrT="[Text]" phldr="0" custT="1"/>
      <dgm:spPr/>
      <dgm:t>
        <a:bodyPr/>
        <a:lstStyle/>
        <a:p>
          <a:r>
            <a:rPr lang="en-US" sz="2200" dirty="0"/>
            <a:t>Traditional methods fail to capture relationships between features.</a:t>
          </a:r>
          <a:endParaRPr lang="en-CA" sz="2200" dirty="0"/>
        </a:p>
      </dgm:t>
    </dgm:pt>
    <dgm:pt modelId="{BCF32C00-1FFF-4F8E-97A3-43816021D81A}" type="sibTrans" cxnId="{58114ADE-E56B-4873-A04E-FEBD24531C1B}">
      <dgm:prSet/>
      <dgm:spPr/>
      <dgm:t>
        <a:bodyPr/>
        <a:lstStyle/>
        <a:p>
          <a:endParaRPr lang="en-CA"/>
        </a:p>
      </dgm:t>
    </dgm:pt>
    <dgm:pt modelId="{92264813-3392-468A-902A-43593D9C6F2B}" type="parTrans" cxnId="{58114ADE-E56B-4873-A04E-FEBD24531C1B}">
      <dgm:prSet/>
      <dgm:spPr/>
      <dgm:t>
        <a:bodyPr/>
        <a:lstStyle/>
        <a:p>
          <a:endParaRPr lang="en-CA"/>
        </a:p>
      </dgm:t>
    </dgm:pt>
    <dgm:pt modelId="{85F6A814-1D39-4F19-8F34-5BEB6908DE11}">
      <dgm:prSet phldrT="[Text]" phldr="0" custT="1"/>
      <dgm:spPr/>
      <dgm:t>
        <a:bodyPr/>
        <a:lstStyle/>
        <a:p>
          <a:r>
            <a:rPr lang="en-CA" sz="2400" b="1" dirty="0"/>
            <a:t>Ignored Feature Interactions</a:t>
          </a:r>
        </a:p>
      </dgm:t>
    </dgm:pt>
    <dgm:pt modelId="{1D24C2BB-B2CB-40AF-8BE0-DB3434F5DC9D}" type="sibTrans" cxnId="{DF7AB76D-2CEC-48BB-B716-9D648561369C}">
      <dgm:prSet/>
      <dgm:spPr/>
      <dgm:t>
        <a:bodyPr/>
        <a:lstStyle/>
        <a:p>
          <a:endParaRPr lang="en-CA"/>
        </a:p>
      </dgm:t>
    </dgm:pt>
    <dgm:pt modelId="{6D9A9846-45FB-4F28-BA29-EFB3C15D3579}" type="parTrans" cxnId="{DF7AB76D-2CEC-48BB-B716-9D648561369C}">
      <dgm:prSet/>
      <dgm:spPr/>
      <dgm:t>
        <a:bodyPr/>
        <a:lstStyle/>
        <a:p>
          <a:endParaRPr lang="en-CA"/>
        </a:p>
      </dgm:t>
    </dgm:pt>
    <dgm:pt modelId="{14974668-6C76-4D0C-B846-4B017F18BB8A}">
      <dgm:prSet phldrT="[Text]" custT="1"/>
      <dgm:spPr/>
      <dgm:t>
        <a:bodyPr/>
        <a:lstStyle/>
        <a:p>
          <a:pPr algn="ctr"/>
          <a:r>
            <a:rPr lang="en-CA" sz="2400" b="1" dirty="0"/>
            <a:t>Redundant &amp; Correlated Features</a:t>
          </a:r>
        </a:p>
      </dgm:t>
    </dgm:pt>
    <dgm:pt modelId="{4983EDC3-CBBE-4C09-8205-7DBFBCE5F332}" type="parTrans" cxnId="{BDA905D0-EA4A-468F-8054-F4014F3A118B}">
      <dgm:prSet/>
      <dgm:spPr/>
      <dgm:t>
        <a:bodyPr/>
        <a:lstStyle/>
        <a:p>
          <a:endParaRPr lang="en-CA"/>
        </a:p>
      </dgm:t>
    </dgm:pt>
    <dgm:pt modelId="{241A4847-C4AC-4B55-A5A2-8F6B6C8146D7}" type="sibTrans" cxnId="{BDA905D0-EA4A-468F-8054-F4014F3A118B}">
      <dgm:prSet/>
      <dgm:spPr/>
      <dgm:t>
        <a:bodyPr/>
        <a:lstStyle/>
        <a:p>
          <a:endParaRPr lang="en-CA"/>
        </a:p>
      </dgm:t>
    </dgm:pt>
    <dgm:pt modelId="{6C836618-0F32-4C70-915C-3F8EE232FA6C}">
      <dgm:prSet custT="1"/>
      <dgm:spPr/>
      <dgm:t>
        <a:bodyPr/>
        <a:lstStyle/>
        <a:p>
          <a:r>
            <a:rPr lang="en-US" sz="2200" dirty="0"/>
            <a:t>Many SCADA features carry similar information, increasing redundancy.</a:t>
          </a:r>
          <a:endParaRPr lang="en-CA" sz="2200" dirty="0"/>
        </a:p>
      </dgm:t>
    </dgm:pt>
    <dgm:pt modelId="{557024B9-0C06-4457-8266-A8A92E1A9CF3}" type="parTrans" cxnId="{68742FBF-4A46-4D5D-A366-AC4B2BCF147F}">
      <dgm:prSet/>
      <dgm:spPr/>
      <dgm:t>
        <a:bodyPr/>
        <a:lstStyle/>
        <a:p>
          <a:endParaRPr lang="en-CA"/>
        </a:p>
      </dgm:t>
    </dgm:pt>
    <dgm:pt modelId="{D4053F93-C083-4EC2-8E68-4423DCD199BF}" type="sibTrans" cxnId="{68742FBF-4A46-4D5D-A366-AC4B2BCF147F}">
      <dgm:prSet/>
      <dgm:spPr/>
      <dgm:t>
        <a:bodyPr/>
        <a:lstStyle/>
        <a:p>
          <a:endParaRPr lang="en-CA"/>
        </a:p>
      </dgm:t>
    </dgm:pt>
    <dgm:pt modelId="{0E97FDFF-9F6D-4619-8133-E606CA67AD94}">
      <dgm:prSet phldrT="[Text]" phldr="0" custT="1"/>
      <dgm:spPr/>
      <dgm:t>
        <a:bodyPr/>
        <a:lstStyle/>
        <a:p>
          <a:r>
            <a:rPr lang="en-CA" sz="2400" b="1" dirty="0"/>
            <a:t>High Dimensional Scada Data</a:t>
          </a:r>
        </a:p>
      </dgm:t>
    </dgm:pt>
    <dgm:pt modelId="{70EFB83B-0413-4520-90FC-35CD90AB76E7}" type="parTrans" cxnId="{F52D4EB6-B508-4A50-9239-8032DAF4D992}">
      <dgm:prSet/>
      <dgm:spPr/>
      <dgm:t>
        <a:bodyPr/>
        <a:lstStyle/>
        <a:p>
          <a:endParaRPr lang="en-CA"/>
        </a:p>
      </dgm:t>
    </dgm:pt>
    <dgm:pt modelId="{24EB85B3-18EB-4FBC-B2DB-1B3C16F3A104}" type="sibTrans" cxnId="{F52D4EB6-B508-4A50-9239-8032DAF4D992}">
      <dgm:prSet/>
      <dgm:spPr/>
      <dgm:t>
        <a:bodyPr/>
        <a:lstStyle/>
        <a:p>
          <a:endParaRPr lang="en-CA"/>
        </a:p>
      </dgm:t>
    </dgm:pt>
    <dgm:pt modelId="{6C585283-3EEA-42A3-9949-27E64651588A}">
      <dgm:prSet phldrT="[Text]" phldr="0" custT="1"/>
      <dgm:spPr/>
      <dgm:t>
        <a:bodyPr/>
        <a:lstStyle/>
        <a:p>
          <a:r>
            <a:rPr lang="en-US" sz="2200" dirty="0"/>
            <a:t>Models lack transparency, making it difficult to understand decision-making.</a:t>
          </a:r>
          <a:endParaRPr lang="en-CA" sz="2200" dirty="0"/>
        </a:p>
      </dgm:t>
    </dgm:pt>
    <dgm:pt modelId="{659F5CBB-EED9-48E8-BA40-0FC32D8D76C4}" type="sibTrans" cxnId="{BBAB7003-95F2-4DB7-949B-147B25AC5E1E}">
      <dgm:prSet/>
      <dgm:spPr/>
      <dgm:t>
        <a:bodyPr/>
        <a:lstStyle/>
        <a:p>
          <a:endParaRPr lang="en-CA"/>
        </a:p>
      </dgm:t>
    </dgm:pt>
    <dgm:pt modelId="{8E6CB9A2-CEBE-45CF-810A-37AF8DF192EA}" type="parTrans" cxnId="{BBAB7003-95F2-4DB7-949B-147B25AC5E1E}">
      <dgm:prSet/>
      <dgm:spPr/>
      <dgm:t>
        <a:bodyPr/>
        <a:lstStyle/>
        <a:p>
          <a:endParaRPr lang="en-CA"/>
        </a:p>
      </dgm:t>
    </dgm:pt>
    <dgm:pt modelId="{FA826D48-C74E-4E09-935C-F83A59A17885}" type="pres">
      <dgm:prSet presAssocID="{8D8ABEBA-6702-41FB-BB60-B883B535EAE2}" presName="Name0" presStyleCnt="0">
        <dgm:presLayoutVars>
          <dgm:dir/>
          <dgm:animLvl val="lvl"/>
          <dgm:resizeHandles val="exact"/>
        </dgm:presLayoutVars>
      </dgm:prSet>
      <dgm:spPr/>
    </dgm:pt>
    <dgm:pt modelId="{FB3C0B53-31A5-4C82-A8CF-2CB1786CA029}" type="pres">
      <dgm:prSet presAssocID="{9225BDA9-52D7-4965-A425-1F37E8EE3BBB}" presName="linNode" presStyleCnt="0"/>
      <dgm:spPr/>
    </dgm:pt>
    <dgm:pt modelId="{9DD17C91-95F7-460D-B43D-DD75ABA69B0E}" type="pres">
      <dgm:prSet presAssocID="{9225BDA9-52D7-4965-A425-1F37E8EE3BBB}" presName="parentText" presStyleLbl="node1" presStyleIdx="0" presStyleCnt="4">
        <dgm:presLayoutVars>
          <dgm:chMax val="1"/>
          <dgm:bulletEnabled val="1"/>
        </dgm:presLayoutVars>
      </dgm:prSet>
      <dgm:spPr/>
    </dgm:pt>
    <dgm:pt modelId="{0A9F1A3F-CB47-4056-8AB9-E251A190FCBA}" type="pres">
      <dgm:prSet presAssocID="{9225BDA9-52D7-4965-A425-1F37E8EE3BBB}" presName="descendantText" presStyleLbl="alignAccFollowNode1" presStyleIdx="0" presStyleCnt="4">
        <dgm:presLayoutVars>
          <dgm:bulletEnabled val="1"/>
        </dgm:presLayoutVars>
      </dgm:prSet>
      <dgm:spPr/>
    </dgm:pt>
    <dgm:pt modelId="{CC7F595F-34A3-467A-97BC-AC0D8E33041D}" type="pres">
      <dgm:prSet presAssocID="{0305787D-DE60-4764-8C0F-66537A6FD2A7}" presName="sp" presStyleCnt="0"/>
      <dgm:spPr/>
    </dgm:pt>
    <dgm:pt modelId="{CCF17F7D-D3CD-424D-AF3F-A2AFDA941EEE}" type="pres">
      <dgm:prSet presAssocID="{14974668-6C76-4D0C-B846-4B017F18BB8A}" presName="linNode" presStyleCnt="0"/>
      <dgm:spPr/>
    </dgm:pt>
    <dgm:pt modelId="{0AED009A-C1FB-4FC0-A90A-9AEC4BC40D21}" type="pres">
      <dgm:prSet presAssocID="{14974668-6C76-4D0C-B846-4B017F18BB8A}" presName="parentText" presStyleLbl="node1" presStyleIdx="1" presStyleCnt="4">
        <dgm:presLayoutVars>
          <dgm:chMax val="1"/>
          <dgm:bulletEnabled val="1"/>
        </dgm:presLayoutVars>
      </dgm:prSet>
      <dgm:spPr/>
    </dgm:pt>
    <dgm:pt modelId="{53B8FD93-74E8-4BAB-A095-14D58F59B5EE}" type="pres">
      <dgm:prSet presAssocID="{14974668-6C76-4D0C-B846-4B017F18BB8A}" presName="descendantText" presStyleLbl="alignAccFollowNode1" presStyleIdx="1" presStyleCnt="4">
        <dgm:presLayoutVars>
          <dgm:bulletEnabled val="1"/>
        </dgm:presLayoutVars>
      </dgm:prSet>
      <dgm:spPr/>
    </dgm:pt>
    <dgm:pt modelId="{C270C7A3-5AAF-4D52-8D34-E15C8ECA62B7}" type="pres">
      <dgm:prSet presAssocID="{241A4847-C4AC-4B55-A5A2-8F6B6C8146D7}" presName="sp" presStyleCnt="0"/>
      <dgm:spPr/>
    </dgm:pt>
    <dgm:pt modelId="{593F893F-0208-464E-BC82-8B946A63E3DA}" type="pres">
      <dgm:prSet presAssocID="{0E97FDFF-9F6D-4619-8133-E606CA67AD94}" presName="linNode" presStyleCnt="0"/>
      <dgm:spPr/>
    </dgm:pt>
    <dgm:pt modelId="{381EEE77-8BD9-4431-9817-3E862189984C}" type="pres">
      <dgm:prSet presAssocID="{0E97FDFF-9F6D-4619-8133-E606CA67AD94}" presName="parentText" presStyleLbl="node1" presStyleIdx="2" presStyleCnt="4">
        <dgm:presLayoutVars>
          <dgm:chMax val="1"/>
          <dgm:bulletEnabled val="1"/>
        </dgm:presLayoutVars>
      </dgm:prSet>
      <dgm:spPr/>
    </dgm:pt>
    <dgm:pt modelId="{8AFA970C-BF5B-4AC0-857E-21B05C154587}" type="pres">
      <dgm:prSet presAssocID="{0E97FDFF-9F6D-4619-8133-E606CA67AD94}" presName="descendantText" presStyleLbl="alignAccFollowNode1" presStyleIdx="2" presStyleCnt="4">
        <dgm:presLayoutVars>
          <dgm:bulletEnabled val="1"/>
        </dgm:presLayoutVars>
      </dgm:prSet>
      <dgm:spPr/>
    </dgm:pt>
    <dgm:pt modelId="{781EED96-2B8D-4EB4-A7F7-7138790F7892}" type="pres">
      <dgm:prSet presAssocID="{24EB85B3-18EB-4FBC-B2DB-1B3C16F3A104}" presName="sp" presStyleCnt="0"/>
      <dgm:spPr/>
    </dgm:pt>
    <dgm:pt modelId="{8AB01783-2C56-4D43-BF24-381B1461FC1E}" type="pres">
      <dgm:prSet presAssocID="{85F6A814-1D39-4F19-8F34-5BEB6908DE11}" presName="linNode" presStyleCnt="0"/>
      <dgm:spPr/>
    </dgm:pt>
    <dgm:pt modelId="{BC7E7BDE-56BE-4795-B812-A1245ECD069B}" type="pres">
      <dgm:prSet presAssocID="{85F6A814-1D39-4F19-8F34-5BEB6908DE11}" presName="parentText" presStyleLbl="node1" presStyleIdx="3" presStyleCnt="4">
        <dgm:presLayoutVars>
          <dgm:chMax val="1"/>
          <dgm:bulletEnabled val="1"/>
        </dgm:presLayoutVars>
      </dgm:prSet>
      <dgm:spPr/>
    </dgm:pt>
    <dgm:pt modelId="{42970D9A-BF67-4989-9D9A-50DCE86139DA}" type="pres">
      <dgm:prSet presAssocID="{85F6A814-1D39-4F19-8F34-5BEB6908DE11}" presName="descendantText" presStyleLbl="alignAccFollowNode1" presStyleIdx="3" presStyleCnt="4">
        <dgm:presLayoutVars>
          <dgm:bulletEnabled val="1"/>
        </dgm:presLayoutVars>
      </dgm:prSet>
      <dgm:spPr/>
    </dgm:pt>
  </dgm:ptLst>
  <dgm:cxnLst>
    <dgm:cxn modelId="{BBAB7003-95F2-4DB7-949B-147B25AC5E1E}" srcId="{9225BDA9-52D7-4965-A425-1F37E8EE3BBB}" destId="{6C585283-3EEA-42A3-9949-27E64651588A}" srcOrd="0" destOrd="0" parTransId="{8E6CB9A2-CEBE-45CF-810A-37AF8DF192EA}" sibTransId="{659F5CBB-EED9-48E8-BA40-0FC32D8D76C4}"/>
    <dgm:cxn modelId="{70A30124-BDE6-4CE1-B90B-D9AB6300A7DC}" type="presOf" srcId="{443C5480-A37D-42F7-A9DC-7D4D282F3866}" destId="{42970D9A-BF67-4989-9D9A-50DCE86139DA}" srcOrd="0" destOrd="0" presId="urn:microsoft.com/office/officeart/2005/8/layout/vList5"/>
    <dgm:cxn modelId="{5FAFD730-98F3-40B1-91C3-8A40924A2FD6}" type="presOf" srcId="{8D8ABEBA-6702-41FB-BB60-B883B535EAE2}" destId="{FA826D48-C74E-4E09-935C-F83A59A17885}" srcOrd="0" destOrd="0" presId="urn:microsoft.com/office/officeart/2005/8/layout/vList5"/>
    <dgm:cxn modelId="{13A9FC3A-32CF-4326-8764-C7411EBB31F2}" srcId="{8D8ABEBA-6702-41FB-BB60-B883B535EAE2}" destId="{9225BDA9-52D7-4965-A425-1F37E8EE3BBB}" srcOrd="0" destOrd="0" parTransId="{7764F56F-6E9A-4C02-99FD-F424FD63BDF0}" sibTransId="{0305787D-DE60-4764-8C0F-66537A6FD2A7}"/>
    <dgm:cxn modelId="{FB1FE760-3C1A-4AF0-BF39-0DD4B5FCEE84}" type="presOf" srcId="{0E97FDFF-9F6D-4619-8133-E606CA67AD94}" destId="{381EEE77-8BD9-4431-9817-3E862189984C}" srcOrd="0" destOrd="0" presId="urn:microsoft.com/office/officeart/2005/8/layout/vList5"/>
    <dgm:cxn modelId="{DEB88E4C-F476-4ACD-8721-D9BE187DADFD}" type="presOf" srcId="{14974668-6C76-4D0C-B846-4B017F18BB8A}" destId="{0AED009A-C1FB-4FC0-A90A-9AEC4BC40D21}" srcOrd="0" destOrd="0" presId="urn:microsoft.com/office/officeart/2005/8/layout/vList5"/>
    <dgm:cxn modelId="{DF7AB76D-2CEC-48BB-B716-9D648561369C}" srcId="{8D8ABEBA-6702-41FB-BB60-B883B535EAE2}" destId="{85F6A814-1D39-4F19-8F34-5BEB6908DE11}" srcOrd="3" destOrd="0" parTransId="{6D9A9846-45FB-4F28-BA29-EFB3C15D3579}" sibTransId="{1D24C2BB-B2CB-40AF-8BE0-DB3434F5DC9D}"/>
    <dgm:cxn modelId="{F37E0A53-71B5-4743-B2D8-F038CBFD83EA}" srcId="{0E97FDFF-9F6D-4619-8133-E606CA67AD94}" destId="{DE938BF6-7E77-4DAA-B740-3635CBF3B109}" srcOrd="0" destOrd="0" parTransId="{9FA3C01A-06E2-433E-808C-CEA6529BA7AD}" sibTransId="{1C43779C-4BBB-4B51-9063-AF42BEBB2DC6}"/>
    <dgm:cxn modelId="{0C7AD374-DF82-4CAD-A914-EB0C10AC22D5}" type="presOf" srcId="{6C585283-3EEA-42A3-9949-27E64651588A}" destId="{0A9F1A3F-CB47-4056-8AB9-E251A190FCBA}" srcOrd="0" destOrd="0" presId="urn:microsoft.com/office/officeart/2005/8/layout/vList5"/>
    <dgm:cxn modelId="{C6E40485-886E-42A5-8ACA-5DE77D80392C}" type="presOf" srcId="{6C836618-0F32-4C70-915C-3F8EE232FA6C}" destId="{53B8FD93-74E8-4BAB-A095-14D58F59B5EE}" srcOrd="0" destOrd="0" presId="urn:microsoft.com/office/officeart/2005/8/layout/vList5"/>
    <dgm:cxn modelId="{C5D8EE9C-D861-48DF-B804-0057DE373205}" type="presOf" srcId="{9225BDA9-52D7-4965-A425-1F37E8EE3BBB}" destId="{9DD17C91-95F7-460D-B43D-DD75ABA69B0E}" srcOrd="0" destOrd="0" presId="urn:microsoft.com/office/officeart/2005/8/layout/vList5"/>
    <dgm:cxn modelId="{F52D4EB6-B508-4A50-9239-8032DAF4D992}" srcId="{8D8ABEBA-6702-41FB-BB60-B883B535EAE2}" destId="{0E97FDFF-9F6D-4619-8133-E606CA67AD94}" srcOrd="2" destOrd="0" parTransId="{70EFB83B-0413-4520-90FC-35CD90AB76E7}" sibTransId="{24EB85B3-18EB-4FBC-B2DB-1B3C16F3A104}"/>
    <dgm:cxn modelId="{68742FBF-4A46-4D5D-A366-AC4B2BCF147F}" srcId="{14974668-6C76-4D0C-B846-4B017F18BB8A}" destId="{6C836618-0F32-4C70-915C-3F8EE232FA6C}" srcOrd="0" destOrd="0" parTransId="{557024B9-0C06-4457-8266-A8A92E1A9CF3}" sibTransId="{D4053F93-C083-4EC2-8E68-4423DCD199BF}"/>
    <dgm:cxn modelId="{BDA905D0-EA4A-468F-8054-F4014F3A118B}" srcId="{8D8ABEBA-6702-41FB-BB60-B883B535EAE2}" destId="{14974668-6C76-4D0C-B846-4B017F18BB8A}" srcOrd="1" destOrd="0" parTransId="{4983EDC3-CBBE-4C09-8205-7DBFBCE5F332}" sibTransId="{241A4847-C4AC-4B55-A5A2-8F6B6C8146D7}"/>
    <dgm:cxn modelId="{58114ADE-E56B-4873-A04E-FEBD24531C1B}" srcId="{85F6A814-1D39-4F19-8F34-5BEB6908DE11}" destId="{443C5480-A37D-42F7-A9DC-7D4D282F3866}" srcOrd="0" destOrd="0" parTransId="{92264813-3392-468A-902A-43593D9C6F2B}" sibTransId="{BCF32C00-1FFF-4F8E-97A3-43816021D81A}"/>
    <dgm:cxn modelId="{A118B7EE-F6EA-4FCE-9991-39AB7041EC08}" type="presOf" srcId="{85F6A814-1D39-4F19-8F34-5BEB6908DE11}" destId="{BC7E7BDE-56BE-4795-B812-A1245ECD069B}" srcOrd="0" destOrd="0" presId="urn:microsoft.com/office/officeart/2005/8/layout/vList5"/>
    <dgm:cxn modelId="{FCAD8BFE-C166-4495-8AFB-41D807250A9A}" type="presOf" srcId="{DE938BF6-7E77-4DAA-B740-3635CBF3B109}" destId="{8AFA970C-BF5B-4AC0-857E-21B05C154587}" srcOrd="0" destOrd="0" presId="urn:microsoft.com/office/officeart/2005/8/layout/vList5"/>
    <dgm:cxn modelId="{78437B93-E41C-455B-AEB8-C66FD23604E9}" type="presParOf" srcId="{FA826D48-C74E-4E09-935C-F83A59A17885}" destId="{FB3C0B53-31A5-4C82-A8CF-2CB1786CA029}" srcOrd="0" destOrd="0" presId="urn:microsoft.com/office/officeart/2005/8/layout/vList5"/>
    <dgm:cxn modelId="{A4D956C1-780D-4149-978B-1FAD6058CA5F}" type="presParOf" srcId="{FB3C0B53-31A5-4C82-A8CF-2CB1786CA029}" destId="{9DD17C91-95F7-460D-B43D-DD75ABA69B0E}" srcOrd="0" destOrd="0" presId="urn:microsoft.com/office/officeart/2005/8/layout/vList5"/>
    <dgm:cxn modelId="{2A1F8231-D97C-45AF-8C18-754D5F31A391}" type="presParOf" srcId="{FB3C0B53-31A5-4C82-A8CF-2CB1786CA029}" destId="{0A9F1A3F-CB47-4056-8AB9-E251A190FCBA}" srcOrd="1" destOrd="0" presId="urn:microsoft.com/office/officeart/2005/8/layout/vList5"/>
    <dgm:cxn modelId="{4E1D4B54-8818-4B8B-A561-C85B393F3418}" type="presParOf" srcId="{FA826D48-C74E-4E09-935C-F83A59A17885}" destId="{CC7F595F-34A3-467A-97BC-AC0D8E33041D}" srcOrd="1" destOrd="0" presId="urn:microsoft.com/office/officeart/2005/8/layout/vList5"/>
    <dgm:cxn modelId="{22A76CB4-67F2-4EAB-9487-6A300CB62B5B}" type="presParOf" srcId="{FA826D48-C74E-4E09-935C-F83A59A17885}" destId="{CCF17F7D-D3CD-424D-AF3F-A2AFDA941EEE}" srcOrd="2" destOrd="0" presId="urn:microsoft.com/office/officeart/2005/8/layout/vList5"/>
    <dgm:cxn modelId="{B0B96DC7-226E-45F7-942D-573E184AC59E}" type="presParOf" srcId="{CCF17F7D-D3CD-424D-AF3F-A2AFDA941EEE}" destId="{0AED009A-C1FB-4FC0-A90A-9AEC4BC40D21}" srcOrd="0" destOrd="0" presId="urn:microsoft.com/office/officeart/2005/8/layout/vList5"/>
    <dgm:cxn modelId="{9819F889-D868-4DB9-A350-F21A93B9DBCD}" type="presParOf" srcId="{CCF17F7D-D3CD-424D-AF3F-A2AFDA941EEE}" destId="{53B8FD93-74E8-4BAB-A095-14D58F59B5EE}" srcOrd="1" destOrd="0" presId="urn:microsoft.com/office/officeart/2005/8/layout/vList5"/>
    <dgm:cxn modelId="{4DCE94E0-9BA5-424A-B493-DE63C779B7F2}" type="presParOf" srcId="{FA826D48-C74E-4E09-935C-F83A59A17885}" destId="{C270C7A3-5AAF-4D52-8D34-E15C8ECA62B7}" srcOrd="3" destOrd="0" presId="urn:microsoft.com/office/officeart/2005/8/layout/vList5"/>
    <dgm:cxn modelId="{A46A1DC2-E368-46DA-9019-325E4DE450F7}" type="presParOf" srcId="{FA826D48-C74E-4E09-935C-F83A59A17885}" destId="{593F893F-0208-464E-BC82-8B946A63E3DA}" srcOrd="4" destOrd="0" presId="urn:microsoft.com/office/officeart/2005/8/layout/vList5"/>
    <dgm:cxn modelId="{E26E2037-12D5-49CB-A881-9623C33A40DE}" type="presParOf" srcId="{593F893F-0208-464E-BC82-8B946A63E3DA}" destId="{381EEE77-8BD9-4431-9817-3E862189984C}" srcOrd="0" destOrd="0" presId="urn:microsoft.com/office/officeart/2005/8/layout/vList5"/>
    <dgm:cxn modelId="{1ED5FE85-7888-406F-BBE0-6403655C468A}" type="presParOf" srcId="{593F893F-0208-464E-BC82-8B946A63E3DA}" destId="{8AFA970C-BF5B-4AC0-857E-21B05C154587}" srcOrd="1" destOrd="0" presId="urn:microsoft.com/office/officeart/2005/8/layout/vList5"/>
    <dgm:cxn modelId="{71AFC8F8-0EAD-4822-AFB3-73144D18499F}" type="presParOf" srcId="{FA826D48-C74E-4E09-935C-F83A59A17885}" destId="{781EED96-2B8D-4EB4-A7F7-7138790F7892}" srcOrd="5" destOrd="0" presId="urn:microsoft.com/office/officeart/2005/8/layout/vList5"/>
    <dgm:cxn modelId="{41ABEDA2-D488-422C-80FC-082E875B480B}" type="presParOf" srcId="{FA826D48-C74E-4E09-935C-F83A59A17885}" destId="{8AB01783-2C56-4D43-BF24-381B1461FC1E}" srcOrd="6" destOrd="0" presId="urn:microsoft.com/office/officeart/2005/8/layout/vList5"/>
    <dgm:cxn modelId="{EED3FD3A-62C4-41C1-8EA0-9BF8C9D9E26D}" type="presParOf" srcId="{8AB01783-2C56-4D43-BF24-381B1461FC1E}" destId="{BC7E7BDE-56BE-4795-B812-A1245ECD069B}" srcOrd="0" destOrd="0" presId="urn:microsoft.com/office/officeart/2005/8/layout/vList5"/>
    <dgm:cxn modelId="{8F2B00F6-BFDC-4599-928C-65FE23DE6CD2}" type="presParOf" srcId="{8AB01783-2C56-4D43-BF24-381B1461FC1E}" destId="{42970D9A-BF67-4989-9D9A-50DCE86139DA}" srcOrd="1" destOrd="0" presId="urn:microsoft.com/office/officeart/2005/8/layout/vList5"/>
  </dgm:cxnLst>
  <dgm:bg/>
  <dgm:whole>
    <a:ln>
      <a:solidFill>
        <a:schemeClr val="bg1"/>
      </a:solidFill>
    </a:ln>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5518C43-99B5-4DFC-A666-AE145F16B5A8}" type="doc">
      <dgm:prSet loTypeId="urn:microsoft.com/office/officeart/2005/8/layout/chevron2" loCatId="process" qsTypeId="urn:microsoft.com/office/officeart/2005/8/quickstyle/simple1" qsCatId="simple" csTypeId="urn:microsoft.com/office/officeart/2005/8/colors/accent5_2" csCatId="accent5" phldr="1"/>
      <dgm:spPr/>
      <dgm:t>
        <a:bodyPr/>
        <a:lstStyle/>
        <a:p>
          <a:endParaRPr lang="en-CA"/>
        </a:p>
      </dgm:t>
    </dgm:pt>
    <dgm:pt modelId="{E77415EA-5661-406D-8B02-884168BC8620}">
      <dgm:prSet/>
      <dgm:spPr/>
      <dgm:t>
        <a:bodyPr/>
        <a:lstStyle/>
        <a:p>
          <a:endParaRPr lang="en-CA" dirty="0"/>
        </a:p>
      </dgm:t>
    </dgm:pt>
    <dgm:pt modelId="{73C1CE88-220D-440E-8816-55AF73DF5355}" type="parTrans" cxnId="{168D3F6B-4B7D-4FF6-A8CA-9FC15FC68489}">
      <dgm:prSet/>
      <dgm:spPr/>
      <dgm:t>
        <a:bodyPr/>
        <a:lstStyle/>
        <a:p>
          <a:endParaRPr lang="en-CA"/>
        </a:p>
      </dgm:t>
    </dgm:pt>
    <dgm:pt modelId="{25A73CDE-57A0-488A-87CE-7ACBB7FD03E5}" type="sibTrans" cxnId="{168D3F6B-4B7D-4FF6-A8CA-9FC15FC68489}">
      <dgm:prSet/>
      <dgm:spPr/>
      <dgm:t>
        <a:bodyPr/>
        <a:lstStyle/>
        <a:p>
          <a:endParaRPr lang="en-CA"/>
        </a:p>
      </dgm:t>
    </dgm:pt>
    <dgm:pt modelId="{6A581A04-5E64-40E6-8A80-BC3B458B2337}">
      <dgm:prSet/>
      <dgm:spPr/>
      <dgm:t>
        <a:bodyPr/>
        <a:lstStyle/>
        <a:p>
          <a:endParaRPr lang="en-CA" dirty="0"/>
        </a:p>
      </dgm:t>
    </dgm:pt>
    <dgm:pt modelId="{38635CAB-8C1F-4E51-A8CA-7AD61F1A1736}" type="parTrans" cxnId="{F45A3CBD-503F-486F-B8F8-EF361F610D74}">
      <dgm:prSet/>
      <dgm:spPr/>
      <dgm:t>
        <a:bodyPr/>
        <a:lstStyle/>
        <a:p>
          <a:endParaRPr lang="en-CA"/>
        </a:p>
      </dgm:t>
    </dgm:pt>
    <dgm:pt modelId="{6EE93E86-3ADC-4D11-987C-422F4B17281C}" type="sibTrans" cxnId="{F45A3CBD-503F-486F-B8F8-EF361F610D74}">
      <dgm:prSet/>
      <dgm:spPr/>
      <dgm:t>
        <a:bodyPr/>
        <a:lstStyle/>
        <a:p>
          <a:endParaRPr lang="en-CA"/>
        </a:p>
      </dgm:t>
    </dgm:pt>
    <dgm:pt modelId="{24C193B6-F248-43C5-AADE-9CFD9D3F08EF}">
      <dgm:prSet/>
      <dgm:spPr/>
      <dgm:t>
        <a:bodyPr/>
        <a:lstStyle/>
        <a:p>
          <a:endParaRPr lang="en-CA" dirty="0"/>
        </a:p>
      </dgm:t>
    </dgm:pt>
    <dgm:pt modelId="{449800C5-C2CC-432A-98F7-41709BC65F29}" type="parTrans" cxnId="{3CDDD1E4-EC32-443D-AF5A-54F12AAD87D2}">
      <dgm:prSet/>
      <dgm:spPr/>
      <dgm:t>
        <a:bodyPr/>
        <a:lstStyle/>
        <a:p>
          <a:endParaRPr lang="en-CA"/>
        </a:p>
      </dgm:t>
    </dgm:pt>
    <dgm:pt modelId="{FAD7DBA3-CBF0-4E74-B822-6C28D457A254}" type="sibTrans" cxnId="{3CDDD1E4-EC32-443D-AF5A-54F12AAD87D2}">
      <dgm:prSet/>
      <dgm:spPr/>
      <dgm:t>
        <a:bodyPr/>
        <a:lstStyle/>
        <a:p>
          <a:endParaRPr lang="en-CA"/>
        </a:p>
      </dgm:t>
    </dgm:pt>
    <dgm:pt modelId="{BDA4130A-2312-409B-93A0-96334D227C0F}">
      <dgm:prSet/>
      <dgm:spPr/>
      <dgm:t>
        <a:bodyPr/>
        <a:lstStyle/>
        <a:p>
          <a:endParaRPr lang="en-CA" dirty="0"/>
        </a:p>
      </dgm:t>
    </dgm:pt>
    <dgm:pt modelId="{F711D785-8DF8-4B6A-BE98-2B7A6995C258}" type="parTrans" cxnId="{39881B6C-9E8C-4055-ABD7-FE48446DF61A}">
      <dgm:prSet/>
      <dgm:spPr/>
      <dgm:t>
        <a:bodyPr/>
        <a:lstStyle/>
        <a:p>
          <a:endParaRPr lang="en-CA"/>
        </a:p>
      </dgm:t>
    </dgm:pt>
    <dgm:pt modelId="{15ACEC69-2A48-4908-9DAE-365853C2188A}" type="sibTrans" cxnId="{39881B6C-9E8C-4055-ABD7-FE48446DF61A}">
      <dgm:prSet/>
      <dgm:spPr/>
      <dgm:t>
        <a:bodyPr/>
        <a:lstStyle/>
        <a:p>
          <a:endParaRPr lang="en-CA"/>
        </a:p>
      </dgm:t>
    </dgm:pt>
    <dgm:pt modelId="{C71A35FD-86D3-46C8-9A41-55A594EB91A6}">
      <dgm:prSet/>
      <dgm:spPr/>
      <dgm:t>
        <a:bodyPr/>
        <a:lstStyle/>
        <a:p>
          <a:r>
            <a:rPr lang="en-US" b="1" dirty="0"/>
            <a:t>Develop an effective machine-learning framework to detect False Data Injection (FDI) attacks in smart-grid systems</a:t>
          </a:r>
          <a:endParaRPr lang="en-CA" dirty="0"/>
        </a:p>
      </dgm:t>
    </dgm:pt>
    <dgm:pt modelId="{27F3A688-75DC-4927-B7F0-423BD0863A4B}" type="parTrans" cxnId="{D836BF21-4882-47EF-9542-7CC7DB40D8B4}">
      <dgm:prSet/>
      <dgm:spPr/>
      <dgm:t>
        <a:bodyPr/>
        <a:lstStyle/>
        <a:p>
          <a:endParaRPr lang="en-CA"/>
        </a:p>
      </dgm:t>
    </dgm:pt>
    <dgm:pt modelId="{9E70E658-5819-4B2D-A0EE-CD6F453799D4}" type="sibTrans" cxnId="{D836BF21-4882-47EF-9542-7CC7DB40D8B4}">
      <dgm:prSet/>
      <dgm:spPr/>
      <dgm:t>
        <a:bodyPr/>
        <a:lstStyle/>
        <a:p>
          <a:endParaRPr lang="en-CA"/>
        </a:p>
      </dgm:t>
    </dgm:pt>
    <dgm:pt modelId="{52EC919F-E96C-4E91-95BC-6CB85ADDA655}">
      <dgm:prSet/>
      <dgm:spPr/>
      <dgm:t>
        <a:bodyPr/>
        <a:lstStyle/>
        <a:p>
          <a:r>
            <a:rPr lang="en-US" b="1" dirty="0"/>
            <a:t>Identify and rank important features using explainable methods such as SHAP and Random Forest–based Weighted Feature Importance (WFI).</a:t>
          </a:r>
          <a:endParaRPr lang="en-CA" dirty="0"/>
        </a:p>
      </dgm:t>
    </dgm:pt>
    <dgm:pt modelId="{BD6BB595-9769-4FFC-9668-9639CD892F2A}" type="parTrans" cxnId="{6F56543D-F8D0-474B-80B8-D19B0D69A011}">
      <dgm:prSet/>
      <dgm:spPr/>
      <dgm:t>
        <a:bodyPr/>
        <a:lstStyle/>
        <a:p>
          <a:endParaRPr lang="en-CA"/>
        </a:p>
      </dgm:t>
    </dgm:pt>
    <dgm:pt modelId="{A4F4502F-36E2-4578-812B-CC0AB1E950AE}" type="sibTrans" cxnId="{6F56543D-F8D0-474B-80B8-D19B0D69A011}">
      <dgm:prSet/>
      <dgm:spPr/>
      <dgm:t>
        <a:bodyPr/>
        <a:lstStyle/>
        <a:p>
          <a:endParaRPr lang="en-CA"/>
        </a:p>
      </dgm:t>
    </dgm:pt>
    <dgm:pt modelId="{509AFFEA-4E8D-4EAA-B858-1943D6A968AE}">
      <dgm:prSet/>
      <dgm:spPr/>
      <dgm:t>
        <a:bodyPr/>
        <a:lstStyle/>
        <a:p>
          <a:r>
            <a:rPr lang="en-US" b="1" dirty="0"/>
            <a:t>Select the most relevant subset of features by analyzing common features between SHAP and WFI rankings.</a:t>
          </a:r>
          <a:endParaRPr lang="en-CA" dirty="0"/>
        </a:p>
      </dgm:t>
    </dgm:pt>
    <dgm:pt modelId="{59F26287-74A2-4DB8-AA11-CFFD92F02AE2}" type="parTrans" cxnId="{01FD9F01-7BF9-4A04-A6C6-DC18EE64A3F7}">
      <dgm:prSet/>
      <dgm:spPr/>
      <dgm:t>
        <a:bodyPr/>
        <a:lstStyle/>
        <a:p>
          <a:endParaRPr lang="en-CA"/>
        </a:p>
      </dgm:t>
    </dgm:pt>
    <dgm:pt modelId="{F3B79C1D-9AA2-4E7F-AE47-190EE3E30949}" type="sibTrans" cxnId="{01FD9F01-7BF9-4A04-A6C6-DC18EE64A3F7}">
      <dgm:prSet/>
      <dgm:spPr/>
      <dgm:t>
        <a:bodyPr/>
        <a:lstStyle/>
        <a:p>
          <a:endParaRPr lang="en-CA"/>
        </a:p>
      </dgm:t>
    </dgm:pt>
    <dgm:pt modelId="{FB228482-4259-41DC-9780-707B96A14507}">
      <dgm:prSet/>
      <dgm:spPr/>
      <dgm:t>
        <a:bodyPr/>
        <a:lstStyle/>
        <a:p>
          <a:r>
            <a:rPr lang="en-US" b="1" dirty="0"/>
            <a:t>Derive new features using correlation-based techniques (PCC) to capture relationships between important features.</a:t>
          </a:r>
          <a:endParaRPr lang="en-CA" dirty="0"/>
        </a:p>
      </dgm:t>
    </dgm:pt>
    <dgm:pt modelId="{6E785D3D-8A52-41E7-9643-B6ED8125CED2}" type="parTrans" cxnId="{D84DC82A-15FF-4AB7-AD8E-F5B7788AABEE}">
      <dgm:prSet/>
      <dgm:spPr/>
      <dgm:t>
        <a:bodyPr/>
        <a:lstStyle/>
        <a:p>
          <a:endParaRPr lang="en-CA"/>
        </a:p>
      </dgm:t>
    </dgm:pt>
    <dgm:pt modelId="{BA5E0791-06D3-44D5-8D31-0E0AD685766F}" type="sibTrans" cxnId="{D84DC82A-15FF-4AB7-AD8E-F5B7788AABEE}">
      <dgm:prSet/>
      <dgm:spPr/>
      <dgm:t>
        <a:bodyPr/>
        <a:lstStyle/>
        <a:p>
          <a:endParaRPr lang="en-CA"/>
        </a:p>
      </dgm:t>
    </dgm:pt>
    <dgm:pt modelId="{4050D50B-99A7-4FC6-B720-C4822D4C60AE}">
      <dgm:prSet/>
      <dgm:spPr/>
      <dgm:t>
        <a:bodyPr/>
        <a:lstStyle/>
        <a:p>
          <a:r>
            <a:rPr lang="en-US" b="1" dirty="0"/>
            <a:t>Train and evaluate a Random Forest model using selected and derived features for accurate attack detection.</a:t>
          </a:r>
          <a:endParaRPr lang="en-CA" dirty="0"/>
        </a:p>
      </dgm:t>
    </dgm:pt>
    <dgm:pt modelId="{7120C74F-A01A-44A2-819A-E5B838F9612E}" type="parTrans" cxnId="{7ED89277-3976-4F43-86CB-7C61FF3A084A}">
      <dgm:prSet/>
      <dgm:spPr/>
      <dgm:t>
        <a:bodyPr/>
        <a:lstStyle/>
        <a:p>
          <a:endParaRPr lang="en-CA"/>
        </a:p>
      </dgm:t>
    </dgm:pt>
    <dgm:pt modelId="{EC51B88E-D475-4ED9-BC20-45B55AA35455}" type="sibTrans" cxnId="{7ED89277-3976-4F43-86CB-7C61FF3A084A}">
      <dgm:prSet/>
      <dgm:spPr/>
      <dgm:t>
        <a:bodyPr/>
        <a:lstStyle/>
        <a:p>
          <a:endParaRPr lang="en-CA"/>
        </a:p>
      </dgm:t>
    </dgm:pt>
    <dgm:pt modelId="{045CE46E-B496-44FF-A6A2-C6C26F68F160}">
      <dgm:prSet/>
      <dgm:spPr/>
      <dgm:t>
        <a:bodyPr/>
        <a:lstStyle/>
        <a:p>
          <a:endParaRPr lang="en-CA" dirty="0"/>
        </a:p>
      </dgm:t>
    </dgm:pt>
    <dgm:pt modelId="{82B61F5C-B068-4698-AB91-EE4243813C3D}" type="parTrans" cxnId="{B5EFA723-FA1F-4EFF-8061-90AED61A5ED5}">
      <dgm:prSet/>
      <dgm:spPr/>
      <dgm:t>
        <a:bodyPr/>
        <a:lstStyle/>
        <a:p>
          <a:endParaRPr lang="en-CA"/>
        </a:p>
      </dgm:t>
    </dgm:pt>
    <dgm:pt modelId="{44A3241A-5288-47F0-82A9-B61C92EBEA3B}" type="sibTrans" cxnId="{B5EFA723-FA1F-4EFF-8061-90AED61A5ED5}">
      <dgm:prSet/>
      <dgm:spPr/>
      <dgm:t>
        <a:bodyPr/>
        <a:lstStyle/>
        <a:p>
          <a:endParaRPr lang="en-CA"/>
        </a:p>
      </dgm:t>
    </dgm:pt>
    <dgm:pt modelId="{864516E8-E16D-40FA-819D-93DB28E33504}" type="pres">
      <dgm:prSet presAssocID="{15518C43-99B5-4DFC-A666-AE145F16B5A8}" presName="linearFlow" presStyleCnt="0">
        <dgm:presLayoutVars>
          <dgm:dir/>
          <dgm:animLvl val="lvl"/>
          <dgm:resizeHandles val="exact"/>
        </dgm:presLayoutVars>
      </dgm:prSet>
      <dgm:spPr/>
    </dgm:pt>
    <dgm:pt modelId="{2D89685E-604A-4113-B6E7-44E7B7439D32}" type="pres">
      <dgm:prSet presAssocID="{E77415EA-5661-406D-8B02-884168BC8620}" presName="composite" presStyleCnt="0"/>
      <dgm:spPr/>
    </dgm:pt>
    <dgm:pt modelId="{F214CB65-82A0-419D-9F3E-2F8153684C6F}" type="pres">
      <dgm:prSet presAssocID="{E77415EA-5661-406D-8B02-884168BC8620}" presName="parentText" presStyleLbl="alignNode1" presStyleIdx="0" presStyleCnt="5">
        <dgm:presLayoutVars>
          <dgm:chMax val="1"/>
          <dgm:bulletEnabled val="1"/>
        </dgm:presLayoutVars>
      </dgm:prSet>
      <dgm:spPr/>
    </dgm:pt>
    <dgm:pt modelId="{03BE5C8D-E883-42D8-86D8-5B7FC82C2916}" type="pres">
      <dgm:prSet presAssocID="{E77415EA-5661-406D-8B02-884168BC8620}" presName="descendantText" presStyleLbl="alignAcc1" presStyleIdx="0" presStyleCnt="5">
        <dgm:presLayoutVars>
          <dgm:bulletEnabled val="1"/>
        </dgm:presLayoutVars>
      </dgm:prSet>
      <dgm:spPr/>
    </dgm:pt>
    <dgm:pt modelId="{644C7EF3-4757-4C52-86FE-F63093DE00E8}" type="pres">
      <dgm:prSet presAssocID="{25A73CDE-57A0-488A-87CE-7ACBB7FD03E5}" presName="sp" presStyleCnt="0"/>
      <dgm:spPr/>
    </dgm:pt>
    <dgm:pt modelId="{90091498-D75E-4498-B737-0BCD701F3EE4}" type="pres">
      <dgm:prSet presAssocID="{045CE46E-B496-44FF-A6A2-C6C26F68F160}" presName="composite" presStyleCnt="0"/>
      <dgm:spPr/>
    </dgm:pt>
    <dgm:pt modelId="{82FDAF5E-1314-4F93-9935-38F9E519B836}" type="pres">
      <dgm:prSet presAssocID="{045CE46E-B496-44FF-A6A2-C6C26F68F160}" presName="parentText" presStyleLbl="alignNode1" presStyleIdx="1" presStyleCnt="5">
        <dgm:presLayoutVars>
          <dgm:chMax val="1"/>
          <dgm:bulletEnabled val="1"/>
        </dgm:presLayoutVars>
      </dgm:prSet>
      <dgm:spPr/>
    </dgm:pt>
    <dgm:pt modelId="{F141CB19-0348-4017-B500-46EEE0DEA3E8}" type="pres">
      <dgm:prSet presAssocID="{045CE46E-B496-44FF-A6A2-C6C26F68F160}" presName="descendantText" presStyleLbl="alignAcc1" presStyleIdx="1" presStyleCnt="5">
        <dgm:presLayoutVars>
          <dgm:bulletEnabled val="1"/>
        </dgm:presLayoutVars>
      </dgm:prSet>
      <dgm:spPr/>
    </dgm:pt>
    <dgm:pt modelId="{2296C0FD-3657-4176-978E-CEAD261C90A2}" type="pres">
      <dgm:prSet presAssocID="{44A3241A-5288-47F0-82A9-B61C92EBEA3B}" presName="sp" presStyleCnt="0"/>
      <dgm:spPr/>
    </dgm:pt>
    <dgm:pt modelId="{9903B36A-481D-43C3-B95D-CB61430AD859}" type="pres">
      <dgm:prSet presAssocID="{6A581A04-5E64-40E6-8A80-BC3B458B2337}" presName="composite" presStyleCnt="0"/>
      <dgm:spPr/>
    </dgm:pt>
    <dgm:pt modelId="{E70EC7A8-DB72-4BCA-ADE0-B92D19C63BDD}" type="pres">
      <dgm:prSet presAssocID="{6A581A04-5E64-40E6-8A80-BC3B458B2337}" presName="parentText" presStyleLbl="alignNode1" presStyleIdx="2" presStyleCnt="5">
        <dgm:presLayoutVars>
          <dgm:chMax val="1"/>
          <dgm:bulletEnabled val="1"/>
        </dgm:presLayoutVars>
      </dgm:prSet>
      <dgm:spPr/>
    </dgm:pt>
    <dgm:pt modelId="{2E79CFFF-2AAF-446C-8EA1-B56331B2B2A0}" type="pres">
      <dgm:prSet presAssocID="{6A581A04-5E64-40E6-8A80-BC3B458B2337}" presName="descendantText" presStyleLbl="alignAcc1" presStyleIdx="2" presStyleCnt="5">
        <dgm:presLayoutVars>
          <dgm:bulletEnabled val="1"/>
        </dgm:presLayoutVars>
      </dgm:prSet>
      <dgm:spPr/>
    </dgm:pt>
    <dgm:pt modelId="{565CA31B-6C2A-435A-AA12-22B5D550EB28}" type="pres">
      <dgm:prSet presAssocID="{6EE93E86-3ADC-4D11-987C-422F4B17281C}" presName="sp" presStyleCnt="0"/>
      <dgm:spPr/>
    </dgm:pt>
    <dgm:pt modelId="{EA79BF11-009A-4195-A2D0-8DF44311DDE0}" type="pres">
      <dgm:prSet presAssocID="{24C193B6-F248-43C5-AADE-9CFD9D3F08EF}" presName="composite" presStyleCnt="0"/>
      <dgm:spPr/>
    </dgm:pt>
    <dgm:pt modelId="{EA49DB66-A000-4AC2-A63A-7DC5154735A2}" type="pres">
      <dgm:prSet presAssocID="{24C193B6-F248-43C5-AADE-9CFD9D3F08EF}" presName="parentText" presStyleLbl="alignNode1" presStyleIdx="3" presStyleCnt="5">
        <dgm:presLayoutVars>
          <dgm:chMax val="1"/>
          <dgm:bulletEnabled val="1"/>
        </dgm:presLayoutVars>
      </dgm:prSet>
      <dgm:spPr/>
    </dgm:pt>
    <dgm:pt modelId="{C875F103-2885-48A4-894E-1C2577A769E8}" type="pres">
      <dgm:prSet presAssocID="{24C193B6-F248-43C5-AADE-9CFD9D3F08EF}" presName="descendantText" presStyleLbl="alignAcc1" presStyleIdx="3" presStyleCnt="5">
        <dgm:presLayoutVars>
          <dgm:bulletEnabled val="1"/>
        </dgm:presLayoutVars>
      </dgm:prSet>
      <dgm:spPr/>
    </dgm:pt>
    <dgm:pt modelId="{87489340-EC62-4EC3-A333-A018BDDEF379}" type="pres">
      <dgm:prSet presAssocID="{FAD7DBA3-CBF0-4E74-B822-6C28D457A254}" presName="sp" presStyleCnt="0"/>
      <dgm:spPr/>
    </dgm:pt>
    <dgm:pt modelId="{A9BABD66-C897-4722-A17C-AFCA410A17C4}" type="pres">
      <dgm:prSet presAssocID="{BDA4130A-2312-409B-93A0-96334D227C0F}" presName="composite" presStyleCnt="0"/>
      <dgm:spPr/>
    </dgm:pt>
    <dgm:pt modelId="{CB614449-3A1E-40ED-B476-5CDD045EE01C}" type="pres">
      <dgm:prSet presAssocID="{BDA4130A-2312-409B-93A0-96334D227C0F}" presName="parentText" presStyleLbl="alignNode1" presStyleIdx="4" presStyleCnt="5">
        <dgm:presLayoutVars>
          <dgm:chMax val="1"/>
          <dgm:bulletEnabled val="1"/>
        </dgm:presLayoutVars>
      </dgm:prSet>
      <dgm:spPr/>
    </dgm:pt>
    <dgm:pt modelId="{CEB7562C-7B9E-48C5-AB34-25B1B025444E}" type="pres">
      <dgm:prSet presAssocID="{BDA4130A-2312-409B-93A0-96334D227C0F}" presName="descendantText" presStyleLbl="alignAcc1" presStyleIdx="4" presStyleCnt="5">
        <dgm:presLayoutVars>
          <dgm:bulletEnabled val="1"/>
        </dgm:presLayoutVars>
      </dgm:prSet>
      <dgm:spPr/>
    </dgm:pt>
  </dgm:ptLst>
  <dgm:cxnLst>
    <dgm:cxn modelId="{01FD9F01-7BF9-4A04-A6C6-DC18EE64A3F7}" srcId="{6A581A04-5E64-40E6-8A80-BC3B458B2337}" destId="{509AFFEA-4E8D-4EAA-B858-1943D6A968AE}" srcOrd="0" destOrd="0" parTransId="{59F26287-74A2-4DB8-AA11-CFFD92F02AE2}" sibTransId="{F3B79C1D-9AA2-4E7F-AE47-190EE3E30949}"/>
    <dgm:cxn modelId="{D836BF21-4882-47EF-9542-7CC7DB40D8B4}" srcId="{E77415EA-5661-406D-8B02-884168BC8620}" destId="{C71A35FD-86D3-46C8-9A41-55A594EB91A6}" srcOrd="0" destOrd="0" parTransId="{27F3A688-75DC-4927-B7F0-423BD0863A4B}" sibTransId="{9E70E658-5819-4B2D-A0EE-CD6F453799D4}"/>
    <dgm:cxn modelId="{B5EFA723-FA1F-4EFF-8061-90AED61A5ED5}" srcId="{15518C43-99B5-4DFC-A666-AE145F16B5A8}" destId="{045CE46E-B496-44FF-A6A2-C6C26F68F160}" srcOrd="1" destOrd="0" parTransId="{82B61F5C-B068-4698-AB91-EE4243813C3D}" sibTransId="{44A3241A-5288-47F0-82A9-B61C92EBEA3B}"/>
    <dgm:cxn modelId="{D84DC82A-15FF-4AB7-AD8E-F5B7788AABEE}" srcId="{24C193B6-F248-43C5-AADE-9CFD9D3F08EF}" destId="{FB228482-4259-41DC-9780-707B96A14507}" srcOrd="0" destOrd="0" parTransId="{6E785D3D-8A52-41E7-9643-B6ED8125CED2}" sibTransId="{BA5E0791-06D3-44D5-8D31-0E0AD685766F}"/>
    <dgm:cxn modelId="{6F56543D-F8D0-474B-80B8-D19B0D69A011}" srcId="{045CE46E-B496-44FF-A6A2-C6C26F68F160}" destId="{52EC919F-E96C-4E91-95BC-6CB85ADDA655}" srcOrd="0" destOrd="0" parTransId="{BD6BB595-9769-4FFC-9668-9639CD892F2A}" sibTransId="{A4F4502F-36E2-4578-812B-CC0AB1E950AE}"/>
    <dgm:cxn modelId="{E857765D-E947-40D4-907F-CA9C445A0D68}" type="presOf" srcId="{509AFFEA-4E8D-4EAA-B858-1943D6A968AE}" destId="{2E79CFFF-2AAF-446C-8EA1-B56331B2B2A0}" srcOrd="0" destOrd="0" presId="urn:microsoft.com/office/officeart/2005/8/layout/chevron2"/>
    <dgm:cxn modelId="{88AE1D45-6E15-4714-B135-1548F7132AF0}" type="presOf" srcId="{C71A35FD-86D3-46C8-9A41-55A594EB91A6}" destId="{03BE5C8D-E883-42D8-86D8-5B7FC82C2916}" srcOrd="0" destOrd="0" presId="urn:microsoft.com/office/officeart/2005/8/layout/chevron2"/>
    <dgm:cxn modelId="{168D3F6B-4B7D-4FF6-A8CA-9FC15FC68489}" srcId="{15518C43-99B5-4DFC-A666-AE145F16B5A8}" destId="{E77415EA-5661-406D-8B02-884168BC8620}" srcOrd="0" destOrd="0" parTransId="{73C1CE88-220D-440E-8816-55AF73DF5355}" sibTransId="{25A73CDE-57A0-488A-87CE-7ACBB7FD03E5}"/>
    <dgm:cxn modelId="{39881B6C-9E8C-4055-ABD7-FE48446DF61A}" srcId="{15518C43-99B5-4DFC-A666-AE145F16B5A8}" destId="{BDA4130A-2312-409B-93A0-96334D227C0F}" srcOrd="4" destOrd="0" parTransId="{F711D785-8DF8-4B6A-BE98-2B7A6995C258}" sibTransId="{15ACEC69-2A48-4908-9DAE-365853C2188A}"/>
    <dgm:cxn modelId="{7ED89277-3976-4F43-86CB-7C61FF3A084A}" srcId="{BDA4130A-2312-409B-93A0-96334D227C0F}" destId="{4050D50B-99A7-4FC6-B720-C4822D4C60AE}" srcOrd="0" destOrd="0" parTransId="{7120C74F-A01A-44A2-819A-E5B838F9612E}" sibTransId="{EC51B88E-D475-4ED9-BC20-45B55AA35455}"/>
    <dgm:cxn modelId="{270FBD80-2016-49A7-97A0-627A742C6457}" type="presOf" srcId="{E77415EA-5661-406D-8B02-884168BC8620}" destId="{F214CB65-82A0-419D-9F3E-2F8153684C6F}" srcOrd="0" destOrd="0" presId="urn:microsoft.com/office/officeart/2005/8/layout/chevron2"/>
    <dgm:cxn modelId="{8CFE3C88-64B0-4309-AC9F-C4AF0944F4F0}" type="presOf" srcId="{15518C43-99B5-4DFC-A666-AE145F16B5A8}" destId="{864516E8-E16D-40FA-819D-93DB28E33504}" srcOrd="0" destOrd="0" presId="urn:microsoft.com/office/officeart/2005/8/layout/chevron2"/>
    <dgm:cxn modelId="{21DECB91-D1B5-491D-856A-24CFDBA3B8A3}" type="presOf" srcId="{6A581A04-5E64-40E6-8A80-BC3B458B2337}" destId="{E70EC7A8-DB72-4BCA-ADE0-B92D19C63BDD}" srcOrd="0" destOrd="0" presId="urn:microsoft.com/office/officeart/2005/8/layout/chevron2"/>
    <dgm:cxn modelId="{EDBDFFB7-7D6A-4692-8166-91504D25AF07}" type="presOf" srcId="{52EC919F-E96C-4E91-95BC-6CB85ADDA655}" destId="{F141CB19-0348-4017-B500-46EEE0DEA3E8}" srcOrd="0" destOrd="0" presId="urn:microsoft.com/office/officeart/2005/8/layout/chevron2"/>
    <dgm:cxn modelId="{F45A3CBD-503F-486F-B8F8-EF361F610D74}" srcId="{15518C43-99B5-4DFC-A666-AE145F16B5A8}" destId="{6A581A04-5E64-40E6-8A80-BC3B458B2337}" srcOrd="2" destOrd="0" parTransId="{38635CAB-8C1F-4E51-A8CA-7AD61F1A1736}" sibTransId="{6EE93E86-3ADC-4D11-987C-422F4B17281C}"/>
    <dgm:cxn modelId="{8BEDC8DF-6596-4126-9A04-24758C8EEA32}" type="presOf" srcId="{24C193B6-F248-43C5-AADE-9CFD9D3F08EF}" destId="{EA49DB66-A000-4AC2-A63A-7DC5154735A2}" srcOrd="0" destOrd="0" presId="urn:microsoft.com/office/officeart/2005/8/layout/chevron2"/>
    <dgm:cxn modelId="{3CDDD1E4-EC32-443D-AF5A-54F12AAD87D2}" srcId="{15518C43-99B5-4DFC-A666-AE145F16B5A8}" destId="{24C193B6-F248-43C5-AADE-9CFD9D3F08EF}" srcOrd="3" destOrd="0" parTransId="{449800C5-C2CC-432A-98F7-41709BC65F29}" sibTransId="{FAD7DBA3-CBF0-4E74-B822-6C28D457A254}"/>
    <dgm:cxn modelId="{9EA0A2F0-364E-4473-8E98-DCBBBF9A4440}" type="presOf" srcId="{4050D50B-99A7-4FC6-B720-C4822D4C60AE}" destId="{CEB7562C-7B9E-48C5-AB34-25B1B025444E}" srcOrd="0" destOrd="0" presId="urn:microsoft.com/office/officeart/2005/8/layout/chevron2"/>
    <dgm:cxn modelId="{0133C1F2-AB38-406D-8F8E-7813928490B2}" type="presOf" srcId="{FB228482-4259-41DC-9780-707B96A14507}" destId="{C875F103-2885-48A4-894E-1C2577A769E8}" srcOrd="0" destOrd="0" presId="urn:microsoft.com/office/officeart/2005/8/layout/chevron2"/>
    <dgm:cxn modelId="{7E94DBF5-6721-46B6-9136-FCDC4DE8D79B}" type="presOf" srcId="{045CE46E-B496-44FF-A6A2-C6C26F68F160}" destId="{82FDAF5E-1314-4F93-9935-38F9E519B836}" srcOrd="0" destOrd="0" presId="urn:microsoft.com/office/officeart/2005/8/layout/chevron2"/>
    <dgm:cxn modelId="{590851FD-6A55-45FD-AFF5-8D55A1F365FF}" type="presOf" srcId="{BDA4130A-2312-409B-93A0-96334D227C0F}" destId="{CB614449-3A1E-40ED-B476-5CDD045EE01C}" srcOrd="0" destOrd="0" presId="urn:microsoft.com/office/officeart/2005/8/layout/chevron2"/>
    <dgm:cxn modelId="{3B727916-926D-49B4-811C-DFF598F69059}" type="presParOf" srcId="{864516E8-E16D-40FA-819D-93DB28E33504}" destId="{2D89685E-604A-4113-B6E7-44E7B7439D32}" srcOrd="0" destOrd="0" presId="urn:microsoft.com/office/officeart/2005/8/layout/chevron2"/>
    <dgm:cxn modelId="{BE85AB02-8E8C-4047-9968-D41D581FD292}" type="presParOf" srcId="{2D89685E-604A-4113-B6E7-44E7B7439D32}" destId="{F214CB65-82A0-419D-9F3E-2F8153684C6F}" srcOrd="0" destOrd="0" presId="urn:microsoft.com/office/officeart/2005/8/layout/chevron2"/>
    <dgm:cxn modelId="{86223AE9-2225-4242-A71F-9F768E97B799}" type="presParOf" srcId="{2D89685E-604A-4113-B6E7-44E7B7439D32}" destId="{03BE5C8D-E883-42D8-86D8-5B7FC82C2916}" srcOrd="1" destOrd="0" presId="urn:microsoft.com/office/officeart/2005/8/layout/chevron2"/>
    <dgm:cxn modelId="{235745CB-C9A2-4912-8DA4-171C05B31E2C}" type="presParOf" srcId="{864516E8-E16D-40FA-819D-93DB28E33504}" destId="{644C7EF3-4757-4C52-86FE-F63093DE00E8}" srcOrd="1" destOrd="0" presId="urn:microsoft.com/office/officeart/2005/8/layout/chevron2"/>
    <dgm:cxn modelId="{079FA92F-904A-409F-BA32-3428A778FB58}" type="presParOf" srcId="{864516E8-E16D-40FA-819D-93DB28E33504}" destId="{90091498-D75E-4498-B737-0BCD701F3EE4}" srcOrd="2" destOrd="0" presId="urn:microsoft.com/office/officeart/2005/8/layout/chevron2"/>
    <dgm:cxn modelId="{7BBB930A-4033-459B-B2BF-BFD85B099BA3}" type="presParOf" srcId="{90091498-D75E-4498-B737-0BCD701F3EE4}" destId="{82FDAF5E-1314-4F93-9935-38F9E519B836}" srcOrd="0" destOrd="0" presId="urn:microsoft.com/office/officeart/2005/8/layout/chevron2"/>
    <dgm:cxn modelId="{F7428C4C-A54F-4FA8-81E4-3E536035DEB9}" type="presParOf" srcId="{90091498-D75E-4498-B737-0BCD701F3EE4}" destId="{F141CB19-0348-4017-B500-46EEE0DEA3E8}" srcOrd="1" destOrd="0" presId="urn:microsoft.com/office/officeart/2005/8/layout/chevron2"/>
    <dgm:cxn modelId="{41890DAF-61BF-4203-A65B-E6FF97E46CC2}" type="presParOf" srcId="{864516E8-E16D-40FA-819D-93DB28E33504}" destId="{2296C0FD-3657-4176-978E-CEAD261C90A2}" srcOrd="3" destOrd="0" presId="urn:microsoft.com/office/officeart/2005/8/layout/chevron2"/>
    <dgm:cxn modelId="{9E8FC499-7389-4FE6-B80B-B466B9965875}" type="presParOf" srcId="{864516E8-E16D-40FA-819D-93DB28E33504}" destId="{9903B36A-481D-43C3-B95D-CB61430AD859}" srcOrd="4" destOrd="0" presId="urn:microsoft.com/office/officeart/2005/8/layout/chevron2"/>
    <dgm:cxn modelId="{05A9A86D-5651-49E1-A3BF-F90E79FE5057}" type="presParOf" srcId="{9903B36A-481D-43C3-B95D-CB61430AD859}" destId="{E70EC7A8-DB72-4BCA-ADE0-B92D19C63BDD}" srcOrd="0" destOrd="0" presId="urn:microsoft.com/office/officeart/2005/8/layout/chevron2"/>
    <dgm:cxn modelId="{5061FC36-FA11-4C27-B558-FEA1B6D4147C}" type="presParOf" srcId="{9903B36A-481D-43C3-B95D-CB61430AD859}" destId="{2E79CFFF-2AAF-446C-8EA1-B56331B2B2A0}" srcOrd="1" destOrd="0" presId="urn:microsoft.com/office/officeart/2005/8/layout/chevron2"/>
    <dgm:cxn modelId="{52E94E00-A676-4786-B3A0-EA87B24EF7AF}" type="presParOf" srcId="{864516E8-E16D-40FA-819D-93DB28E33504}" destId="{565CA31B-6C2A-435A-AA12-22B5D550EB28}" srcOrd="5" destOrd="0" presId="urn:microsoft.com/office/officeart/2005/8/layout/chevron2"/>
    <dgm:cxn modelId="{C48C11BA-4B6C-4CDD-A3A0-F9B2BCCCD779}" type="presParOf" srcId="{864516E8-E16D-40FA-819D-93DB28E33504}" destId="{EA79BF11-009A-4195-A2D0-8DF44311DDE0}" srcOrd="6" destOrd="0" presId="urn:microsoft.com/office/officeart/2005/8/layout/chevron2"/>
    <dgm:cxn modelId="{F0494801-18DE-48AC-BFFF-EF8C5683B7E6}" type="presParOf" srcId="{EA79BF11-009A-4195-A2D0-8DF44311DDE0}" destId="{EA49DB66-A000-4AC2-A63A-7DC5154735A2}" srcOrd="0" destOrd="0" presId="urn:microsoft.com/office/officeart/2005/8/layout/chevron2"/>
    <dgm:cxn modelId="{1F5D9E48-FB11-44C0-81FD-DCF7EB560F03}" type="presParOf" srcId="{EA79BF11-009A-4195-A2D0-8DF44311DDE0}" destId="{C875F103-2885-48A4-894E-1C2577A769E8}" srcOrd="1" destOrd="0" presId="urn:microsoft.com/office/officeart/2005/8/layout/chevron2"/>
    <dgm:cxn modelId="{FC366792-0915-4DCB-9C68-D22EBF27E6D1}" type="presParOf" srcId="{864516E8-E16D-40FA-819D-93DB28E33504}" destId="{87489340-EC62-4EC3-A333-A018BDDEF379}" srcOrd="7" destOrd="0" presId="urn:microsoft.com/office/officeart/2005/8/layout/chevron2"/>
    <dgm:cxn modelId="{DF89EECF-F830-43C5-AEDF-3A90547DEACC}" type="presParOf" srcId="{864516E8-E16D-40FA-819D-93DB28E33504}" destId="{A9BABD66-C897-4722-A17C-AFCA410A17C4}" srcOrd="8" destOrd="0" presId="urn:microsoft.com/office/officeart/2005/8/layout/chevron2"/>
    <dgm:cxn modelId="{6EE31CCF-602E-490E-8F2C-8190A0457F91}" type="presParOf" srcId="{A9BABD66-C897-4722-A17C-AFCA410A17C4}" destId="{CB614449-3A1E-40ED-B476-5CDD045EE01C}" srcOrd="0" destOrd="0" presId="urn:microsoft.com/office/officeart/2005/8/layout/chevron2"/>
    <dgm:cxn modelId="{9A9A63A5-8BD5-43E6-B8AE-DF163702B104}" type="presParOf" srcId="{A9BABD66-C897-4722-A17C-AFCA410A17C4}" destId="{CEB7562C-7B9E-48C5-AB34-25B1B025444E}"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5518C43-99B5-4DFC-A666-AE145F16B5A8}" type="doc">
      <dgm:prSet loTypeId="urn:microsoft.com/office/officeart/2005/8/layout/default" loCatId="list" qsTypeId="urn:microsoft.com/office/officeart/2005/8/quickstyle/simple1" qsCatId="simple" csTypeId="urn:microsoft.com/office/officeart/2005/8/colors/accent5_2" csCatId="accent5" phldr="1"/>
      <dgm:spPr/>
      <dgm:t>
        <a:bodyPr/>
        <a:lstStyle/>
        <a:p>
          <a:endParaRPr lang="en-CA"/>
        </a:p>
      </dgm:t>
    </dgm:pt>
    <dgm:pt modelId="{E77415EA-5661-406D-8B02-884168BC8620}">
      <dgm:prSet/>
      <dgm:spPr/>
      <dgm:t>
        <a:bodyPr/>
        <a:lstStyle/>
        <a:p>
          <a:r>
            <a:rPr lang="en-US" dirty="0"/>
            <a:t>Detect FDI attacks with high accuracy</a:t>
          </a:r>
          <a:endParaRPr lang="en-CA" dirty="0"/>
        </a:p>
      </dgm:t>
    </dgm:pt>
    <dgm:pt modelId="{73C1CE88-220D-440E-8816-55AF73DF5355}" type="parTrans" cxnId="{168D3F6B-4B7D-4FF6-A8CA-9FC15FC68489}">
      <dgm:prSet/>
      <dgm:spPr/>
      <dgm:t>
        <a:bodyPr/>
        <a:lstStyle/>
        <a:p>
          <a:endParaRPr lang="en-CA"/>
        </a:p>
      </dgm:t>
    </dgm:pt>
    <dgm:pt modelId="{25A73CDE-57A0-488A-87CE-7ACBB7FD03E5}" type="sibTrans" cxnId="{168D3F6B-4B7D-4FF6-A8CA-9FC15FC68489}">
      <dgm:prSet/>
      <dgm:spPr/>
      <dgm:t>
        <a:bodyPr/>
        <a:lstStyle/>
        <a:p>
          <a:endParaRPr lang="en-CA"/>
        </a:p>
      </dgm:t>
    </dgm:pt>
    <dgm:pt modelId="{6A581A04-5E64-40E6-8A80-BC3B458B2337}">
      <dgm:prSet/>
      <dgm:spPr/>
      <dgm:t>
        <a:bodyPr/>
        <a:lstStyle/>
        <a:p>
          <a:r>
            <a:rPr lang="en-US" dirty="0"/>
            <a:t>Improve model efficiency for faster detection</a:t>
          </a:r>
          <a:endParaRPr lang="en-CA" dirty="0"/>
        </a:p>
      </dgm:t>
    </dgm:pt>
    <dgm:pt modelId="{38635CAB-8C1F-4E51-A8CA-7AD61F1A1736}" type="parTrans" cxnId="{F45A3CBD-503F-486F-B8F8-EF361F610D74}">
      <dgm:prSet/>
      <dgm:spPr/>
      <dgm:t>
        <a:bodyPr/>
        <a:lstStyle/>
        <a:p>
          <a:endParaRPr lang="en-CA"/>
        </a:p>
      </dgm:t>
    </dgm:pt>
    <dgm:pt modelId="{6EE93E86-3ADC-4D11-987C-422F4B17281C}" type="sibTrans" cxnId="{F45A3CBD-503F-486F-B8F8-EF361F610D74}">
      <dgm:prSet/>
      <dgm:spPr/>
      <dgm:t>
        <a:bodyPr/>
        <a:lstStyle/>
        <a:p>
          <a:endParaRPr lang="en-CA"/>
        </a:p>
      </dgm:t>
    </dgm:pt>
    <dgm:pt modelId="{045CE46E-B496-44FF-A6A2-C6C26F68F160}">
      <dgm:prSet/>
      <dgm:spPr/>
      <dgm:t>
        <a:bodyPr/>
        <a:lstStyle/>
        <a:p>
          <a:r>
            <a:rPr lang="en-US" dirty="0"/>
            <a:t>Reduce number of features to remove redundancy</a:t>
          </a:r>
          <a:endParaRPr lang="en-CA" dirty="0"/>
        </a:p>
      </dgm:t>
    </dgm:pt>
    <dgm:pt modelId="{82B61F5C-B068-4698-AB91-EE4243813C3D}" type="parTrans" cxnId="{B5EFA723-FA1F-4EFF-8061-90AED61A5ED5}">
      <dgm:prSet/>
      <dgm:spPr/>
      <dgm:t>
        <a:bodyPr/>
        <a:lstStyle/>
        <a:p>
          <a:endParaRPr lang="en-CA"/>
        </a:p>
      </dgm:t>
    </dgm:pt>
    <dgm:pt modelId="{44A3241A-5288-47F0-82A9-B61C92EBEA3B}" type="sibTrans" cxnId="{B5EFA723-FA1F-4EFF-8061-90AED61A5ED5}">
      <dgm:prSet/>
      <dgm:spPr/>
      <dgm:t>
        <a:bodyPr/>
        <a:lstStyle/>
        <a:p>
          <a:endParaRPr lang="en-CA"/>
        </a:p>
      </dgm:t>
    </dgm:pt>
    <dgm:pt modelId="{3A247435-104F-41CE-AB2C-8B4BE8003C81}" type="pres">
      <dgm:prSet presAssocID="{15518C43-99B5-4DFC-A666-AE145F16B5A8}" presName="diagram" presStyleCnt="0">
        <dgm:presLayoutVars>
          <dgm:dir/>
          <dgm:resizeHandles val="exact"/>
        </dgm:presLayoutVars>
      </dgm:prSet>
      <dgm:spPr/>
    </dgm:pt>
    <dgm:pt modelId="{190C90FC-85E1-4C6B-B1B4-CB82A9ED6DE9}" type="pres">
      <dgm:prSet presAssocID="{E77415EA-5661-406D-8B02-884168BC8620}" presName="node" presStyleLbl="node1" presStyleIdx="0" presStyleCnt="3">
        <dgm:presLayoutVars>
          <dgm:bulletEnabled val="1"/>
        </dgm:presLayoutVars>
      </dgm:prSet>
      <dgm:spPr/>
    </dgm:pt>
    <dgm:pt modelId="{9BFB4E44-1E30-46AE-8651-1E468BB917ED}" type="pres">
      <dgm:prSet presAssocID="{25A73CDE-57A0-488A-87CE-7ACBB7FD03E5}" presName="sibTrans" presStyleCnt="0"/>
      <dgm:spPr/>
    </dgm:pt>
    <dgm:pt modelId="{3B6D3C73-837C-4AAB-8B27-7350EAB8D32E}" type="pres">
      <dgm:prSet presAssocID="{045CE46E-B496-44FF-A6A2-C6C26F68F160}" presName="node" presStyleLbl="node1" presStyleIdx="1" presStyleCnt="3">
        <dgm:presLayoutVars>
          <dgm:bulletEnabled val="1"/>
        </dgm:presLayoutVars>
      </dgm:prSet>
      <dgm:spPr/>
    </dgm:pt>
    <dgm:pt modelId="{BF4972C2-FF0C-4424-B0AE-BBB0DEAEDF8A}" type="pres">
      <dgm:prSet presAssocID="{44A3241A-5288-47F0-82A9-B61C92EBEA3B}" presName="sibTrans" presStyleCnt="0"/>
      <dgm:spPr/>
    </dgm:pt>
    <dgm:pt modelId="{F20B7148-206C-4E84-A5F8-6AD10938D069}" type="pres">
      <dgm:prSet presAssocID="{6A581A04-5E64-40E6-8A80-BC3B458B2337}" presName="node" presStyleLbl="node1" presStyleIdx="2" presStyleCnt="3">
        <dgm:presLayoutVars>
          <dgm:bulletEnabled val="1"/>
        </dgm:presLayoutVars>
      </dgm:prSet>
      <dgm:spPr/>
    </dgm:pt>
  </dgm:ptLst>
  <dgm:cxnLst>
    <dgm:cxn modelId="{B5EFA723-FA1F-4EFF-8061-90AED61A5ED5}" srcId="{15518C43-99B5-4DFC-A666-AE145F16B5A8}" destId="{045CE46E-B496-44FF-A6A2-C6C26F68F160}" srcOrd="1" destOrd="0" parTransId="{82B61F5C-B068-4698-AB91-EE4243813C3D}" sibTransId="{44A3241A-5288-47F0-82A9-B61C92EBEA3B}"/>
    <dgm:cxn modelId="{168D3F6B-4B7D-4FF6-A8CA-9FC15FC68489}" srcId="{15518C43-99B5-4DFC-A666-AE145F16B5A8}" destId="{E77415EA-5661-406D-8B02-884168BC8620}" srcOrd="0" destOrd="0" parTransId="{73C1CE88-220D-440E-8816-55AF73DF5355}" sibTransId="{25A73CDE-57A0-488A-87CE-7ACBB7FD03E5}"/>
    <dgm:cxn modelId="{736B5D53-520B-49CC-BDD7-E0B6BB7A35A1}" type="presOf" srcId="{6A581A04-5E64-40E6-8A80-BC3B458B2337}" destId="{F20B7148-206C-4E84-A5F8-6AD10938D069}" srcOrd="0" destOrd="0" presId="urn:microsoft.com/office/officeart/2005/8/layout/default"/>
    <dgm:cxn modelId="{724BB99F-A942-49AA-A6C9-30288DD183E5}" type="presOf" srcId="{15518C43-99B5-4DFC-A666-AE145F16B5A8}" destId="{3A247435-104F-41CE-AB2C-8B4BE8003C81}" srcOrd="0" destOrd="0" presId="urn:microsoft.com/office/officeart/2005/8/layout/default"/>
    <dgm:cxn modelId="{BD950ABA-E391-41F6-A5D0-05F67DC511FD}" type="presOf" srcId="{045CE46E-B496-44FF-A6A2-C6C26F68F160}" destId="{3B6D3C73-837C-4AAB-8B27-7350EAB8D32E}" srcOrd="0" destOrd="0" presId="urn:microsoft.com/office/officeart/2005/8/layout/default"/>
    <dgm:cxn modelId="{F45A3CBD-503F-486F-B8F8-EF361F610D74}" srcId="{15518C43-99B5-4DFC-A666-AE145F16B5A8}" destId="{6A581A04-5E64-40E6-8A80-BC3B458B2337}" srcOrd="2" destOrd="0" parTransId="{38635CAB-8C1F-4E51-A8CA-7AD61F1A1736}" sibTransId="{6EE93E86-3ADC-4D11-987C-422F4B17281C}"/>
    <dgm:cxn modelId="{A664A1D9-489B-4226-9C46-96A7433B2A18}" type="presOf" srcId="{E77415EA-5661-406D-8B02-884168BC8620}" destId="{190C90FC-85E1-4C6B-B1B4-CB82A9ED6DE9}" srcOrd="0" destOrd="0" presId="urn:microsoft.com/office/officeart/2005/8/layout/default"/>
    <dgm:cxn modelId="{AA315786-219F-4C72-B0F6-D9776A055746}" type="presParOf" srcId="{3A247435-104F-41CE-AB2C-8B4BE8003C81}" destId="{190C90FC-85E1-4C6B-B1B4-CB82A9ED6DE9}" srcOrd="0" destOrd="0" presId="urn:microsoft.com/office/officeart/2005/8/layout/default"/>
    <dgm:cxn modelId="{FB33C04F-A56D-4531-A7B2-2C21EAED04A9}" type="presParOf" srcId="{3A247435-104F-41CE-AB2C-8B4BE8003C81}" destId="{9BFB4E44-1E30-46AE-8651-1E468BB917ED}" srcOrd="1" destOrd="0" presId="urn:microsoft.com/office/officeart/2005/8/layout/default"/>
    <dgm:cxn modelId="{AAB73CAA-F72D-4A61-A59A-45AFD70D13CB}" type="presParOf" srcId="{3A247435-104F-41CE-AB2C-8B4BE8003C81}" destId="{3B6D3C73-837C-4AAB-8B27-7350EAB8D32E}" srcOrd="2" destOrd="0" presId="urn:microsoft.com/office/officeart/2005/8/layout/default"/>
    <dgm:cxn modelId="{28C09A98-202E-4610-900A-2C1BEC9781F2}" type="presParOf" srcId="{3A247435-104F-41CE-AB2C-8B4BE8003C81}" destId="{BF4972C2-FF0C-4424-B0AE-BBB0DEAEDF8A}" srcOrd="3" destOrd="0" presId="urn:microsoft.com/office/officeart/2005/8/layout/default"/>
    <dgm:cxn modelId="{96A85373-4515-461C-BC89-38CF782ACCE0}" type="presParOf" srcId="{3A247435-104F-41CE-AB2C-8B4BE8003C81}" destId="{F20B7148-206C-4E84-A5F8-6AD10938D069}" srcOrd="4"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5518C43-99B5-4DFC-A666-AE145F16B5A8}" type="doc">
      <dgm:prSet loTypeId="urn:microsoft.com/office/officeart/2005/8/layout/hProcess9" loCatId="process" qsTypeId="urn:microsoft.com/office/officeart/2005/8/quickstyle/simple1" qsCatId="simple" csTypeId="urn:microsoft.com/office/officeart/2005/8/colors/accent5_2" csCatId="accent5" phldr="1"/>
      <dgm:spPr/>
      <dgm:t>
        <a:bodyPr/>
        <a:lstStyle/>
        <a:p>
          <a:endParaRPr lang="en-CA"/>
        </a:p>
      </dgm:t>
    </dgm:pt>
    <dgm:pt modelId="{E77415EA-5661-406D-8B02-884168BC8620}">
      <dgm:prSet/>
      <dgm:spPr/>
      <dgm:t>
        <a:bodyPr/>
        <a:lstStyle/>
        <a:p>
          <a:r>
            <a:rPr lang="en-US" dirty="0"/>
            <a:t>Use SHAP to explain model decisions</a:t>
          </a:r>
          <a:endParaRPr lang="en-CA" dirty="0"/>
        </a:p>
      </dgm:t>
    </dgm:pt>
    <dgm:pt modelId="{73C1CE88-220D-440E-8816-55AF73DF5355}" type="parTrans" cxnId="{168D3F6B-4B7D-4FF6-A8CA-9FC15FC68489}">
      <dgm:prSet/>
      <dgm:spPr/>
      <dgm:t>
        <a:bodyPr/>
        <a:lstStyle/>
        <a:p>
          <a:endParaRPr lang="en-CA"/>
        </a:p>
      </dgm:t>
    </dgm:pt>
    <dgm:pt modelId="{25A73CDE-57A0-488A-87CE-7ACBB7FD03E5}" type="sibTrans" cxnId="{168D3F6B-4B7D-4FF6-A8CA-9FC15FC68489}">
      <dgm:prSet/>
      <dgm:spPr/>
      <dgm:t>
        <a:bodyPr/>
        <a:lstStyle/>
        <a:p>
          <a:endParaRPr lang="en-CA"/>
        </a:p>
      </dgm:t>
    </dgm:pt>
    <dgm:pt modelId="{045CE46E-B496-44FF-A6A2-C6C26F68F160}">
      <dgm:prSet/>
      <dgm:spPr/>
      <dgm:t>
        <a:bodyPr/>
        <a:lstStyle/>
        <a:p>
          <a:r>
            <a:rPr lang="en-US" dirty="0"/>
            <a:t>Compare SHAP and WFI methods</a:t>
          </a:r>
          <a:endParaRPr lang="en-CA" dirty="0"/>
        </a:p>
      </dgm:t>
    </dgm:pt>
    <dgm:pt modelId="{82B61F5C-B068-4698-AB91-EE4243813C3D}" type="parTrans" cxnId="{B5EFA723-FA1F-4EFF-8061-90AED61A5ED5}">
      <dgm:prSet/>
      <dgm:spPr/>
      <dgm:t>
        <a:bodyPr/>
        <a:lstStyle/>
        <a:p>
          <a:endParaRPr lang="en-CA"/>
        </a:p>
      </dgm:t>
    </dgm:pt>
    <dgm:pt modelId="{44A3241A-5288-47F0-82A9-B61C92EBEA3B}" type="sibTrans" cxnId="{B5EFA723-FA1F-4EFF-8061-90AED61A5ED5}">
      <dgm:prSet/>
      <dgm:spPr/>
      <dgm:t>
        <a:bodyPr/>
        <a:lstStyle/>
        <a:p>
          <a:endParaRPr lang="en-CA"/>
        </a:p>
      </dgm:t>
    </dgm:pt>
    <dgm:pt modelId="{E6A362C9-65F3-4670-BB24-ED4675CE54A5}">
      <dgm:prSet/>
      <dgm:spPr/>
      <dgm:t>
        <a:bodyPr/>
        <a:lstStyle/>
        <a:p>
          <a:pPr>
            <a:buNone/>
          </a:pPr>
          <a:r>
            <a:rPr lang="en-US" dirty="0"/>
            <a:t>Find optimal number of features</a:t>
          </a:r>
          <a:endParaRPr lang="en-CA" dirty="0"/>
        </a:p>
      </dgm:t>
    </dgm:pt>
    <dgm:pt modelId="{C97EF904-7174-417C-A2A0-800B32159728}" type="parTrans" cxnId="{F9A6914A-BD7F-4621-9467-074138949550}">
      <dgm:prSet/>
      <dgm:spPr/>
      <dgm:t>
        <a:bodyPr/>
        <a:lstStyle/>
        <a:p>
          <a:endParaRPr lang="en-CA"/>
        </a:p>
      </dgm:t>
    </dgm:pt>
    <dgm:pt modelId="{FFC37F93-86BD-4B70-9FC1-8211C82AFFC8}" type="sibTrans" cxnId="{F9A6914A-BD7F-4621-9467-074138949550}">
      <dgm:prSet/>
      <dgm:spPr/>
      <dgm:t>
        <a:bodyPr/>
        <a:lstStyle/>
        <a:p>
          <a:endParaRPr lang="en-CA"/>
        </a:p>
      </dgm:t>
    </dgm:pt>
    <dgm:pt modelId="{FF44610C-E616-45BF-B33D-2DCA79809C58}" type="pres">
      <dgm:prSet presAssocID="{15518C43-99B5-4DFC-A666-AE145F16B5A8}" presName="CompostProcess" presStyleCnt="0">
        <dgm:presLayoutVars>
          <dgm:dir/>
          <dgm:resizeHandles val="exact"/>
        </dgm:presLayoutVars>
      </dgm:prSet>
      <dgm:spPr/>
    </dgm:pt>
    <dgm:pt modelId="{C50DAAC0-C491-46DB-9C74-FF7C44B2D44C}" type="pres">
      <dgm:prSet presAssocID="{15518C43-99B5-4DFC-A666-AE145F16B5A8}" presName="arrow" presStyleLbl="bgShp" presStyleIdx="0" presStyleCnt="1"/>
      <dgm:spPr/>
    </dgm:pt>
    <dgm:pt modelId="{E31BE333-6394-4286-B850-21C90D5D1085}" type="pres">
      <dgm:prSet presAssocID="{15518C43-99B5-4DFC-A666-AE145F16B5A8}" presName="linearProcess" presStyleCnt="0"/>
      <dgm:spPr/>
    </dgm:pt>
    <dgm:pt modelId="{574E630F-5B07-4DBE-8928-A855C5143099}" type="pres">
      <dgm:prSet presAssocID="{E77415EA-5661-406D-8B02-884168BC8620}" presName="textNode" presStyleLbl="node1" presStyleIdx="0" presStyleCnt="3">
        <dgm:presLayoutVars>
          <dgm:bulletEnabled val="1"/>
        </dgm:presLayoutVars>
      </dgm:prSet>
      <dgm:spPr/>
    </dgm:pt>
    <dgm:pt modelId="{22970A6A-5091-4102-A8EF-2304ADE03425}" type="pres">
      <dgm:prSet presAssocID="{25A73CDE-57A0-488A-87CE-7ACBB7FD03E5}" presName="sibTrans" presStyleCnt="0"/>
      <dgm:spPr/>
    </dgm:pt>
    <dgm:pt modelId="{3B4E90C3-0AFE-4A9B-AE80-261B86878B04}" type="pres">
      <dgm:prSet presAssocID="{E6A362C9-65F3-4670-BB24-ED4675CE54A5}" presName="textNode" presStyleLbl="node1" presStyleIdx="1" presStyleCnt="3">
        <dgm:presLayoutVars>
          <dgm:bulletEnabled val="1"/>
        </dgm:presLayoutVars>
      </dgm:prSet>
      <dgm:spPr/>
    </dgm:pt>
    <dgm:pt modelId="{63431E99-4F01-4E71-A98A-D015900B1F50}" type="pres">
      <dgm:prSet presAssocID="{FFC37F93-86BD-4B70-9FC1-8211C82AFFC8}" presName="sibTrans" presStyleCnt="0"/>
      <dgm:spPr/>
    </dgm:pt>
    <dgm:pt modelId="{721078A8-F8BB-4A5B-A0C4-650B0992D3A2}" type="pres">
      <dgm:prSet presAssocID="{045CE46E-B496-44FF-A6A2-C6C26F68F160}" presName="textNode" presStyleLbl="node1" presStyleIdx="2" presStyleCnt="3">
        <dgm:presLayoutVars>
          <dgm:bulletEnabled val="1"/>
        </dgm:presLayoutVars>
      </dgm:prSet>
      <dgm:spPr/>
    </dgm:pt>
  </dgm:ptLst>
  <dgm:cxnLst>
    <dgm:cxn modelId="{B5EFA723-FA1F-4EFF-8061-90AED61A5ED5}" srcId="{15518C43-99B5-4DFC-A666-AE145F16B5A8}" destId="{045CE46E-B496-44FF-A6A2-C6C26F68F160}" srcOrd="2" destOrd="0" parTransId="{82B61F5C-B068-4698-AB91-EE4243813C3D}" sibTransId="{44A3241A-5288-47F0-82A9-B61C92EBEA3B}"/>
    <dgm:cxn modelId="{F9A6914A-BD7F-4621-9467-074138949550}" srcId="{15518C43-99B5-4DFC-A666-AE145F16B5A8}" destId="{E6A362C9-65F3-4670-BB24-ED4675CE54A5}" srcOrd="1" destOrd="0" parTransId="{C97EF904-7174-417C-A2A0-800B32159728}" sibTransId="{FFC37F93-86BD-4B70-9FC1-8211C82AFFC8}"/>
    <dgm:cxn modelId="{168D3F6B-4B7D-4FF6-A8CA-9FC15FC68489}" srcId="{15518C43-99B5-4DFC-A666-AE145F16B5A8}" destId="{E77415EA-5661-406D-8B02-884168BC8620}" srcOrd="0" destOrd="0" parTransId="{73C1CE88-220D-440E-8816-55AF73DF5355}" sibTransId="{25A73CDE-57A0-488A-87CE-7ACBB7FD03E5}"/>
    <dgm:cxn modelId="{3EFD6150-AB6A-4BF0-BAD1-3CF2CEEF49BB}" type="presOf" srcId="{E77415EA-5661-406D-8B02-884168BC8620}" destId="{574E630F-5B07-4DBE-8928-A855C5143099}" srcOrd="0" destOrd="0" presId="urn:microsoft.com/office/officeart/2005/8/layout/hProcess9"/>
    <dgm:cxn modelId="{DA98427E-92D2-4044-A0A2-ABA922EAC533}" type="presOf" srcId="{15518C43-99B5-4DFC-A666-AE145F16B5A8}" destId="{FF44610C-E616-45BF-B33D-2DCA79809C58}" srcOrd="0" destOrd="0" presId="urn:microsoft.com/office/officeart/2005/8/layout/hProcess9"/>
    <dgm:cxn modelId="{AEA972C0-3B9E-4E8A-93A9-BB6AFD3EDCE5}" type="presOf" srcId="{045CE46E-B496-44FF-A6A2-C6C26F68F160}" destId="{721078A8-F8BB-4A5B-A0C4-650B0992D3A2}" srcOrd="0" destOrd="0" presId="urn:microsoft.com/office/officeart/2005/8/layout/hProcess9"/>
    <dgm:cxn modelId="{A5A47BF0-C264-4BAB-91C2-282DAB9061ED}" type="presOf" srcId="{E6A362C9-65F3-4670-BB24-ED4675CE54A5}" destId="{3B4E90C3-0AFE-4A9B-AE80-261B86878B04}" srcOrd="0" destOrd="0" presId="urn:microsoft.com/office/officeart/2005/8/layout/hProcess9"/>
    <dgm:cxn modelId="{6F947ED9-5785-4EDA-8655-C180891477FA}" type="presParOf" srcId="{FF44610C-E616-45BF-B33D-2DCA79809C58}" destId="{C50DAAC0-C491-46DB-9C74-FF7C44B2D44C}" srcOrd="0" destOrd="0" presId="urn:microsoft.com/office/officeart/2005/8/layout/hProcess9"/>
    <dgm:cxn modelId="{CFD8316C-960F-4284-824A-F1FFD00FF16B}" type="presParOf" srcId="{FF44610C-E616-45BF-B33D-2DCA79809C58}" destId="{E31BE333-6394-4286-B850-21C90D5D1085}" srcOrd="1" destOrd="0" presId="urn:microsoft.com/office/officeart/2005/8/layout/hProcess9"/>
    <dgm:cxn modelId="{A706213A-E3C8-45A9-861C-59575A17BB29}" type="presParOf" srcId="{E31BE333-6394-4286-B850-21C90D5D1085}" destId="{574E630F-5B07-4DBE-8928-A855C5143099}" srcOrd="0" destOrd="0" presId="urn:microsoft.com/office/officeart/2005/8/layout/hProcess9"/>
    <dgm:cxn modelId="{EFA34324-8ACA-4E51-A548-03C9C3FFE763}" type="presParOf" srcId="{E31BE333-6394-4286-B850-21C90D5D1085}" destId="{22970A6A-5091-4102-A8EF-2304ADE03425}" srcOrd="1" destOrd="0" presId="urn:microsoft.com/office/officeart/2005/8/layout/hProcess9"/>
    <dgm:cxn modelId="{B28C3122-7893-4406-A459-CB6312683AC6}" type="presParOf" srcId="{E31BE333-6394-4286-B850-21C90D5D1085}" destId="{3B4E90C3-0AFE-4A9B-AE80-261B86878B04}" srcOrd="2" destOrd="0" presId="urn:microsoft.com/office/officeart/2005/8/layout/hProcess9"/>
    <dgm:cxn modelId="{C627579E-354B-4603-8504-63D7621C8197}" type="presParOf" srcId="{E31BE333-6394-4286-B850-21C90D5D1085}" destId="{63431E99-4F01-4E71-A98A-D015900B1F50}" srcOrd="3" destOrd="0" presId="urn:microsoft.com/office/officeart/2005/8/layout/hProcess9"/>
    <dgm:cxn modelId="{6E15E766-F15F-4FEC-A228-27D1DE9366FA}" type="presParOf" srcId="{E31BE333-6394-4286-B850-21C90D5D1085}" destId="{721078A8-F8BB-4A5B-A0C4-650B0992D3A2}" srcOrd="4" destOrd="0" presId="urn:microsoft.com/office/officeart/2005/8/layout/hProcess9"/>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6933669-73AE-4FA1-8EC3-37E9C5029FA4}" type="doc">
      <dgm:prSet loTypeId="urn:microsoft.com/office/officeart/2005/8/layout/target1" loCatId="relationship" qsTypeId="urn:microsoft.com/office/officeart/2005/8/quickstyle/simple1" qsCatId="simple" csTypeId="urn:microsoft.com/office/officeart/2005/8/colors/accent1_2" csCatId="accent1" phldr="0"/>
      <dgm:spPr/>
    </dgm:pt>
    <dgm:pt modelId="{2C28DB25-8D7A-4521-89C3-75516FEFF952}">
      <dgm:prSet phldrT="[Text]" phldr="1"/>
      <dgm:spPr/>
      <dgm:t>
        <a:bodyPr/>
        <a:lstStyle/>
        <a:p>
          <a:endParaRPr lang="en-CA" dirty="0"/>
        </a:p>
      </dgm:t>
    </dgm:pt>
    <dgm:pt modelId="{762DA0ED-5629-4052-B301-83FA1CD507A1}" type="parTrans" cxnId="{E86DD7C3-C76F-4222-8E03-B1926A74CF9C}">
      <dgm:prSet/>
      <dgm:spPr/>
      <dgm:t>
        <a:bodyPr/>
        <a:lstStyle/>
        <a:p>
          <a:endParaRPr lang="en-CA"/>
        </a:p>
      </dgm:t>
    </dgm:pt>
    <dgm:pt modelId="{77779CFB-D24B-4041-B4C1-52E5C7F33084}" type="sibTrans" cxnId="{E86DD7C3-C76F-4222-8E03-B1926A74CF9C}">
      <dgm:prSet/>
      <dgm:spPr/>
      <dgm:t>
        <a:bodyPr/>
        <a:lstStyle/>
        <a:p>
          <a:endParaRPr lang="en-CA"/>
        </a:p>
      </dgm:t>
    </dgm:pt>
    <dgm:pt modelId="{66FC1119-BD6A-4FEE-8E31-9266CF0A9D26}">
      <dgm:prSet phldrT="[Text]" phldr="1"/>
      <dgm:spPr/>
      <dgm:t>
        <a:bodyPr/>
        <a:lstStyle/>
        <a:p>
          <a:endParaRPr lang="en-CA" dirty="0"/>
        </a:p>
      </dgm:t>
    </dgm:pt>
    <dgm:pt modelId="{74B4C1AA-7CD8-4479-84F6-B581B724171A}" type="parTrans" cxnId="{071AE85B-F2FD-4037-AF89-36BD007BA0A8}">
      <dgm:prSet/>
      <dgm:spPr/>
      <dgm:t>
        <a:bodyPr/>
        <a:lstStyle/>
        <a:p>
          <a:endParaRPr lang="en-CA"/>
        </a:p>
      </dgm:t>
    </dgm:pt>
    <dgm:pt modelId="{03175079-D9B2-4382-B05B-F07DAD6979EB}" type="sibTrans" cxnId="{071AE85B-F2FD-4037-AF89-36BD007BA0A8}">
      <dgm:prSet/>
      <dgm:spPr/>
      <dgm:t>
        <a:bodyPr/>
        <a:lstStyle/>
        <a:p>
          <a:endParaRPr lang="en-CA"/>
        </a:p>
      </dgm:t>
    </dgm:pt>
    <dgm:pt modelId="{E6C511BD-8406-47B1-9846-765F0684F7FC}">
      <dgm:prSet phldrT="[Text]" phldr="1"/>
      <dgm:spPr/>
      <dgm:t>
        <a:bodyPr/>
        <a:lstStyle/>
        <a:p>
          <a:endParaRPr lang="en-CA" dirty="0"/>
        </a:p>
      </dgm:t>
    </dgm:pt>
    <dgm:pt modelId="{DA368C5F-51B0-46E9-9D34-87FEDAD65608}" type="parTrans" cxnId="{90823F2A-F6B8-4A05-8591-F8A0CEDAF2FA}">
      <dgm:prSet/>
      <dgm:spPr/>
      <dgm:t>
        <a:bodyPr/>
        <a:lstStyle/>
        <a:p>
          <a:endParaRPr lang="en-CA"/>
        </a:p>
      </dgm:t>
    </dgm:pt>
    <dgm:pt modelId="{411AC257-7EF0-4CD9-81A7-752749E2B20F}" type="sibTrans" cxnId="{90823F2A-F6B8-4A05-8591-F8A0CEDAF2FA}">
      <dgm:prSet/>
      <dgm:spPr/>
      <dgm:t>
        <a:bodyPr/>
        <a:lstStyle/>
        <a:p>
          <a:endParaRPr lang="en-CA"/>
        </a:p>
      </dgm:t>
    </dgm:pt>
    <dgm:pt modelId="{3FAFF224-8B66-4FD0-B548-4C329B87A92A}" type="pres">
      <dgm:prSet presAssocID="{26933669-73AE-4FA1-8EC3-37E9C5029FA4}" presName="composite" presStyleCnt="0">
        <dgm:presLayoutVars>
          <dgm:chMax val="5"/>
          <dgm:dir/>
          <dgm:resizeHandles val="exact"/>
        </dgm:presLayoutVars>
      </dgm:prSet>
      <dgm:spPr/>
    </dgm:pt>
    <dgm:pt modelId="{19155A93-FCD3-4131-978A-8C47F3B52BDC}" type="pres">
      <dgm:prSet presAssocID="{2C28DB25-8D7A-4521-89C3-75516FEFF952}" presName="circle1" presStyleLbl="lnNode1" presStyleIdx="0" presStyleCnt="3"/>
      <dgm:spPr/>
    </dgm:pt>
    <dgm:pt modelId="{491FCD79-4CA0-4E50-A738-81A47997D150}" type="pres">
      <dgm:prSet presAssocID="{2C28DB25-8D7A-4521-89C3-75516FEFF952}" presName="text1" presStyleLbl="revTx" presStyleIdx="0" presStyleCnt="3">
        <dgm:presLayoutVars>
          <dgm:bulletEnabled val="1"/>
        </dgm:presLayoutVars>
      </dgm:prSet>
      <dgm:spPr/>
    </dgm:pt>
    <dgm:pt modelId="{8D9723D3-11EA-4CFB-9334-59A7F51632B2}" type="pres">
      <dgm:prSet presAssocID="{2C28DB25-8D7A-4521-89C3-75516FEFF952}" presName="line1" presStyleLbl="callout" presStyleIdx="0" presStyleCnt="6"/>
      <dgm:spPr/>
    </dgm:pt>
    <dgm:pt modelId="{E14C2FE4-00CE-4A07-B9E3-C07F32CDC2AE}" type="pres">
      <dgm:prSet presAssocID="{2C28DB25-8D7A-4521-89C3-75516FEFF952}" presName="d1" presStyleLbl="callout" presStyleIdx="1" presStyleCnt="6"/>
      <dgm:spPr/>
    </dgm:pt>
    <dgm:pt modelId="{C3DC17B0-B951-4F13-9399-F53D205F4019}" type="pres">
      <dgm:prSet presAssocID="{66FC1119-BD6A-4FEE-8E31-9266CF0A9D26}" presName="circle2" presStyleLbl="lnNode1" presStyleIdx="1" presStyleCnt="3"/>
      <dgm:spPr/>
    </dgm:pt>
    <dgm:pt modelId="{18A39598-7FA7-4EE5-9EDD-4D2FB8265040}" type="pres">
      <dgm:prSet presAssocID="{66FC1119-BD6A-4FEE-8E31-9266CF0A9D26}" presName="text2" presStyleLbl="revTx" presStyleIdx="1" presStyleCnt="3">
        <dgm:presLayoutVars>
          <dgm:bulletEnabled val="1"/>
        </dgm:presLayoutVars>
      </dgm:prSet>
      <dgm:spPr/>
    </dgm:pt>
    <dgm:pt modelId="{59E09C8E-4E5E-4AB1-BE3B-95E2B43498B7}" type="pres">
      <dgm:prSet presAssocID="{66FC1119-BD6A-4FEE-8E31-9266CF0A9D26}" presName="line2" presStyleLbl="callout" presStyleIdx="2" presStyleCnt="6"/>
      <dgm:spPr/>
    </dgm:pt>
    <dgm:pt modelId="{F522A51A-4D0F-46D5-B61F-676ED9BFD0FE}" type="pres">
      <dgm:prSet presAssocID="{66FC1119-BD6A-4FEE-8E31-9266CF0A9D26}" presName="d2" presStyleLbl="callout" presStyleIdx="3" presStyleCnt="6"/>
      <dgm:spPr/>
    </dgm:pt>
    <dgm:pt modelId="{92B362F8-1E76-490E-BBAD-718D31F8C759}" type="pres">
      <dgm:prSet presAssocID="{E6C511BD-8406-47B1-9846-765F0684F7FC}" presName="circle3" presStyleLbl="lnNode1" presStyleIdx="2" presStyleCnt="3"/>
      <dgm:spPr/>
    </dgm:pt>
    <dgm:pt modelId="{15DEF4FC-A3F7-4569-B5E0-9A95FA36D5EB}" type="pres">
      <dgm:prSet presAssocID="{E6C511BD-8406-47B1-9846-765F0684F7FC}" presName="text3" presStyleLbl="revTx" presStyleIdx="2" presStyleCnt="3">
        <dgm:presLayoutVars>
          <dgm:bulletEnabled val="1"/>
        </dgm:presLayoutVars>
      </dgm:prSet>
      <dgm:spPr/>
    </dgm:pt>
    <dgm:pt modelId="{E29A6CE1-C567-4B95-805E-FCE7112F496F}" type="pres">
      <dgm:prSet presAssocID="{E6C511BD-8406-47B1-9846-765F0684F7FC}" presName="line3" presStyleLbl="callout" presStyleIdx="4" presStyleCnt="6"/>
      <dgm:spPr/>
    </dgm:pt>
    <dgm:pt modelId="{BE8E7349-71E3-4C99-8D92-22D9213E96F2}" type="pres">
      <dgm:prSet presAssocID="{E6C511BD-8406-47B1-9846-765F0684F7FC}" presName="d3" presStyleLbl="callout" presStyleIdx="5" presStyleCnt="6"/>
      <dgm:spPr/>
    </dgm:pt>
  </dgm:ptLst>
  <dgm:cxnLst>
    <dgm:cxn modelId="{90823F2A-F6B8-4A05-8591-F8A0CEDAF2FA}" srcId="{26933669-73AE-4FA1-8EC3-37E9C5029FA4}" destId="{E6C511BD-8406-47B1-9846-765F0684F7FC}" srcOrd="2" destOrd="0" parTransId="{DA368C5F-51B0-46E9-9D34-87FEDAD65608}" sibTransId="{411AC257-7EF0-4CD9-81A7-752749E2B20F}"/>
    <dgm:cxn modelId="{C6AB2431-FF26-48C5-9D56-F779A10834E4}" type="presOf" srcId="{E6C511BD-8406-47B1-9846-765F0684F7FC}" destId="{15DEF4FC-A3F7-4569-B5E0-9A95FA36D5EB}" srcOrd="0" destOrd="0" presId="urn:microsoft.com/office/officeart/2005/8/layout/target1"/>
    <dgm:cxn modelId="{071AE85B-F2FD-4037-AF89-36BD007BA0A8}" srcId="{26933669-73AE-4FA1-8EC3-37E9C5029FA4}" destId="{66FC1119-BD6A-4FEE-8E31-9266CF0A9D26}" srcOrd="1" destOrd="0" parTransId="{74B4C1AA-7CD8-4479-84F6-B581B724171A}" sibTransId="{03175079-D9B2-4382-B05B-F07DAD6979EB}"/>
    <dgm:cxn modelId="{83BBE162-0C4F-456F-94E8-78D0ACF6201D}" type="presOf" srcId="{2C28DB25-8D7A-4521-89C3-75516FEFF952}" destId="{491FCD79-4CA0-4E50-A738-81A47997D150}" srcOrd="0" destOrd="0" presId="urn:microsoft.com/office/officeart/2005/8/layout/target1"/>
    <dgm:cxn modelId="{248AE550-5E99-46B2-AA97-687FB2C72333}" type="presOf" srcId="{26933669-73AE-4FA1-8EC3-37E9C5029FA4}" destId="{3FAFF224-8B66-4FD0-B548-4C329B87A92A}" srcOrd="0" destOrd="0" presId="urn:microsoft.com/office/officeart/2005/8/layout/target1"/>
    <dgm:cxn modelId="{872CE899-2B68-4D89-8744-0786924E96DA}" type="presOf" srcId="{66FC1119-BD6A-4FEE-8E31-9266CF0A9D26}" destId="{18A39598-7FA7-4EE5-9EDD-4D2FB8265040}" srcOrd="0" destOrd="0" presId="urn:microsoft.com/office/officeart/2005/8/layout/target1"/>
    <dgm:cxn modelId="{E86DD7C3-C76F-4222-8E03-B1926A74CF9C}" srcId="{26933669-73AE-4FA1-8EC3-37E9C5029FA4}" destId="{2C28DB25-8D7A-4521-89C3-75516FEFF952}" srcOrd="0" destOrd="0" parTransId="{762DA0ED-5629-4052-B301-83FA1CD507A1}" sibTransId="{77779CFB-D24B-4041-B4C1-52E5C7F33084}"/>
    <dgm:cxn modelId="{1BAEDD8E-57B7-4458-A945-9207210F9175}" type="presParOf" srcId="{3FAFF224-8B66-4FD0-B548-4C329B87A92A}" destId="{19155A93-FCD3-4131-978A-8C47F3B52BDC}" srcOrd="0" destOrd="0" presId="urn:microsoft.com/office/officeart/2005/8/layout/target1"/>
    <dgm:cxn modelId="{4687E73F-0B64-433D-9E67-648B033A5047}" type="presParOf" srcId="{3FAFF224-8B66-4FD0-B548-4C329B87A92A}" destId="{491FCD79-4CA0-4E50-A738-81A47997D150}" srcOrd="1" destOrd="0" presId="urn:microsoft.com/office/officeart/2005/8/layout/target1"/>
    <dgm:cxn modelId="{AB4FE8AE-1C17-4E89-AD0D-CAEDE9ACD340}" type="presParOf" srcId="{3FAFF224-8B66-4FD0-B548-4C329B87A92A}" destId="{8D9723D3-11EA-4CFB-9334-59A7F51632B2}" srcOrd="2" destOrd="0" presId="urn:microsoft.com/office/officeart/2005/8/layout/target1"/>
    <dgm:cxn modelId="{08A51FD4-9A7B-4F55-9182-CED28A186741}" type="presParOf" srcId="{3FAFF224-8B66-4FD0-B548-4C329B87A92A}" destId="{E14C2FE4-00CE-4A07-B9E3-C07F32CDC2AE}" srcOrd="3" destOrd="0" presId="urn:microsoft.com/office/officeart/2005/8/layout/target1"/>
    <dgm:cxn modelId="{2F6D3AFF-0F95-4AA2-82BE-271AFC735EC9}" type="presParOf" srcId="{3FAFF224-8B66-4FD0-B548-4C329B87A92A}" destId="{C3DC17B0-B951-4F13-9399-F53D205F4019}" srcOrd="4" destOrd="0" presId="urn:microsoft.com/office/officeart/2005/8/layout/target1"/>
    <dgm:cxn modelId="{EC09FDA4-428E-42F5-89F8-DDF0F225D6A9}" type="presParOf" srcId="{3FAFF224-8B66-4FD0-B548-4C329B87A92A}" destId="{18A39598-7FA7-4EE5-9EDD-4D2FB8265040}" srcOrd="5" destOrd="0" presId="urn:microsoft.com/office/officeart/2005/8/layout/target1"/>
    <dgm:cxn modelId="{4913E4F5-00B6-48EB-AA2F-8B673FEC928B}" type="presParOf" srcId="{3FAFF224-8B66-4FD0-B548-4C329B87A92A}" destId="{59E09C8E-4E5E-4AB1-BE3B-95E2B43498B7}" srcOrd="6" destOrd="0" presId="urn:microsoft.com/office/officeart/2005/8/layout/target1"/>
    <dgm:cxn modelId="{5689380B-9795-473A-9A82-748A5E4A1E77}" type="presParOf" srcId="{3FAFF224-8B66-4FD0-B548-4C329B87A92A}" destId="{F522A51A-4D0F-46D5-B61F-676ED9BFD0FE}" srcOrd="7" destOrd="0" presId="urn:microsoft.com/office/officeart/2005/8/layout/target1"/>
    <dgm:cxn modelId="{A652CE9B-2170-4422-97F5-84C31E364A1B}" type="presParOf" srcId="{3FAFF224-8B66-4FD0-B548-4C329B87A92A}" destId="{92B362F8-1E76-490E-BBAD-718D31F8C759}" srcOrd="8" destOrd="0" presId="urn:microsoft.com/office/officeart/2005/8/layout/target1"/>
    <dgm:cxn modelId="{58E8084D-5947-44D5-9F9C-5BD70F62DA73}" type="presParOf" srcId="{3FAFF224-8B66-4FD0-B548-4C329B87A92A}" destId="{15DEF4FC-A3F7-4569-B5E0-9A95FA36D5EB}" srcOrd="9" destOrd="0" presId="urn:microsoft.com/office/officeart/2005/8/layout/target1"/>
    <dgm:cxn modelId="{8F1138E5-6917-4FA9-A99D-438DE4E68809}" type="presParOf" srcId="{3FAFF224-8B66-4FD0-B548-4C329B87A92A}" destId="{E29A6CE1-C567-4B95-805E-FCE7112F496F}" srcOrd="10" destOrd="0" presId="urn:microsoft.com/office/officeart/2005/8/layout/target1"/>
    <dgm:cxn modelId="{8E5AEB54-62FC-411C-8F45-C424C5E34FFD}" type="presParOf" srcId="{3FAFF224-8B66-4FD0-B548-4C329B87A92A}" destId="{BE8E7349-71E3-4C99-8D92-22D9213E96F2}" srcOrd="11" destOrd="0" presId="urn:microsoft.com/office/officeart/2005/8/layout/targe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BD7514F-AD11-4CD5-B3CC-1EBF5691A113}" type="doc">
      <dgm:prSet loTypeId="urn:microsoft.com/office/officeart/2005/8/layout/hList6" loCatId="list" qsTypeId="urn:microsoft.com/office/officeart/2005/8/quickstyle/simple1" qsCatId="simple" csTypeId="urn:microsoft.com/office/officeart/2005/8/colors/accent5_2" csCatId="accent5" phldr="1"/>
      <dgm:spPr/>
      <dgm:t>
        <a:bodyPr/>
        <a:lstStyle/>
        <a:p>
          <a:endParaRPr lang="en-CA"/>
        </a:p>
      </dgm:t>
    </dgm:pt>
    <dgm:pt modelId="{3CF3695E-843C-4968-A411-CBF9D53D7E01}">
      <dgm:prSet phldrT="[Text]" phldr="0"/>
      <dgm:spPr/>
      <dgm:t>
        <a:bodyPr/>
        <a:lstStyle/>
        <a:p>
          <a:r>
            <a:rPr lang="en-US" dirty="0"/>
            <a:t>Remove correlated features using correlation pruning</a:t>
          </a:r>
          <a:endParaRPr lang="en-CA" dirty="0"/>
        </a:p>
      </dgm:t>
    </dgm:pt>
    <dgm:pt modelId="{AF9EAEBB-D613-4ABD-ADF1-4857BA184FD6}" type="parTrans" cxnId="{11104F19-375B-4E79-B5B5-06E48A3F8DF2}">
      <dgm:prSet/>
      <dgm:spPr/>
      <dgm:t>
        <a:bodyPr/>
        <a:lstStyle/>
        <a:p>
          <a:endParaRPr lang="en-CA"/>
        </a:p>
      </dgm:t>
    </dgm:pt>
    <dgm:pt modelId="{C89F04DE-DE0B-4F1F-B44C-AAABF1C5C0D7}" type="sibTrans" cxnId="{11104F19-375B-4E79-B5B5-06E48A3F8DF2}">
      <dgm:prSet/>
      <dgm:spPr/>
      <dgm:t>
        <a:bodyPr/>
        <a:lstStyle/>
        <a:p>
          <a:endParaRPr lang="en-CA"/>
        </a:p>
      </dgm:t>
    </dgm:pt>
    <dgm:pt modelId="{A49F390D-F2BE-4B3F-8228-751FB5B26F59}">
      <dgm:prSet phldrT="[Text]" phldr="0"/>
      <dgm:spPr/>
      <dgm:t>
        <a:bodyPr/>
        <a:lstStyle/>
        <a:p>
          <a:r>
            <a:rPr lang="en-US" dirty="0"/>
            <a:t>Create new features using feature interactions.</a:t>
          </a:r>
          <a:endParaRPr lang="en-CA" dirty="0"/>
        </a:p>
      </dgm:t>
    </dgm:pt>
    <dgm:pt modelId="{871A156F-2F2C-4972-A074-9240A068A099}" type="parTrans" cxnId="{66455980-693D-410D-BBA5-22D714A15C0C}">
      <dgm:prSet/>
      <dgm:spPr/>
      <dgm:t>
        <a:bodyPr/>
        <a:lstStyle/>
        <a:p>
          <a:endParaRPr lang="en-CA"/>
        </a:p>
      </dgm:t>
    </dgm:pt>
    <dgm:pt modelId="{BAC92890-32D6-4A19-925E-173C61A0FE53}" type="sibTrans" cxnId="{66455980-693D-410D-BBA5-22D714A15C0C}">
      <dgm:prSet/>
      <dgm:spPr/>
      <dgm:t>
        <a:bodyPr/>
        <a:lstStyle/>
        <a:p>
          <a:endParaRPr lang="en-CA"/>
        </a:p>
      </dgm:t>
    </dgm:pt>
    <dgm:pt modelId="{D15CE844-DD0A-4BCA-8035-BB6DFABF1DF8}">
      <dgm:prSet phldrT="[Text]" phldr="0"/>
      <dgm:spPr/>
      <dgm:t>
        <a:bodyPr/>
        <a:lstStyle/>
        <a:p>
          <a:r>
            <a:rPr lang="en-US" dirty="0"/>
            <a:t>Improve model robustness and reliability</a:t>
          </a:r>
          <a:endParaRPr lang="en-CA" dirty="0"/>
        </a:p>
      </dgm:t>
    </dgm:pt>
    <dgm:pt modelId="{897E6B06-5EEB-438F-AA45-57A7D3C20011}" type="parTrans" cxnId="{A4BB60A3-9738-42BE-9471-AA3237FA8316}">
      <dgm:prSet/>
      <dgm:spPr/>
      <dgm:t>
        <a:bodyPr/>
        <a:lstStyle/>
        <a:p>
          <a:endParaRPr lang="en-CA"/>
        </a:p>
      </dgm:t>
    </dgm:pt>
    <dgm:pt modelId="{ACD5C285-3CE2-455A-ABDE-0B23A339DB46}" type="sibTrans" cxnId="{A4BB60A3-9738-42BE-9471-AA3237FA8316}">
      <dgm:prSet/>
      <dgm:spPr/>
      <dgm:t>
        <a:bodyPr/>
        <a:lstStyle/>
        <a:p>
          <a:endParaRPr lang="en-CA"/>
        </a:p>
      </dgm:t>
    </dgm:pt>
    <dgm:pt modelId="{7F799793-D316-4CC6-821E-51A4F37AC2D8}" type="pres">
      <dgm:prSet presAssocID="{9BD7514F-AD11-4CD5-B3CC-1EBF5691A113}" presName="Name0" presStyleCnt="0">
        <dgm:presLayoutVars>
          <dgm:dir/>
          <dgm:resizeHandles val="exact"/>
        </dgm:presLayoutVars>
      </dgm:prSet>
      <dgm:spPr/>
    </dgm:pt>
    <dgm:pt modelId="{3A60ED51-0161-4BC4-8B1E-9A1821503199}" type="pres">
      <dgm:prSet presAssocID="{3CF3695E-843C-4968-A411-CBF9D53D7E01}" presName="node" presStyleLbl="node1" presStyleIdx="0" presStyleCnt="3">
        <dgm:presLayoutVars>
          <dgm:bulletEnabled val="1"/>
        </dgm:presLayoutVars>
      </dgm:prSet>
      <dgm:spPr/>
    </dgm:pt>
    <dgm:pt modelId="{F80C8626-7EC1-4DDE-93F5-A24573D4A44C}" type="pres">
      <dgm:prSet presAssocID="{C89F04DE-DE0B-4F1F-B44C-AAABF1C5C0D7}" presName="sibTrans" presStyleCnt="0"/>
      <dgm:spPr/>
    </dgm:pt>
    <dgm:pt modelId="{66D0ED55-3D27-445B-9074-F2C019271A09}" type="pres">
      <dgm:prSet presAssocID="{A49F390D-F2BE-4B3F-8228-751FB5B26F59}" presName="node" presStyleLbl="node1" presStyleIdx="1" presStyleCnt="3">
        <dgm:presLayoutVars>
          <dgm:bulletEnabled val="1"/>
        </dgm:presLayoutVars>
      </dgm:prSet>
      <dgm:spPr/>
    </dgm:pt>
    <dgm:pt modelId="{6063FA2C-474D-40EA-8970-6F0D54338FD8}" type="pres">
      <dgm:prSet presAssocID="{BAC92890-32D6-4A19-925E-173C61A0FE53}" presName="sibTrans" presStyleCnt="0"/>
      <dgm:spPr/>
    </dgm:pt>
    <dgm:pt modelId="{6957699B-1D24-41D6-BF55-7FDFC5B9A357}" type="pres">
      <dgm:prSet presAssocID="{D15CE844-DD0A-4BCA-8035-BB6DFABF1DF8}" presName="node" presStyleLbl="node1" presStyleIdx="2" presStyleCnt="3">
        <dgm:presLayoutVars>
          <dgm:bulletEnabled val="1"/>
        </dgm:presLayoutVars>
      </dgm:prSet>
      <dgm:spPr/>
    </dgm:pt>
  </dgm:ptLst>
  <dgm:cxnLst>
    <dgm:cxn modelId="{75685B18-8988-4930-8FF4-FC68426496D9}" type="presOf" srcId="{A49F390D-F2BE-4B3F-8228-751FB5B26F59}" destId="{66D0ED55-3D27-445B-9074-F2C019271A09}" srcOrd="0" destOrd="0" presId="urn:microsoft.com/office/officeart/2005/8/layout/hList6"/>
    <dgm:cxn modelId="{11104F19-375B-4E79-B5B5-06E48A3F8DF2}" srcId="{9BD7514F-AD11-4CD5-B3CC-1EBF5691A113}" destId="{3CF3695E-843C-4968-A411-CBF9D53D7E01}" srcOrd="0" destOrd="0" parTransId="{AF9EAEBB-D613-4ABD-ADF1-4857BA184FD6}" sibTransId="{C89F04DE-DE0B-4F1F-B44C-AAABF1C5C0D7}"/>
    <dgm:cxn modelId="{14F87C4E-7F37-43ED-8917-832B420169B8}" type="presOf" srcId="{3CF3695E-843C-4968-A411-CBF9D53D7E01}" destId="{3A60ED51-0161-4BC4-8B1E-9A1821503199}" srcOrd="0" destOrd="0" presId="urn:microsoft.com/office/officeart/2005/8/layout/hList6"/>
    <dgm:cxn modelId="{66455980-693D-410D-BBA5-22D714A15C0C}" srcId="{9BD7514F-AD11-4CD5-B3CC-1EBF5691A113}" destId="{A49F390D-F2BE-4B3F-8228-751FB5B26F59}" srcOrd="1" destOrd="0" parTransId="{871A156F-2F2C-4972-A074-9240A068A099}" sibTransId="{BAC92890-32D6-4A19-925E-173C61A0FE53}"/>
    <dgm:cxn modelId="{A4BB60A3-9738-42BE-9471-AA3237FA8316}" srcId="{9BD7514F-AD11-4CD5-B3CC-1EBF5691A113}" destId="{D15CE844-DD0A-4BCA-8035-BB6DFABF1DF8}" srcOrd="2" destOrd="0" parTransId="{897E6B06-5EEB-438F-AA45-57A7D3C20011}" sibTransId="{ACD5C285-3CE2-455A-ABDE-0B23A339DB46}"/>
    <dgm:cxn modelId="{1864BBD7-8932-4A92-BF46-37F15967293A}" type="presOf" srcId="{9BD7514F-AD11-4CD5-B3CC-1EBF5691A113}" destId="{7F799793-D316-4CC6-821E-51A4F37AC2D8}" srcOrd="0" destOrd="0" presId="urn:microsoft.com/office/officeart/2005/8/layout/hList6"/>
    <dgm:cxn modelId="{7375A9F3-7402-46AC-97D4-6B51DD5A6425}" type="presOf" srcId="{D15CE844-DD0A-4BCA-8035-BB6DFABF1DF8}" destId="{6957699B-1D24-41D6-BF55-7FDFC5B9A357}" srcOrd="0" destOrd="0" presId="urn:microsoft.com/office/officeart/2005/8/layout/hList6"/>
    <dgm:cxn modelId="{0107F4D0-21A5-4120-A566-7762676D3EB9}" type="presParOf" srcId="{7F799793-D316-4CC6-821E-51A4F37AC2D8}" destId="{3A60ED51-0161-4BC4-8B1E-9A1821503199}" srcOrd="0" destOrd="0" presId="urn:microsoft.com/office/officeart/2005/8/layout/hList6"/>
    <dgm:cxn modelId="{12181F59-DC76-427B-83DB-6ECAC03977C4}" type="presParOf" srcId="{7F799793-D316-4CC6-821E-51A4F37AC2D8}" destId="{F80C8626-7EC1-4DDE-93F5-A24573D4A44C}" srcOrd="1" destOrd="0" presId="urn:microsoft.com/office/officeart/2005/8/layout/hList6"/>
    <dgm:cxn modelId="{6BDA5546-656E-4FCE-94FF-33C5CF2BC421}" type="presParOf" srcId="{7F799793-D316-4CC6-821E-51A4F37AC2D8}" destId="{66D0ED55-3D27-445B-9074-F2C019271A09}" srcOrd="2" destOrd="0" presId="urn:microsoft.com/office/officeart/2005/8/layout/hList6"/>
    <dgm:cxn modelId="{BBC244C7-E5E1-48DD-A676-18BE5B326238}" type="presParOf" srcId="{7F799793-D316-4CC6-821E-51A4F37AC2D8}" destId="{6063FA2C-474D-40EA-8970-6F0D54338FD8}" srcOrd="3" destOrd="0" presId="urn:microsoft.com/office/officeart/2005/8/layout/hList6"/>
    <dgm:cxn modelId="{2D102FD7-76FF-4D78-BE1D-CCFB4539A87C}" type="presParOf" srcId="{7F799793-D316-4CC6-821E-51A4F37AC2D8}" destId="{6957699B-1D24-41D6-BF55-7FDFC5B9A357}" srcOrd="4" destOrd="0" presId="urn:microsoft.com/office/officeart/2005/8/layout/hList6"/>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533827A2-7931-41D5-9943-94E6367DA92F}" type="doc">
      <dgm:prSet loTypeId="urn:microsoft.com/office/officeart/2018/2/layout/IconVerticalSolidList" loCatId="icon" qsTypeId="urn:microsoft.com/office/officeart/2005/8/quickstyle/simple1" qsCatId="simple" csTypeId="urn:microsoft.com/office/officeart/2005/8/colors/accent5_2" csCatId="accent5" phldr="1"/>
      <dgm:spPr/>
      <dgm:t>
        <a:bodyPr/>
        <a:lstStyle/>
        <a:p>
          <a:endParaRPr lang="en-US"/>
        </a:p>
      </dgm:t>
    </dgm:pt>
    <dgm:pt modelId="{6ED2C10E-E4F6-4B22-B187-FFA1818CFAAF}">
      <dgm:prSet/>
      <dgm:spPr>
        <a:blipFill rotWithShape="0">
          <a:blip xmlns:r="http://schemas.openxmlformats.org/officeDocument/2006/relationships" r:embed="rId1"/>
          <a:srcRect/>
          <a:stretch>
            <a:fillRect l="-72000" r="-72000"/>
          </a:stretch>
        </a:blipFill>
      </dgm:spPr>
      <dgm:t>
        <a:bodyPr/>
        <a:lstStyle/>
        <a:p>
          <a:pPr>
            <a:lnSpc>
              <a:spcPct val="100000"/>
            </a:lnSpc>
          </a:pPr>
          <a:r>
            <a:rPr lang="en-CA" dirty="0"/>
            <a:t>Experiment 1: </a:t>
          </a:r>
          <a:r>
            <a:rPr lang="en-US" dirty="0"/>
            <a:t>Baseline model using all features</a:t>
          </a:r>
          <a:endParaRPr lang="en-US" dirty="0">
            <a:latin typeface="Aptos"/>
          </a:endParaRPr>
        </a:p>
      </dgm:t>
    </dgm:pt>
    <dgm:pt modelId="{BD2F9957-E009-4CB0-B9FD-1974F5FE1940}" type="parTrans" cxnId="{B7FB3323-0623-400C-BEE5-51134AF7DCB8}">
      <dgm:prSet/>
      <dgm:spPr/>
      <dgm:t>
        <a:bodyPr/>
        <a:lstStyle/>
        <a:p>
          <a:endParaRPr lang="en-US"/>
        </a:p>
      </dgm:t>
    </dgm:pt>
    <dgm:pt modelId="{2C1AD685-A0F0-43D7-9308-226B66EB5FBF}" type="sibTrans" cxnId="{B7FB3323-0623-400C-BEE5-51134AF7DCB8}">
      <dgm:prSet/>
      <dgm:spPr/>
      <dgm:t>
        <a:bodyPr/>
        <a:lstStyle/>
        <a:p>
          <a:endParaRPr lang="en-US"/>
        </a:p>
      </dgm:t>
    </dgm:pt>
    <dgm:pt modelId="{4BD42D95-B382-4EC2-91BB-D27A3DA61BB2}">
      <dgm:prSet/>
      <dgm:spPr/>
      <dgm:t>
        <a:bodyPr/>
        <a:lstStyle/>
        <a:p>
          <a:pPr>
            <a:lnSpc>
              <a:spcPct val="100000"/>
            </a:lnSpc>
          </a:pPr>
          <a:r>
            <a:rPr lang="en-CA" dirty="0"/>
            <a:t>Experiment 2: SHAP-based feature reduction</a:t>
          </a:r>
        </a:p>
      </dgm:t>
    </dgm:pt>
    <dgm:pt modelId="{15F816D6-3278-431E-A4C7-7390F713923B}" type="parTrans" cxnId="{B9797BE7-8ECB-409B-96A9-BADFED0A2063}">
      <dgm:prSet/>
      <dgm:spPr/>
      <dgm:t>
        <a:bodyPr/>
        <a:lstStyle/>
        <a:p>
          <a:endParaRPr lang="en-CA"/>
        </a:p>
      </dgm:t>
    </dgm:pt>
    <dgm:pt modelId="{8E345D53-BDA8-4516-A3BE-7625F9E16121}" type="sibTrans" cxnId="{B9797BE7-8ECB-409B-96A9-BADFED0A2063}">
      <dgm:prSet/>
      <dgm:spPr/>
      <dgm:t>
        <a:bodyPr/>
        <a:lstStyle/>
        <a:p>
          <a:endParaRPr lang="en-CA"/>
        </a:p>
      </dgm:t>
    </dgm:pt>
    <dgm:pt modelId="{F69B8FD0-5C8B-4289-B54F-71FA2747D87B}">
      <dgm:prSet/>
      <dgm:spPr/>
      <dgm:t>
        <a:bodyPr/>
        <a:lstStyle/>
        <a:p>
          <a:pPr>
            <a:lnSpc>
              <a:spcPct val="100000"/>
            </a:lnSpc>
          </a:pPr>
          <a:r>
            <a:rPr lang="en-CA"/>
            <a:t>Experiment 3: Cross-validation for model reliability</a:t>
          </a:r>
        </a:p>
      </dgm:t>
    </dgm:pt>
    <dgm:pt modelId="{FFB72A7E-C2D8-410E-A091-550EB1BDECB1}" type="parTrans" cxnId="{113E954B-49B7-4EA8-A010-15C72957B0E7}">
      <dgm:prSet/>
      <dgm:spPr/>
      <dgm:t>
        <a:bodyPr/>
        <a:lstStyle/>
        <a:p>
          <a:endParaRPr lang="en-CA"/>
        </a:p>
      </dgm:t>
    </dgm:pt>
    <dgm:pt modelId="{D9FE913C-84A5-4F13-A086-16EBCBB46BF8}" type="sibTrans" cxnId="{113E954B-49B7-4EA8-A010-15C72957B0E7}">
      <dgm:prSet/>
      <dgm:spPr/>
      <dgm:t>
        <a:bodyPr/>
        <a:lstStyle/>
        <a:p>
          <a:endParaRPr lang="en-CA"/>
        </a:p>
      </dgm:t>
    </dgm:pt>
    <dgm:pt modelId="{627EC89C-4E4F-47CB-8856-6E64810D0C3A}">
      <dgm:prSet/>
      <dgm:spPr/>
      <dgm:t>
        <a:bodyPr/>
        <a:lstStyle/>
        <a:p>
          <a:pPr>
            <a:lnSpc>
              <a:spcPct val="100000"/>
            </a:lnSpc>
          </a:pPr>
          <a:r>
            <a:rPr lang="en-CA"/>
            <a:t>Experiment 4: Correlation-based feature pruning</a:t>
          </a:r>
        </a:p>
      </dgm:t>
    </dgm:pt>
    <dgm:pt modelId="{EB3A1D70-B056-45C8-948C-47ECF1F5ACA4}" type="parTrans" cxnId="{72A21567-4E1D-4163-980E-9695A00E5170}">
      <dgm:prSet/>
      <dgm:spPr/>
      <dgm:t>
        <a:bodyPr/>
        <a:lstStyle/>
        <a:p>
          <a:endParaRPr lang="en-CA"/>
        </a:p>
      </dgm:t>
    </dgm:pt>
    <dgm:pt modelId="{EDB5C559-8BEE-4656-B7B5-E56789626B96}" type="sibTrans" cxnId="{72A21567-4E1D-4163-980E-9695A00E5170}">
      <dgm:prSet/>
      <dgm:spPr/>
      <dgm:t>
        <a:bodyPr/>
        <a:lstStyle/>
        <a:p>
          <a:endParaRPr lang="en-CA"/>
        </a:p>
      </dgm:t>
    </dgm:pt>
    <dgm:pt modelId="{2B942519-ABC5-474B-BD14-A4375D509E3A}">
      <dgm:prSet/>
      <dgm:spPr/>
      <dgm:t>
        <a:bodyPr/>
        <a:lstStyle/>
        <a:p>
          <a:pPr>
            <a:lnSpc>
              <a:spcPct val="100000"/>
            </a:lnSpc>
          </a:pPr>
          <a:r>
            <a:rPr lang="en-CA"/>
            <a:t>Experiment 5: Optimal feature count detection</a:t>
          </a:r>
        </a:p>
      </dgm:t>
    </dgm:pt>
    <dgm:pt modelId="{F151CF84-C76E-46FC-9E1A-3A4BC4DD4A1F}" type="parTrans" cxnId="{68A2354A-2A28-4C16-B027-2041AEBAC5F2}">
      <dgm:prSet/>
      <dgm:spPr/>
      <dgm:t>
        <a:bodyPr/>
        <a:lstStyle/>
        <a:p>
          <a:endParaRPr lang="en-CA"/>
        </a:p>
      </dgm:t>
    </dgm:pt>
    <dgm:pt modelId="{CFFC902A-8AD1-4B77-A56D-3273A0A3C770}" type="sibTrans" cxnId="{68A2354A-2A28-4C16-B027-2041AEBAC5F2}">
      <dgm:prSet/>
      <dgm:spPr/>
      <dgm:t>
        <a:bodyPr/>
        <a:lstStyle/>
        <a:p>
          <a:endParaRPr lang="en-CA"/>
        </a:p>
      </dgm:t>
    </dgm:pt>
    <dgm:pt modelId="{964478BB-69F0-4889-8B00-A1881BB400FC}">
      <dgm:prSet/>
      <dgm:spPr/>
      <dgm:t>
        <a:bodyPr/>
        <a:lstStyle/>
        <a:p>
          <a:pPr>
            <a:lnSpc>
              <a:spcPct val="100000"/>
            </a:lnSpc>
          </a:pPr>
          <a:r>
            <a:rPr lang="en-CA"/>
            <a:t>Experiment 6: SHAP vs WFI comparison</a:t>
          </a:r>
        </a:p>
      </dgm:t>
    </dgm:pt>
    <dgm:pt modelId="{FBC73924-CF8C-4C7B-9601-05F132929ED4}" type="parTrans" cxnId="{BE59A1B5-E0F2-41D2-9EB3-916FFA87703A}">
      <dgm:prSet/>
      <dgm:spPr/>
      <dgm:t>
        <a:bodyPr/>
        <a:lstStyle/>
        <a:p>
          <a:endParaRPr lang="en-CA"/>
        </a:p>
      </dgm:t>
    </dgm:pt>
    <dgm:pt modelId="{79AEF5B9-E298-4373-8FD7-8CCC4910DFB5}" type="sibTrans" cxnId="{BE59A1B5-E0F2-41D2-9EB3-916FFA87703A}">
      <dgm:prSet/>
      <dgm:spPr/>
      <dgm:t>
        <a:bodyPr/>
        <a:lstStyle/>
        <a:p>
          <a:endParaRPr lang="en-CA"/>
        </a:p>
      </dgm:t>
    </dgm:pt>
    <dgm:pt modelId="{3C63F5F8-6098-432F-9767-E76C9B7CB5C5}">
      <dgm:prSet/>
      <dgm:spPr/>
      <dgm:t>
        <a:bodyPr/>
        <a:lstStyle/>
        <a:p>
          <a:pPr>
            <a:lnSpc>
              <a:spcPct val="100000"/>
            </a:lnSpc>
          </a:pPr>
          <a:r>
            <a:rPr lang="en-CA" dirty="0"/>
            <a:t>Experiment 7: </a:t>
          </a:r>
          <a:r>
            <a:rPr lang="en-US" dirty="0"/>
            <a:t>Derived feature generation (feature interactions)</a:t>
          </a:r>
          <a:endParaRPr lang="en-CA" dirty="0"/>
        </a:p>
      </dgm:t>
    </dgm:pt>
    <dgm:pt modelId="{2F92198B-5632-401E-94B8-773F4F46215C}" type="parTrans" cxnId="{80ED02FE-4DD6-4D00-8700-220F0985EEC0}">
      <dgm:prSet/>
      <dgm:spPr/>
      <dgm:t>
        <a:bodyPr/>
        <a:lstStyle/>
        <a:p>
          <a:endParaRPr lang="en-CA"/>
        </a:p>
      </dgm:t>
    </dgm:pt>
    <dgm:pt modelId="{F66BEDE9-C002-46BF-951C-55021A153D4F}" type="sibTrans" cxnId="{80ED02FE-4DD6-4D00-8700-220F0985EEC0}">
      <dgm:prSet/>
      <dgm:spPr/>
      <dgm:t>
        <a:bodyPr/>
        <a:lstStyle/>
        <a:p>
          <a:endParaRPr lang="en-CA"/>
        </a:p>
      </dgm:t>
    </dgm:pt>
    <dgm:pt modelId="{2386DB46-A133-406F-B388-514B0A9D6367}">
      <dgm:prSet/>
      <dgm:spPr/>
      <dgm:t>
        <a:bodyPr/>
        <a:lstStyle/>
        <a:p>
          <a:pPr>
            <a:lnSpc>
              <a:spcPct val="100000"/>
            </a:lnSpc>
          </a:pPr>
          <a:r>
            <a:rPr lang="en-US" dirty="0"/>
            <a:t>Final: Key </a:t>
          </a:r>
          <a:r>
            <a:rPr lang="en-US"/>
            <a:t>Insight from Experiments</a:t>
          </a:r>
          <a:endParaRPr lang="en-CA" dirty="0"/>
        </a:p>
      </dgm:t>
    </dgm:pt>
    <dgm:pt modelId="{E3BB7A30-9AD1-4F16-917B-A19A1BB2A884}" type="parTrans" cxnId="{04D12A68-BD9E-4BAA-8B6A-D69051199829}">
      <dgm:prSet/>
      <dgm:spPr/>
      <dgm:t>
        <a:bodyPr/>
        <a:lstStyle/>
        <a:p>
          <a:endParaRPr lang="en-CA"/>
        </a:p>
      </dgm:t>
    </dgm:pt>
    <dgm:pt modelId="{C870C027-17B4-4752-B16A-18BF3052F1D0}" type="sibTrans" cxnId="{04D12A68-BD9E-4BAA-8B6A-D69051199829}">
      <dgm:prSet/>
      <dgm:spPr/>
      <dgm:t>
        <a:bodyPr/>
        <a:lstStyle/>
        <a:p>
          <a:endParaRPr lang="en-CA"/>
        </a:p>
      </dgm:t>
    </dgm:pt>
    <dgm:pt modelId="{0123EBC3-D48F-4C60-952F-2963DCA5428F}" type="pres">
      <dgm:prSet presAssocID="{533827A2-7931-41D5-9943-94E6367DA92F}" presName="root" presStyleCnt="0">
        <dgm:presLayoutVars>
          <dgm:dir/>
          <dgm:resizeHandles val="exact"/>
        </dgm:presLayoutVars>
      </dgm:prSet>
      <dgm:spPr/>
    </dgm:pt>
    <dgm:pt modelId="{10121029-9828-41FC-A1A8-C215D2B7D71E}" type="pres">
      <dgm:prSet presAssocID="{6ED2C10E-E4F6-4B22-B187-FFA1818CFAAF}" presName="compNode" presStyleCnt="0"/>
      <dgm:spPr/>
    </dgm:pt>
    <dgm:pt modelId="{7A80C00C-C177-4228-9B26-D2CB3F662CDF}" type="pres">
      <dgm:prSet presAssocID="{6ED2C10E-E4F6-4B22-B187-FFA1818CFAAF}" presName="bgRect" presStyleLbl="bgShp" presStyleIdx="0" presStyleCnt="8"/>
      <dgm:spPr/>
    </dgm:pt>
    <dgm:pt modelId="{60DB983C-D7BC-4C7C-8860-84C70A2C3ED4}" type="pres">
      <dgm:prSet presAssocID="{6ED2C10E-E4F6-4B22-B187-FFA1818CFAAF}" presName="iconRect" presStyleLbl="node1" presStyleIdx="0" presStyleCnt="8"/>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Document"/>
        </a:ext>
      </dgm:extLst>
    </dgm:pt>
    <dgm:pt modelId="{339278B3-C966-4942-AB50-91BBF7E8DB61}" type="pres">
      <dgm:prSet presAssocID="{6ED2C10E-E4F6-4B22-B187-FFA1818CFAAF}" presName="spaceRect" presStyleCnt="0"/>
      <dgm:spPr/>
    </dgm:pt>
    <dgm:pt modelId="{F6789344-1C96-4D08-93DC-06A6C3132D2B}" type="pres">
      <dgm:prSet presAssocID="{6ED2C10E-E4F6-4B22-B187-FFA1818CFAAF}" presName="parTx" presStyleLbl="revTx" presStyleIdx="0" presStyleCnt="8">
        <dgm:presLayoutVars>
          <dgm:chMax val="0"/>
          <dgm:chPref val="0"/>
        </dgm:presLayoutVars>
      </dgm:prSet>
      <dgm:spPr/>
    </dgm:pt>
    <dgm:pt modelId="{D9894696-4497-4F8A-82EF-CDB13AE2B729}" type="pres">
      <dgm:prSet presAssocID="{2C1AD685-A0F0-43D7-9308-226B66EB5FBF}" presName="sibTrans" presStyleCnt="0"/>
      <dgm:spPr/>
    </dgm:pt>
    <dgm:pt modelId="{B2422673-7876-4943-A452-CAB983CE7F86}" type="pres">
      <dgm:prSet presAssocID="{4BD42D95-B382-4EC2-91BB-D27A3DA61BB2}" presName="compNode" presStyleCnt="0"/>
      <dgm:spPr/>
    </dgm:pt>
    <dgm:pt modelId="{3C889ED5-5459-40F9-8D0F-24BD88690046}" type="pres">
      <dgm:prSet presAssocID="{4BD42D95-B382-4EC2-91BB-D27A3DA61BB2}" presName="bgRect" presStyleLbl="bgShp" presStyleIdx="1" presStyleCnt="8"/>
      <dgm:spPr/>
    </dgm:pt>
    <dgm:pt modelId="{50F62E32-D9D9-4D8B-AF69-F21FAC21B825}" type="pres">
      <dgm:prSet presAssocID="{4BD42D95-B382-4EC2-91BB-D27A3DA61BB2}" presName="iconRect" presStyleLbl="node1" presStyleIdx="1" presStyleCnt="8"/>
      <dgm:spPr>
        <a:blipFill>
          <a:blip xmlns:r="http://schemas.openxmlformats.org/officeDocument/2006/relationships" r:embed="rId2">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Document with solid fill"/>
        </a:ext>
      </dgm:extLst>
    </dgm:pt>
    <dgm:pt modelId="{F498C4AD-DA29-4701-AD47-E27930DC2635}" type="pres">
      <dgm:prSet presAssocID="{4BD42D95-B382-4EC2-91BB-D27A3DA61BB2}" presName="spaceRect" presStyleCnt="0"/>
      <dgm:spPr/>
    </dgm:pt>
    <dgm:pt modelId="{D0168F56-2F80-454F-A8C6-1E461B5B0BBA}" type="pres">
      <dgm:prSet presAssocID="{4BD42D95-B382-4EC2-91BB-D27A3DA61BB2}" presName="parTx" presStyleLbl="revTx" presStyleIdx="1" presStyleCnt="8">
        <dgm:presLayoutVars>
          <dgm:chMax val="0"/>
          <dgm:chPref val="0"/>
        </dgm:presLayoutVars>
      </dgm:prSet>
      <dgm:spPr/>
    </dgm:pt>
    <dgm:pt modelId="{F0807EAC-BDE7-48DD-9D7C-7996C3F90FE0}" type="pres">
      <dgm:prSet presAssocID="{8E345D53-BDA8-4516-A3BE-7625F9E16121}" presName="sibTrans" presStyleCnt="0"/>
      <dgm:spPr/>
    </dgm:pt>
    <dgm:pt modelId="{EC0D48CC-70B2-4EDC-A513-1DABAB16A615}" type="pres">
      <dgm:prSet presAssocID="{F69B8FD0-5C8B-4289-B54F-71FA2747D87B}" presName="compNode" presStyleCnt="0"/>
      <dgm:spPr/>
    </dgm:pt>
    <dgm:pt modelId="{861F7038-660C-4514-B800-4211B9992210}" type="pres">
      <dgm:prSet presAssocID="{F69B8FD0-5C8B-4289-B54F-71FA2747D87B}" presName="bgRect" presStyleLbl="bgShp" presStyleIdx="2" presStyleCnt="8"/>
      <dgm:spPr/>
    </dgm:pt>
    <dgm:pt modelId="{8010A0C4-EEF7-43F8-90DE-44C9B7C2F23B}" type="pres">
      <dgm:prSet presAssocID="{F69B8FD0-5C8B-4289-B54F-71FA2747D87B}" presName="iconRect" presStyleLbl="node1" presStyleIdx="2" presStyleCnt="8"/>
      <dgm:spPr>
        <a:blipFill>
          <a:blip xmlns:r="http://schemas.openxmlformats.org/officeDocument/2006/relationships" r:embed="rId2">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Document with solid fill"/>
        </a:ext>
      </dgm:extLst>
    </dgm:pt>
    <dgm:pt modelId="{46BE0A11-1095-488F-9A09-D48918C17EBE}" type="pres">
      <dgm:prSet presAssocID="{F69B8FD0-5C8B-4289-B54F-71FA2747D87B}" presName="spaceRect" presStyleCnt="0"/>
      <dgm:spPr/>
    </dgm:pt>
    <dgm:pt modelId="{89ECE396-745E-4AAE-9741-3B8EAB529FCC}" type="pres">
      <dgm:prSet presAssocID="{F69B8FD0-5C8B-4289-B54F-71FA2747D87B}" presName="parTx" presStyleLbl="revTx" presStyleIdx="2" presStyleCnt="8">
        <dgm:presLayoutVars>
          <dgm:chMax val="0"/>
          <dgm:chPref val="0"/>
        </dgm:presLayoutVars>
      </dgm:prSet>
      <dgm:spPr/>
    </dgm:pt>
    <dgm:pt modelId="{0EA4E02B-AE0A-4DF3-AFCC-8634779AA0B2}" type="pres">
      <dgm:prSet presAssocID="{D9FE913C-84A5-4F13-A086-16EBCBB46BF8}" presName="sibTrans" presStyleCnt="0"/>
      <dgm:spPr/>
    </dgm:pt>
    <dgm:pt modelId="{78166E4B-8516-42F2-9374-B4C8DB37EF10}" type="pres">
      <dgm:prSet presAssocID="{627EC89C-4E4F-47CB-8856-6E64810D0C3A}" presName="compNode" presStyleCnt="0"/>
      <dgm:spPr/>
    </dgm:pt>
    <dgm:pt modelId="{DBEC436A-4E78-474A-A054-B198F62D0DFF}" type="pres">
      <dgm:prSet presAssocID="{627EC89C-4E4F-47CB-8856-6E64810D0C3A}" presName="bgRect" presStyleLbl="bgShp" presStyleIdx="3" presStyleCnt="8"/>
      <dgm:spPr/>
    </dgm:pt>
    <dgm:pt modelId="{2831896E-2859-4661-92C0-D32510952B13}" type="pres">
      <dgm:prSet presAssocID="{627EC89C-4E4F-47CB-8856-6E64810D0C3A}" presName="iconRect" presStyleLbl="node1" presStyleIdx="3" presStyleCnt="8"/>
      <dgm:spPr>
        <a:blipFill>
          <a:blip xmlns:r="http://schemas.openxmlformats.org/officeDocument/2006/relationships" r:embed="rId2">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Document with solid fill"/>
        </a:ext>
      </dgm:extLst>
    </dgm:pt>
    <dgm:pt modelId="{CDC4E70A-F05D-4F37-9E26-276B9AA8BE39}" type="pres">
      <dgm:prSet presAssocID="{627EC89C-4E4F-47CB-8856-6E64810D0C3A}" presName="spaceRect" presStyleCnt="0"/>
      <dgm:spPr/>
    </dgm:pt>
    <dgm:pt modelId="{557DA5D5-8607-41EF-B34B-E9E0F8CBA38C}" type="pres">
      <dgm:prSet presAssocID="{627EC89C-4E4F-47CB-8856-6E64810D0C3A}" presName="parTx" presStyleLbl="revTx" presStyleIdx="3" presStyleCnt="8">
        <dgm:presLayoutVars>
          <dgm:chMax val="0"/>
          <dgm:chPref val="0"/>
        </dgm:presLayoutVars>
      </dgm:prSet>
      <dgm:spPr/>
    </dgm:pt>
    <dgm:pt modelId="{57FEE6D6-2CB4-4A22-873D-79371AF1A94A}" type="pres">
      <dgm:prSet presAssocID="{EDB5C559-8BEE-4656-B7B5-E56789626B96}" presName="sibTrans" presStyleCnt="0"/>
      <dgm:spPr/>
    </dgm:pt>
    <dgm:pt modelId="{A0C4DD9D-950A-474A-BCBD-F491F7187346}" type="pres">
      <dgm:prSet presAssocID="{2B942519-ABC5-474B-BD14-A4375D509E3A}" presName="compNode" presStyleCnt="0"/>
      <dgm:spPr/>
    </dgm:pt>
    <dgm:pt modelId="{7B60F594-7EC0-4312-98E1-3F8E295D0135}" type="pres">
      <dgm:prSet presAssocID="{2B942519-ABC5-474B-BD14-A4375D509E3A}" presName="bgRect" presStyleLbl="bgShp" presStyleIdx="4" presStyleCnt="8"/>
      <dgm:spPr/>
    </dgm:pt>
    <dgm:pt modelId="{206F5518-C510-4B85-8442-DB5E3141CCDC}" type="pres">
      <dgm:prSet presAssocID="{2B942519-ABC5-474B-BD14-A4375D509E3A}" presName="iconRect" presStyleLbl="node1" presStyleIdx="4" presStyleCnt="8"/>
      <dgm:spPr>
        <a:blipFill>
          <a:blip xmlns:r="http://schemas.openxmlformats.org/officeDocument/2006/relationships" r:embed="rId2">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Document with solid fill"/>
        </a:ext>
      </dgm:extLst>
    </dgm:pt>
    <dgm:pt modelId="{E82F5E38-447F-4236-9652-3CDA1E0558DF}" type="pres">
      <dgm:prSet presAssocID="{2B942519-ABC5-474B-BD14-A4375D509E3A}" presName="spaceRect" presStyleCnt="0"/>
      <dgm:spPr/>
    </dgm:pt>
    <dgm:pt modelId="{5F05CBFA-C9E8-424A-8C8B-6264BC2CD2EB}" type="pres">
      <dgm:prSet presAssocID="{2B942519-ABC5-474B-BD14-A4375D509E3A}" presName="parTx" presStyleLbl="revTx" presStyleIdx="4" presStyleCnt="8">
        <dgm:presLayoutVars>
          <dgm:chMax val="0"/>
          <dgm:chPref val="0"/>
        </dgm:presLayoutVars>
      </dgm:prSet>
      <dgm:spPr/>
    </dgm:pt>
    <dgm:pt modelId="{CECF6247-281D-4F4E-A285-DCDA979FDB1F}" type="pres">
      <dgm:prSet presAssocID="{CFFC902A-8AD1-4B77-A56D-3273A0A3C770}" presName="sibTrans" presStyleCnt="0"/>
      <dgm:spPr/>
    </dgm:pt>
    <dgm:pt modelId="{19DC0504-FC5D-4E05-B484-F1936C8D6C7B}" type="pres">
      <dgm:prSet presAssocID="{964478BB-69F0-4889-8B00-A1881BB400FC}" presName="compNode" presStyleCnt="0"/>
      <dgm:spPr/>
    </dgm:pt>
    <dgm:pt modelId="{2102E3B4-6458-4168-AE9A-6AC5FA5BE743}" type="pres">
      <dgm:prSet presAssocID="{964478BB-69F0-4889-8B00-A1881BB400FC}" presName="bgRect" presStyleLbl="bgShp" presStyleIdx="5" presStyleCnt="8"/>
      <dgm:spPr/>
    </dgm:pt>
    <dgm:pt modelId="{CAF292D8-F7C8-4C17-A763-47D3AA878949}" type="pres">
      <dgm:prSet presAssocID="{964478BB-69F0-4889-8B00-A1881BB400FC}" presName="iconRect" presStyleLbl="node1" presStyleIdx="5" presStyleCnt="8"/>
      <dgm:spPr>
        <a:blipFill>
          <a:blip xmlns:r="http://schemas.openxmlformats.org/officeDocument/2006/relationships" r:embed="rId2">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Document with solid fill"/>
        </a:ext>
      </dgm:extLst>
    </dgm:pt>
    <dgm:pt modelId="{5D9EB53F-2623-4D16-B5B5-A03AEDDD6653}" type="pres">
      <dgm:prSet presAssocID="{964478BB-69F0-4889-8B00-A1881BB400FC}" presName="spaceRect" presStyleCnt="0"/>
      <dgm:spPr/>
    </dgm:pt>
    <dgm:pt modelId="{61D6A732-0C24-4EC9-9E5A-BBC28A1AD2DC}" type="pres">
      <dgm:prSet presAssocID="{964478BB-69F0-4889-8B00-A1881BB400FC}" presName="parTx" presStyleLbl="revTx" presStyleIdx="5" presStyleCnt="8">
        <dgm:presLayoutVars>
          <dgm:chMax val="0"/>
          <dgm:chPref val="0"/>
        </dgm:presLayoutVars>
      </dgm:prSet>
      <dgm:spPr/>
    </dgm:pt>
    <dgm:pt modelId="{0E22B058-11F4-4C0A-957B-33F5DCAFB62B}" type="pres">
      <dgm:prSet presAssocID="{79AEF5B9-E298-4373-8FD7-8CCC4910DFB5}" presName="sibTrans" presStyleCnt="0"/>
      <dgm:spPr/>
    </dgm:pt>
    <dgm:pt modelId="{0E4E2449-37E0-4176-8469-3F7FF9423DD1}" type="pres">
      <dgm:prSet presAssocID="{3C63F5F8-6098-432F-9767-E76C9B7CB5C5}" presName="compNode" presStyleCnt="0"/>
      <dgm:spPr/>
    </dgm:pt>
    <dgm:pt modelId="{3ECD8C93-F664-4361-A427-F51E3E987B0C}" type="pres">
      <dgm:prSet presAssocID="{3C63F5F8-6098-432F-9767-E76C9B7CB5C5}" presName="bgRect" presStyleLbl="bgShp" presStyleIdx="6" presStyleCnt="8"/>
      <dgm:spPr/>
    </dgm:pt>
    <dgm:pt modelId="{542E6739-4780-47C3-AC3D-70A0F3A1F405}" type="pres">
      <dgm:prSet presAssocID="{3C63F5F8-6098-432F-9767-E76C9B7CB5C5}" presName="iconRect" presStyleLbl="node1" presStyleIdx="6" presStyleCnt="8"/>
      <dgm:spPr>
        <a:blipFill>
          <a:blip xmlns:r="http://schemas.openxmlformats.org/officeDocument/2006/relationships" r:embed="rId2">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Document with solid fill"/>
        </a:ext>
      </dgm:extLst>
    </dgm:pt>
    <dgm:pt modelId="{2511354C-B09B-487C-B814-1A6E189F2045}" type="pres">
      <dgm:prSet presAssocID="{3C63F5F8-6098-432F-9767-E76C9B7CB5C5}" presName="spaceRect" presStyleCnt="0"/>
      <dgm:spPr/>
    </dgm:pt>
    <dgm:pt modelId="{0EEB071C-0071-4193-A66C-F4D55A0BB8AD}" type="pres">
      <dgm:prSet presAssocID="{3C63F5F8-6098-432F-9767-E76C9B7CB5C5}" presName="parTx" presStyleLbl="revTx" presStyleIdx="6" presStyleCnt="8">
        <dgm:presLayoutVars>
          <dgm:chMax val="0"/>
          <dgm:chPref val="0"/>
        </dgm:presLayoutVars>
      </dgm:prSet>
      <dgm:spPr/>
    </dgm:pt>
    <dgm:pt modelId="{2DA30484-CA8C-47DB-93CC-3EA9E3A7711B}" type="pres">
      <dgm:prSet presAssocID="{F66BEDE9-C002-46BF-951C-55021A153D4F}" presName="sibTrans" presStyleCnt="0"/>
      <dgm:spPr/>
    </dgm:pt>
    <dgm:pt modelId="{DB5BD256-7A12-4AF5-9D91-CA4648B77A0E}" type="pres">
      <dgm:prSet presAssocID="{2386DB46-A133-406F-B388-514B0A9D6367}" presName="compNode" presStyleCnt="0"/>
      <dgm:spPr/>
    </dgm:pt>
    <dgm:pt modelId="{51149F86-FA8F-4C42-B2E3-8F5897FB6593}" type="pres">
      <dgm:prSet presAssocID="{2386DB46-A133-406F-B388-514B0A9D6367}" presName="bgRect" presStyleLbl="bgShp" presStyleIdx="7" presStyleCnt="8"/>
      <dgm:spPr/>
    </dgm:pt>
    <dgm:pt modelId="{DE15ACC9-58CE-472E-AB9F-288AE5DAF47B}" type="pres">
      <dgm:prSet presAssocID="{2386DB46-A133-406F-B388-514B0A9D6367}" presName="iconRect" presStyleLbl="node1" presStyleIdx="7" presStyleCnt="8"/>
      <dgm:spPr>
        <a:blipFill>
          <a:blip xmlns:r="http://schemas.openxmlformats.org/officeDocument/2006/relationships" r:embed="rId2">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Document with solid fill"/>
        </a:ext>
      </dgm:extLst>
    </dgm:pt>
    <dgm:pt modelId="{26DAC299-255A-4EDF-BB16-C5B054EEE81C}" type="pres">
      <dgm:prSet presAssocID="{2386DB46-A133-406F-B388-514B0A9D6367}" presName="spaceRect" presStyleCnt="0"/>
      <dgm:spPr/>
    </dgm:pt>
    <dgm:pt modelId="{21D029F2-C3A1-411A-88C8-FAA80DF35041}" type="pres">
      <dgm:prSet presAssocID="{2386DB46-A133-406F-B388-514B0A9D6367}" presName="parTx" presStyleLbl="revTx" presStyleIdx="7" presStyleCnt="8">
        <dgm:presLayoutVars>
          <dgm:chMax val="0"/>
          <dgm:chPref val="0"/>
        </dgm:presLayoutVars>
      </dgm:prSet>
      <dgm:spPr/>
    </dgm:pt>
  </dgm:ptLst>
  <dgm:cxnLst>
    <dgm:cxn modelId="{AF4F8E02-73DB-44AD-87C6-2B71CDA318EA}" type="presOf" srcId="{533827A2-7931-41D5-9943-94E6367DA92F}" destId="{0123EBC3-D48F-4C60-952F-2963DCA5428F}" srcOrd="0" destOrd="0" presId="urn:microsoft.com/office/officeart/2018/2/layout/IconVerticalSolidList"/>
    <dgm:cxn modelId="{D5874710-55F5-4B04-8730-5734F2B6D025}" type="presOf" srcId="{3C63F5F8-6098-432F-9767-E76C9B7CB5C5}" destId="{0EEB071C-0071-4193-A66C-F4D55A0BB8AD}" srcOrd="0" destOrd="0" presId="urn:microsoft.com/office/officeart/2018/2/layout/IconVerticalSolidList"/>
    <dgm:cxn modelId="{B7FB3323-0623-400C-BEE5-51134AF7DCB8}" srcId="{533827A2-7931-41D5-9943-94E6367DA92F}" destId="{6ED2C10E-E4F6-4B22-B187-FFA1818CFAAF}" srcOrd="0" destOrd="0" parTransId="{BD2F9957-E009-4CB0-B9FD-1974F5FE1940}" sibTransId="{2C1AD685-A0F0-43D7-9308-226B66EB5FBF}"/>
    <dgm:cxn modelId="{0C124938-E508-4194-A2C1-9B3CB54F34F4}" type="presOf" srcId="{2386DB46-A133-406F-B388-514B0A9D6367}" destId="{21D029F2-C3A1-411A-88C8-FAA80DF35041}" srcOrd="0" destOrd="0" presId="urn:microsoft.com/office/officeart/2018/2/layout/IconVerticalSolidList"/>
    <dgm:cxn modelId="{2CECFB3A-8CC6-4922-9FCA-1F543863F4A0}" type="presOf" srcId="{6ED2C10E-E4F6-4B22-B187-FFA1818CFAAF}" destId="{F6789344-1C96-4D08-93DC-06A6C3132D2B}" srcOrd="0" destOrd="0" presId="urn:microsoft.com/office/officeart/2018/2/layout/IconVerticalSolidList"/>
    <dgm:cxn modelId="{852CBC64-B978-486D-8973-A84A5F2A9828}" type="presOf" srcId="{964478BB-69F0-4889-8B00-A1881BB400FC}" destId="{61D6A732-0C24-4EC9-9E5A-BBC28A1AD2DC}" srcOrd="0" destOrd="0" presId="urn:microsoft.com/office/officeart/2018/2/layout/IconVerticalSolidList"/>
    <dgm:cxn modelId="{72A21567-4E1D-4163-980E-9695A00E5170}" srcId="{533827A2-7931-41D5-9943-94E6367DA92F}" destId="{627EC89C-4E4F-47CB-8856-6E64810D0C3A}" srcOrd="3" destOrd="0" parTransId="{EB3A1D70-B056-45C8-948C-47ECF1F5ACA4}" sibTransId="{EDB5C559-8BEE-4656-B7B5-E56789626B96}"/>
    <dgm:cxn modelId="{04D12A68-BD9E-4BAA-8B6A-D69051199829}" srcId="{533827A2-7931-41D5-9943-94E6367DA92F}" destId="{2386DB46-A133-406F-B388-514B0A9D6367}" srcOrd="7" destOrd="0" parTransId="{E3BB7A30-9AD1-4F16-917B-A19A1BB2A884}" sibTransId="{C870C027-17B4-4752-B16A-18BF3052F1D0}"/>
    <dgm:cxn modelId="{68A2354A-2A28-4C16-B027-2041AEBAC5F2}" srcId="{533827A2-7931-41D5-9943-94E6367DA92F}" destId="{2B942519-ABC5-474B-BD14-A4375D509E3A}" srcOrd="4" destOrd="0" parTransId="{F151CF84-C76E-46FC-9E1A-3A4BC4DD4A1F}" sibTransId="{CFFC902A-8AD1-4B77-A56D-3273A0A3C770}"/>
    <dgm:cxn modelId="{113E954B-49B7-4EA8-A010-15C72957B0E7}" srcId="{533827A2-7931-41D5-9943-94E6367DA92F}" destId="{F69B8FD0-5C8B-4289-B54F-71FA2747D87B}" srcOrd="2" destOrd="0" parTransId="{FFB72A7E-C2D8-410E-A091-550EB1BDECB1}" sibTransId="{D9FE913C-84A5-4F13-A086-16EBCBB46BF8}"/>
    <dgm:cxn modelId="{9DF1699A-DB2E-446D-B87A-7615397E58ED}" type="presOf" srcId="{627EC89C-4E4F-47CB-8856-6E64810D0C3A}" destId="{557DA5D5-8607-41EF-B34B-E9E0F8CBA38C}" srcOrd="0" destOrd="0" presId="urn:microsoft.com/office/officeart/2018/2/layout/IconVerticalSolidList"/>
    <dgm:cxn modelId="{7167E8AE-27F9-4FBE-9364-9F4FDAC7FB77}" type="presOf" srcId="{2B942519-ABC5-474B-BD14-A4375D509E3A}" destId="{5F05CBFA-C9E8-424A-8C8B-6264BC2CD2EB}" srcOrd="0" destOrd="0" presId="urn:microsoft.com/office/officeart/2018/2/layout/IconVerticalSolidList"/>
    <dgm:cxn modelId="{BE59A1B5-E0F2-41D2-9EB3-916FFA87703A}" srcId="{533827A2-7931-41D5-9943-94E6367DA92F}" destId="{964478BB-69F0-4889-8B00-A1881BB400FC}" srcOrd="5" destOrd="0" parTransId="{FBC73924-CF8C-4C7B-9601-05F132929ED4}" sibTransId="{79AEF5B9-E298-4373-8FD7-8CCC4910DFB5}"/>
    <dgm:cxn modelId="{911CCDBB-42DF-4EEA-879E-AB178B8144F4}" type="presOf" srcId="{4BD42D95-B382-4EC2-91BB-D27A3DA61BB2}" destId="{D0168F56-2F80-454F-A8C6-1E461B5B0BBA}" srcOrd="0" destOrd="0" presId="urn:microsoft.com/office/officeart/2018/2/layout/IconVerticalSolidList"/>
    <dgm:cxn modelId="{465E81D0-7EF6-48EE-AA01-3BBCBF1B61BE}" type="presOf" srcId="{F69B8FD0-5C8B-4289-B54F-71FA2747D87B}" destId="{89ECE396-745E-4AAE-9741-3B8EAB529FCC}" srcOrd="0" destOrd="0" presId="urn:microsoft.com/office/officeart/2018/2/layout/IconVerticalSolidList"/>
    <dgm:cxn modelId="{B9797BE7-8ECB-409B-96A9-BADFED0A2063}" srcId="{533827A2-7931-41D5-9943-94E6367DA92F}" destId="{4BD42D95-B382-4EC2-91BB-D27A3DA61BB2}" srcOrd="1" destOrd="0" parTransId="{15F816D6-3278-431E-A4C7-7390F713923B}" sibTransId="{8E345D53-BDA8-4516-A3BE-7625F9E16121}"/>
    <dgm:cxn modelId="{80ED02FE-4DD6-4D00-8700-220F0985EEC0}" srcId="{533827A2-7931-41D5-9943-94E6367DA92F}" destId="{3C63F5F8-6098-432F-9767-E76C9B7CB5C5}" srcOrd="6" destOrd="0" parTransId="{2F92198B-5632-401E-94B8-773F4F46215C}" sibTransId="{F66BEDE9-C002-46BF-951C-55021A153D4F}"/>
    <dgm:cxn modelId="{EC63AAD1-6BBE-4338-AC50-77527E93CD45}" type="presParOf" srcId="{0123EBC3-D48F-4C60-952F-2963DCA5428F}" destId="{10121029-9828-41FC-A1A8-C215D2B7D71E}" srcOrd="0" destOrd="0" presId="urn:microsoft.com/office/officeart/2018/2/layout/IconVerticalSolidList"/>
    <dgm:cxn modelId="{7C4B0484-F8F3-4D6A-9EE3-FABB02C630D7}" type="presParOf" srcId="{10121029-9828-41FC-A1A8-C215D2B7D71E}" destId="{7A80C00C-C177-4228-9B26-D2CB3F662CDF}" srcOrd="0" destOrd="0" presId="urn:microsoft.com/office/officeart/2018/2/layout/IconVerticalSolidList"/>
    <dgm:cxn modelId="{79C234BA-9CCF-435E-BD33-3AA1A9027B74}" type="presParOf" srcId="{10121029-9828-41FC-A1A8-C215D2B7D71E}" destId="{60DB983C-D7BC-4C7C-8860-84C70A2C3ED4}" srcOrd="1" destOrd="0" presId="urn:microsoft.com/office/officeart/2018/2/layout/IconVerticalSolidList"/>
    <dgm:cxn modelId="{F76E6A69-7A9B-469F-AF27-83423B20A63D}" type="presParOf" srcId="{10121029-9828-41FC-A1A8-C215D2B7D71E}" destId="{339278B3-C966-4942-AB50-91BBF7E8DB61}" srcOrd="2" destOrd="0" presId="urn:microsoft.com/office/officeart/2018/2/layout/IconVerticalSolidList"/>
    <dgm:cxn modelId="{66BBD0C9-A119-45E7-9DF3-90A4C97944B6}" type="presParOf" srcId="{10121029-9828-41FC-A1A8-C215D2B7D71E}" destId="{F6789344-1C96-4D08-93DC-06A6C3132D2B}" srcOrd="3" destOrd="0" presId="urn:microsoft.com/office/officeart/2018/2/layout/IconVerticalSolidList"/>
    <dgm:cxn modelId="{135D5D9B-7531-47A8-8152-EE8176BB1C8E}" type="presParOf" srcId="{0123EBC3-D48F-4C60-952F-2963DCA5428F}" destId="{D9894696-4497-4F8A-82EF-CDB13AE2B729}" srcOrd="1" destOrd="0" presId="urn:microsoft.com/office/officeart/2018/2/layout/IconVerticalSolidList"/>
    <dgm:cxn modelId="{07C769D6-1209-4288-A72F-A0F9F5E6FC8C}" type="presParOf" srcId="{0123EBC3-D48F-4C60-952F-2963DCA5428F}" destId="{B2422673-7876-4943-A452-CAB983CE7F86}" srcOrd="2" destOrd="0" presId="urn:microsoft.com/office/officeart/2018/2/layout/IconVerticalSolidList"/>
    <dgm:cxn modelId="{94BBA838-CC72-4C09-A5A6-CA2B58E71B82}" type="presParOf" srcId="{B2422673-7876-4943-A452-CAB983CE7F86}" destId="{3C889ED5-5459-40F9-8D0F-24BD88690046}" srcOrd="0" destOrd="0" presId="urn:microsoft.com/office/officeart/2018/2/layout/IconVerticalSolidList"/>
    <dgm:cxn modelId="{68A19349-690E-43FF-A0C4-E1401446C9B2}" type="presParOf" srcId="{B2422673-7876-4943-A452-CAB983CE7F86}" destId="{50F62E32-D9D9-4D8B-AF69-F21FAC21B825}" srcOrd="1" destOrd="0" presId="urn:microsoft.com/office/officeart/2018/2/layout/IconVerticalSolidList"/>
    <dgm:cxn modelId="{B2EF5B4E-A24C-40F4-8C4B-FACD73E63CC3}" type="presParOf" srcId="{B2422673-7876-4943-A452-CAB983CE7F86}" destId="{F498C4AD-DA29-4701-AD47-E27930DC2635}" srcOrd="2" destOrd="0" presId="urn:microsoft.com/office/officeart/2018/2/layout/IconVerticalSolidList"/>
    <dgm:cxn modelId="{9E593F52-9317-4E4E-868E-F885AF73CDDE}" type="presParOf" srcId="{B2422673-7876-4943-A452-CAB983CE7F86}" destId="{D0168F56-2F80-454F-A8C6-1E461B5B0BBA}" srcOrd="3" destOrd="0" presId="urn:microsoft.com/office/officeart/2018/2/layout/IconVerticalSolidList"/>
    <dgm:cxn modelId="{ADA8707B-140F-4F4C-9CE9-D401DF8D2585}" type="presParOf" srcId="{0123EBC3-D48F-4C60-952F-2963DCA5428F}" destId="{F0807EAC-BDE7-48DD-9D7C-7996C3F90FE0}" srcOrd="3" destOrd="0" presId="urn:microsoft.com/office/officeart/2018/2/layout/IconVerticalSolidList"/>
    <dgm:cxn modelId="{5B4772AA-94FE-46AC-896C-3A773FA84699}" type="presParOf" srcId="{0123EBC3-D48F-4C60-952F-2963DCA5428F}" destId="{EC0D48CC-70B2-4EDC-A513-1DABAB16A615}" srcOrd="4" destOrd="0" presId="urn:microsoft.com/office/officeart/2018/2/layout/IconVerticalSolidList"/>
    <dgm:cxn modelId="{93C061E8-497D-4A30-AAFE-B4793F6D9BD8}" type="presParOf" srcId="{EC0D48CC-70B2-4EDC-A513-1DABAB16A615}" destId="{861F7038-660C-4514-B800-4211B9992210}" srcOrd="0" destOrd="0" presId="urn:microsoft.com/office/officeart/2018/2/layout/IconVerticalSolidList"/>
    <dgm:cxn modelId="{BA7C2CCB-BA73-400F-880A-ED82425FF79D}" type="presParOf" srcId="{EC0D48CC-70B2-4EDC-A513-1DABAB16A615}" destId="{8010A0C4-EEF7-43F8-90DE-44C9B7C2F23B}" srcOrd="1" destOrd="0" presId="urn:microsoft.com/office/officeart/2018/2/layout/IconVerticalSolidList"/>
    <dgm:cxn modelId="{2F7B21C4-F300-455F-8305-A11F3E5454B9}" type="presParOf" srcId="{EC0D48CC-70B2-4EDC-A513-1DABAB16A615}" destId="{46BE0A11-1095-488F-9A09-D48918C17EBE}" srcOrd="2" destOrd="0" presId="urn:microsoft.com/office/officeart/2018/2/layout/IconVerticalSolidList"/>
    <dgm:cxn modelId="{02533E0F-21FD-4DFE-92CE-926A5EFE7160}" type="presParOf" srcId="{EC0D48CC-70B2-4EDC-A513-1DABAB16A615}" destId="{89ECE396-745E-4AAE-9741-3B8EAB529FCC}" srcOrd="3" destOrd="0" presId="urn:microsoft.com/office/officeart/2018/2/layout/IconVerticalSolidList"/>
    <dgm:cxn modelId="{74451809-3C0C-4E9D-920B-80AE654B7546}" type="presParOf" srcId="{0123EBC3-D48F-4C60-952F-2963DCA5428F}" destId="{0EA4E02B-AE0A-4DF3-AFCC-8634779AA0B2}" srcOrd="5" destOrd="0" presId="urn:microsoft.com/office/officeart/2018/2/layout/IconVerticalSolidList"/>
    <dgm:cxn modelId="{B7520DF1-EE35-41E0-A6C6-B127974F5935}" type="presParOf" srcId="{0123EBC3-D48F-4C60-952F-2963DCA5428F}" destId="{78166E4B-8516-42F2-9374-B4C8DB37EF10}" srcOrd="6" destOrd="0" presId="urn:microsoft.com/office/officeart/2018/2/layout/IconVerticalSolidList"/>
    <dgm:cxn modelId="{803EDAB1-B588-4D19-A3EE-FA2D9E0E868E}" type="presParOf" srcId="{78166E4B-8516-42F2-9374-B4C8DB37EF10}" destId="{DBEC436A-4E78-474A-A054-B198F62D0DFF}" srcOrd="0" destOrd="0" presId="urn:microsoft.com/office/officeart/2018/2/layout/IconVerticalSolidList"/>
    <dgm:cxn modelId="{AAC10153-C5E5-45F9-91F7-A88AC55861D3}" type="presParOf" srcId="{78166E4B-8516-42F2-9374-B4C8DB37EF10}" destId="{2831896E-2859-4661-92C0-D32510952B13}" srcOrd="1" destOrd="0" presId="urn:microsoft.com/office/officeart/2018/2/layout/IconVerticalSolidList"/>
    <dgm:cxn modelId="{12D7D756-4AB3-4799-8DA5-DCD8F8907D85}" type="presParOf" srcId="{78166E4B-8516-42F2-9374-B4C8DB37EF10}" destId="{CDC4E70A-F05D-4F37-9E26-276B9AA8BE39}" srcOrd="2" destOrd="0" presId="urn:microsoft.com/office/officeart/2018/2/layout/IconVerticalSolidList"/>
    <dgm:cxn modelId="{82CA203A-C334-44F0-9BDA-45CA61F66870}" type="presParOf" srcId="{78166E4B-8516-42F2-9374-B4C8DB37EF10}" destId="{557DA5D5-8607-41EF-B34B-E9E0F8CBA38C}" srcOrd="3" destOrd="0" presId="urn:microsoft.com/office/officeart/2018/2/layout/IconVerticalSolidList"/>
    <dgm:cxn modelId="{5A49F096-60F9-4C87-AE92-D24E1FFBF067}" type="presParOf" srcId="{0123EBC3-D48F-4C60-952F-2963DCA5428F}" destId="{57FEE6D6-2CB4-4A22-873D-79371AF1A94A}" srcOrd="7" destOrd="0" presId="urn:microsoft.com/office/officeart/2018/2/layout/IconVerticalSolidList"/>
    <dgm:cxn modelId="{8EE7A17A-91CF-4820-AB48-68456D6A24A7}" type="presParOf" srcId="{0123EBC3-D48F-4C60-952F-2963DCA5428F}" destId="{A0C4DD9D-950A-474A-BCBD-F491F7187346}" srcOrd="8" destOrd="0" presId="urn:microsoft.com/office/officeart/2018/2/layout/IconVerticalSolidList"/>
    <dgm:cxn modelId="{52FB3574-F6B1-435B-9BB7-45B9BCEB7F72}" type="presParOf" srcId="{A0C4DD9D-950A-474A-BCBD-F491F7187346}" destId="{7B60F594-7EC0-4312-98E1-3F8E295D0135}" srcOrd="0" destOrd="0" presId="urn:microsoft.com/office/officeart/2018/2/layout/IconVerticalSolidList"/>
    <dgm:cxn modelId="{F8092B9E-16DA-482D-8E0C-4B46B3FCFC1B}" type="presParOf" srcId="{A0C4DD9D-950A-474A-BCBD-F491F7187346}" destId="{206F5518-C510-4B85-8442-DB5E3141CCDC}" srcOrd="1" destOrd="0" presId="urn:microsoft.com/office/officeart/2018/2/layout/IconVerticalSolidList"/>
    <dgm:cxn modelId="{A916384C-F5AE-4308-AB86-820B47A4998D}" type="presParOf" srcId="{A0C4DD9D-950A-474A-BCBD-F491F7187346}" destId="{E82F5E38-447F-4236-9652-3CDA1E0558DF}" srcOrd="2" destOrd="0" presId="urn:microsoft.com/office/officeart/2018/2/layout/IconVerticalSolidList"/>
    <dgm:cxn modelId="{D99F7A6A-7860-4A1C-8B0A-616E2986B8C9}" type="presParOf" srcId="{A0C4DD9D-950A-474A-BCBD-F491F7187346}" destId="{5F05CBFA-C9E8-424A-8C8B-6264BC2CD2EB}" srcOrd="3" destOrd="0" presId="urn:microsoft.com/office/officeart/2018/2/layout/IconVerticalSolidList"/>
    <dgm:cxn modelId="{73A3E7A6-D2C9-48ED-AEBC-77B7D834E8CD}" type="presParOf" srcId="{0123EBC3-D48F-4C60-952F-2963DCA5428F}" destId="{CECF6247-281D-4F4E-A285-DCDA979FDB1F}" srcOrd="9" destOrd="0" presId="urn:microsoft.com/office/officeart/2018/2/layout/IconVerticalSolidList"/>
    <dgm:cxn modelId="{5D08F124-D303-4796-BD41-0EF0B37A6D6C}" type="presParOf" srcId="{0123EBC3-D48F-4C60-952F-2963DCA5428F}" destId="{19DC0504-FC5D-4E05-B484-F1936C8D6C7B}" srcOrd="10" destOrd="0" presId="urn:microsoft.com/office/officeart/2018/2/layout/IconVerticalSolidList"/>
    <dgm:cxn modelId="{B3F8210E-EEE8-4B00-9E6C-2830D9243BBE}" type="presParOf" srcId="{19DC0504-FC5D-4E05-B484-F1936C8D6C7B}" destId="{2102E3B4-6458-4168-AE9A-6AC5FA5BE743}" srcOrd="0" destOrd="0" presId="urn:microsoft.com/office/officeart/2018/2/layout/IconVerticalSolidList"/>
    <dgm:cxn modelId="{B03D9209-EE01-4020-905B-7885A7CEC690}" type="presParOf" srcId="{19DC0504-FC5D-4E05-B484-F1936C8D6C7B}" destId="{CAF292D8-F7C8-4C17-A763-47D3AA878949}" srcOrd="1" destOrd="0" presId="urn:microsoft.com/office/officeart/2018/2/layout/IconVerticalSolidList"/>
    <dgm:cxn modelId="{2948313C-A8EC-4884-882F-4EFF1F31CCE3}" type="presParOf" srcId="{19DC0504-FC5D-4E05-B484-F1936C8D6C7B}" destId="{5D9EB53F-2623-4D16-B5B5-A03AEDDD6653}" srcOrd="2" destOrd="0" presId="urn:microsoft.com/office/officeart/2018/2/layout/IconVerticalSolidList"/>
    <dgm:cxn modelId="{6EFDC104-D423-486F-BA12-965D7091931B}" type="presParOf" srcId="{19DC0504-FC5D-4E05-B484-F1936C8D6C7B}" destId="{61D6A732-0C24-4EC9-9E5A-BBC28A1AD2DC}" srcOrd="3" destOrd="0" presId="urn:microsoft.com/office/officeart/2018/2/layout/IconVerticalSolidList"/>
    <dgm:cxn modelId="{B08F55C7-29BC-45BE-85BA-00536801CD1C}" type="presParOf" srcId="{0123EBC3-D48F-4C60-952F-2963DCA5428F}" destId="{0E22B058-11F4-4C0A-957B-33F5DCAFB62B}" srcOrd="11" destOrd="0" presId="urn:microsoft.com/office/officeart/2018/2/layout/IconVerticalSolidList"/>
    <dgm:cxn modelId="{5005BFA7-8F6F-4996-A0A0-394345329F70}" type="presParOf" srcId="{0123EBC3-D48F-4C60-952F-2963DCA5428F}" destId="{0E4E2449-37E0-4176-8469-3F7FF9423DD1}" srcOrd="12" destOrd="0" presId="urn:microsoft.com/office/officeart/2018/2/layout/IconVerticalSolidList"/>
    <dgm:cxn modelId="{21628B86-105A-4DDD-81EB-7BDADE89491F}" type="presParOf" srcId="{0E4E2449-37E0-4176-8469-3F7FF9423DD1}" destId="{3ECD8C93-F664-4361-A427-F51E3E987B0C}" srcOrd="0" destOrd="0" presId="urn:microsoft.com/office/officeart/2018/2/layout/IconVerticalSolidList"/>
    <dgm:cxn modelId="{C585885F-0415-434A-AD82-CFF4F3B50C04}" type="presParOf" srcId="{0E4E2449-37E0-4176-8469-3F7FF9423DD1}" destId="{542E6739-4780-47C3-AC3D-70A0F3A1F405}" srcOrd="1" destOrd="0" presId="urn:microsoft.com/office/officeart/2018/2/layout/IconVerticalSolidList"/>
    <dgm:cxn modelId="{F52089ED-BF62-478E-BA79-A627870207E6}" type="presParOf" srcId="{0E4E2449-37E0-4176-8469-3F7FF9423DD1}" destId="{2511354C-B09B-487C-B814-1A6E189F2045}" srcOrd="2" destOrd="0" presId="urn:microsoft.com/office/officeart/2018/2/layout/IconVerticalSolidList"/>
    <dgm:cxn modelId="{C5976340-998B-4913-8050-A1C290AE8395}" type="presParOf" srcId="{0E4E2449-37E0-4176-8469-3F7FF9423DD1}" destId="{0EEB071C-0071-4193-A66C-F4D55A0BB8AD}" srcOrd="3" destOrd="0" presId="urn:microsoft.com/office/officeart/2018/2/layout/IconVerticalSolidList"/>
    <dgm:cxn modelId="{8B12D5A2-2462-4403-A982-9ABD85F96F0B}" type="presParOf" srcId="{0123EBC3-D48F-4C60-952F-2963DCA5428F}" destId="{2DA30484-CA8C-47DB-93CC-3EA9E3A7711B}" srcOrd="13" destOrd="0" presId="urn:microsoft.com/office/officeart/2018/2/layout/IconVerticalSolidList"/>
    <dgm:cxn modelId="{8DBB265D-98A9-4529-BD84-70FEA075A3CA}" type="presParOf" srcId="{0123EBC3-D48F-4C60-952F-2963DCA5428F}" destId="{DB5BD256-7A12-4AF5-9D91-CA4648B77A0E}" srcOrd="14" destOrd="0" presId="urn:microsoft.com/office/officeart/2018/2/layout/IconVerticalSolidList"/>
    <dgm:cxn modelId="{8645123D-360B-4AD1-8A0D-9830D03D390A}" type="presParOf" srcId="{DB5BD256-7A12-4AF5-9D91-CA4648B77A0E}" destId="{51149F86-FA8F-4C42-B2E3-8F5897FB6593}" srcOrd="0" destOrd="0" presId="urn:microsoft.com/office/officeart/2018/2/layout/IconVerticalSolidList"/>
    <dgm:cxn modelId="{86B17A95-C7F7-47DA-8693-F81242074ED9}" type="presParOf" srcId="{DB5BD256-7A12-4AF5-9D91-CA4648B77A0E}" destId="{DE15ACC9-58CE-472E-AB9F-288AE5DAF47B}" srcOrd="1" destOrd="0" presId="urn:microsoft.com/office/officeart/2018/2/layout/IconVerticalSolidList"/>
    <dgm:cxn modelId="{ABDADF0A-2EF6-4566-8EF6-741D9FCA68A7}" type="presParOf" srcId="{DB5BD256-7A12-4AF5-9D91-CA4648B77A0E}" destId="{26DAC299-255A-4EDF-BB16-C5B054EEE81C}" srcOrd="2" destOrd="0" presId="urn:microsoft.com/office/officeart/2018/2/layout/IconVerticalSolidList"/>
    <dgm:cxn modelId="{6FC34127-8558-4413-B42B-F766BC561769}" type="presParOf" srcId="{DB5BD256-7A12-4AF5-9D91-CA4648B77A0E}" destId="{21D029F2-C3A1-411A-88C8-FAA80DF35041}"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AC96B80E-22E6-4960-AA6E-E290668EAB6A}" type="doc">
      <dgm:prSet loTypeId="urn:microsoft.com/office/officeart/2005/8/layout/vProcess5" loCatId="process" qsTypeId="urn:microsoft.com/office/officeart/2005/8/quickstyle/simple1" qsCatId="simple" csTypeId="urn:microsoft.com/office/officeart/2005/8/colors/accent5_3" csCatId="accent5" phldr="1"/>
      <dgm:spPr/>
      <dgm:t>
        <a:bodyPr/>
        <a:lstStyle/>
        <a:p>
          <a:endParaRPr lang="en-CA"/>
        </a:p>
      </dgm:t>
    </dgm:pt>
    <dgm:pt modelId="{78119282-1D20-4BC6-84D7-65991186EEA8}">
      <dgm:prSet phldrT="[Text]" phldr="0"/>
      <dgm:spPr/>
      <dgm:t>
        <a:bodyPr/>
        <a:lstStyle/>
        <a:p>
          <a:r>
            <a:rPr lang="en-CA" dirty="0"/>
            <a:t>Fold 1</a:t>
          </a:r>
        </a:p>
      </dgm:t>
    </dgm:pt>
    <dgm:pt modelId="{71FA6D69-B381-4271-ABDC-754708DD6BE8}" type="parTrans" cxnId="{2C4D71E7-C67A-4949-A51E-4E74DD517C5D}">
      <dgm:prSet/>
      <dgm:spPr/>
      <dgm:t>
        <a:bodyPr/>
        <a:lstStyle/>
        <a:p>
          <a:endParaRPr lang="en-CA"/>
        </a:p>
      </dgm:t>
    </dgm:pt>
    <dgm:pt modelId="{E1CC28D9-8C0B-4CA1-831C-7A2A5025ECC5}" type="sibTrans" cxnId="{2C4D71E7-C67A-4949-A51E-4E74DD517C5D}">
      <dgm:prSet/>
      <dgm:spPr/>
      <dgm:t>
        <a:bodyPr/>
        <a:lstStyle/>
        <a:p>
          <a:endParaRPr lang="en-CA"/>
        </a:p>
      </dgm:t>
    </dgm:pt>
    <dgm:pt modelId="{82E41E8E-E959-4FF8-8BAF-0828C457500C}">
      <dgm:prSet phldrT="[Text]" phldr="0"/>
      <dgm:spPr/>
      <dgm:t>
        <a:bodyPr/>
        <a:lstStyle/>
        <a:p>
          <a:r>
            <a:rPr lang="en-CA" dirty="0"/>
            <a:t>Fold 2</a:t>
          </a:r>
        </a:p>
      </dgm:t>
    </dgm:pt>
    <dgm:pt modelId="{E21FA6B3-88EF-4623-AB4F-ACCFDA98FAFC}" type="parTrans" cxnId="{80B9A9C6-5FDF-4779-ADF0-25BA95398223}">
      <dgm:prSet/>
      <dgm:spPr/>
      <dgm:t>
        <a:bodyPr/>
        <a:lstStyle/>
        <a:p>
          <a:endParaRPr lang="en-CA"/>
        </a:p>
      </dgm:t>
    </dgm:pt>
    <dgm:pt modelId="{F6073051-C3F8-4A1D-8730-27F8AEA41BD5}" type="sibTrans" cxnId="{80B9A9C6-5FDF-4779-ADF0-25BA95398223}">
      <dgm:prSet/>
      <dgm:spPr/>
      <dgm:t>
        <a:bodyPr/>
        <a:lstStyle/>
        <a:p>
          <a:endParaRPr lang="en-CA"/>
        </a:p>
      </dgm:t>
    </dgm:pt>
    <dgm:pt modelId="{5B801127-406C-4990-8520-6CADF5BF9ADB}">
      <dgm:prSet phldrT="[Text]" phldr="0"/>
      <dgm:spPr/>
      <dgm:t>
        <a:bodyPr/>
        <a:lstStyle/>
        <a:p>
          <a:r>
            <a:rPr lang="en-CA" dirty="0"/>
            <a:t>Fold 3</a:t>
          </a:r>
        </a:p>
      </dgm:t>
    </dgm:pt>
    <dgm:pt modelId="{74B77193-178F-41B3-B44E-1F07AB2AEAAB}" type="parTrans" cxnId="{6023EC03-A094-4CBE-A7A7-1C7A1A6CFE8D}">
      <dgm:prSet/>
      <dgm:spPr/>
      <dgm:t>
        <a:bodyPr/>
        <a:lstStyle/>
        <a:p>
          <a:endParaRPr lang="en-CA"/>
        </a:p>
      </dgm:t>
    </dgm:pt>
    <dgm:pt modelId="{2DE0FD2E-1D0E-487A-8D4F-A49861E50F08}" type="sibTrans" cxnId="{6023EC03-A094-4CBE-A7A7-1C7A1A6CFE8D}">
      <dgm:prSet/>
      <dgm:spPr/>
      <dgm:t>
        <a:bodyPr/>
        <a:lstStyle/>
        <a:p>
          <a:endParaRPr lang="en-CA"/>
        </a:p>
      </dgm:t>
    </dgm:pt>
    <dgm:pt modelId="{4A9986EB-254F-42A3-9541-E3107929528A}">
      <dgm:prSet phldrT="[Text]" phldr="0"/>
      <dgm:spPr/>
      <dgm:t>
        <a:bodyPr/>
        <a:lstStyle/>
        <a:p>
          <a:r>
            <a:rPr lang="en-CA"/>
            <a:t>Fold 4</a:t>
          </a:r>
          <a:endParaRPr lang="en-CA" dirty="0"/>
        </a:p>
      </dgm:t>
    </dgm:pt>
    <dgm:pt modelId="{D8E9345E-2624-4532-9484-D0764CEEF80B}" type="parTrans" cxnId="{50606F67-4287-4BE4-9B7D-032F3F24ACA5}">
      <dgm:prSet/>
      <dgm:spPr/>
      <dgm:t>
        <a:bodyPr/>
        <a:lstStyle/>
        <a:p>
          <a:endParaRPr lang="en-CA"/>
        </a:p>
      </dgm:t>
    </dgm:pt>
    <dgm:pt modelId="{945A2EE7-E3DB-4D18-8654-8655AA96EA3E}" type="sibTrans" cxnId="{50606F67-4287-4BE4-9B7D-032F3F24ACA5}">
      <dgm:prSet/>
      <dgm:spPr/>
      <dgm:t>
        <a:bodyPr/>
        <a:lstStyle/>
        <a:p>
          <a:endParaRPr lang="en-CA"/>
        </a:p>
      </dgm:t>
    </dgm:pt>
    <dgm:pt modelId="{8D39F6D7-17F1-4F9F-B1AC-7F062AA3B648}">
      <dgm:prSet phldrT="[Text]" phldr="0"/>
      <dgm:spPr/>
      <dgm:t>
        <a:bodyPr/>
        <a:lstStyle/>
        <a:p>
          <a:r>
            <a:rPr lang="en-CA"/>
            <a:t>Fold 5</a:t>
          </a:r>
          <a:endParaRPr lang="en-CA" dirty="0"/>
        </a:p>
      </dgm:t>
    </dgm:pt>
    <dgm:pt modelId="{AF740933-437B-4728-9C69-67C8F00F6205}" type="parTrans" cxnId="{F0D5DB59-F5C1-4842-A4BF-C77FB6733866}">
      <dgm:prSet/>
      <dgm:spPr/>
      <dgm:t>
        <a:bodyPr/>
        <a:lstStyle/>
        <a:p>
          <a:endParaRPr lang="en-CA"/>
        </a:p>
      </dgm:t>
    </dgm:pt>
    <dgm:pt modelId="{9764CCEF-73AE-48C4-AC80-4890F3817B24}" type="sibTrans" cxnId="{F0D5DB59-F5C1-4842-A4BF-C77FB6733866}">
      <dgm:prSet/>
      <dgm:spPr/>
      <dgm:t>
        <a:bodyPr/>
        <a:lstStyle/>
        <a:p>
          <a:endParaRPr lang="en-CA"/>
        </a:p>
      </dgm:t>
    </dgm:pt>
    <dgm:pt modelId="{DA81B277-EAB2-44DA-AFF0-D7026C797617}" type="pres">
      <dgm:prSet presAssocID="{AC96B80E-22E6-4960-AA6E-E290668EAB6A}" presName="outerComposite" presStyleCnt="0">
        <dgm:presLayoutVars>
          <dgm:chMax val="5"/>
          <dgm:dir/>
          <dgm:resizeHandles val="exact"/>
        </dgm:presLayoutVars>
      </dgm:prSet>
      <dgm:spPr/>
    </dgm:pt>
    <dgm:pt modelId="{F029DA46-3B6C-4069-B11E-1D6C0FF2D8D9}" type="pres">
      <dgm:prSet presAssocID="{AC96B80E-22E6-4960-AA6E-E290668EAB6A}" presName="dummyMaxCanvas" presStyleCnt="0">
        <dgm:presLayoutVars/>
      </dgm:prSet>
      <dgm:spPr/>
    </dgm:pt>
    <dgm:pt modelId="{2645F484-8611-47A6-A3E8-951D1CF268A5}" type="pres">
      <dgm:prSet presAssocID="{AC96B80E-22E6-4960-AA6E-E290668EAB6A}" presName="FiveNodes_1" presStyleLbl="node1" presStyleIdx="0" presStyleCnt="5">
        <dgm:presLayoutVars>
          <dgm:bulletEnabled val="1"/>
        </dgm:presLayoutVars>
      </dgm:prSet>
      <dgm:spPr/>
    </dgm:pt>
    <dgm:pt modelId="{DE9A4685-6309-4ACC-8363-9E7241BD0837}" type="pres">
      <dgm:prSet presAssocID="{AC96B80E-22E6-4960-AA6E-E290668EAB6A}" presName="FiveNodes_2" presStyleLbl="node1" presStyleIdx="1" presStyleCnt="5">
        <dgm:presLayoutVars>
          <dgm:bulletEnabled val="1"/>
        </dgm:presLayoutVars>
      </dgm:prSet>
      <dgm:spPr/>
    </dgm:pt>
    <dgm:pt modelId="{48724A9F-9587-457B-B77E-6DB517B05165}" type="pres">
      <dgm:prSet presAssocID="{AC96B80E-22E6-4960-AA6E-E290668EAB6A}" presName="FiveNodes_3" presStyleLbl="node1" presStyleIdx="2" presStyleCnt="5">
        <dgm:presLayoutVars>
          <dgm:bulletEnabled val="1"/>
        </dgm:presLayoutVars>
      </dgm:prSet>
      <dgm:spPr/>
    </dgm:pt>
    <dgm:pt modelId="{C8FADED7-D0A7-4C72-AD7F-B2F99B38885F}" type="pres">
      <dgm:prSet presAssocID="{AC96B80E-22E6-4960-AA6E-E290668EAB6A}" presName="FiveNodes_4" presStyleLbl="node1" presStyleIdx="3" presStyleCnt="5">
        <dgm:presLayoutVars>
          <dgm:bulletEnabled val="1"/>
        </dgm:presLayoutVars>
      </dgm:prSet>
      <dgm:spPr/>
    </dgm:pt>
    <dgm:pt modelId="{22866138-F89E-44D3-9971-B09826AA528E}" type="pres">
      <dgm:prSet presAssocID="{AC96B80E-22E6-4960-AA6E-E290668EAB6A}" presName="FiveNodes_5" presStyleLbl="node1" presStyleIdx="4" presStyleCnt="5">
        <dgm:presLayoutVars>
          <dgm:bulletEnabled val="1"/>
        </dgm:presLayoutVars>
      </dgm:prSet>
      <dgm:spPr/>
    </dgm:pt>
    <dgm:pt modelId="{3FDE6732-69C9-4BE7-8E85-BE138DB0A87A}" type="pres">
      <dgm:prSet presAssocID="{AC96B80E-22E6-4960-AA6E-E290668EAB6A}" presName="FiveConn_1-2" presStyleLbl="fgAccFollowNode1" presStyleIdx="0" presStyleCnt="4">
        <dgm:presLayoutVars>
          <dgm:bulletEnabled val="1"/>
        </dgm:presLayoutVars>
      </dgm:prSet>
      <dgm:spPr/>
    </dgm:pt>
    <dgm:pt modelId="{12EF7D2F-A8CD-40AE-B5A8-9E2776698DC6}" type="pres">
      <dgm:prSet presAssocID="{AC96B80E-22E6-4960-AA6E-E290668EAB6A}" presName="FiveConn_2-3" presStyleLbl="fgAccFollowNode1" presStyleIdx="1" presStyleCnt="4">
        <dgm:presLayoutVars>
          <dgm:bulletEnabled val="1"/>
        </dgm:presLayoutVars>
      </dgm:prSet>
      <dgm:spPr/>
    </dgm:pt>
    <dgm:pt modelId="{5D8A9899-EA7D-483E-B257-5D0DEEF8EE5A}" type="pres">
      <dgm:prSet presAssocID="{AC96B80E-22E6-4960-AA6E-E290668EAB6A}" presName="FiveConn_3-4" presStyleLbl="fgAccFollowNode1" presStyleIdx="2" presStyleCnt="4">
        <dgm:presLayoutVars>
          <dgm:bulletEnabled val="1"/>
        </dgm:presLayoutVars>
      </dgm:prSet>
      <dgm:spPr/>
    </dgm:pt>
    <dgm:pt modelId="{721CF5D4-268F-4C87-82C3-B765AA69CBE1}" type="pres">
      <dgm:prSet presAssocID="{AC96B80E-22E6-4960-AA6E-E290668EAB6A}" presName="FiveConn_4-5" presStyleLbl="fgAccFollowNode1" presStyleIdx="3" presStyleCnt="4">
        <dgm:presLayoutVars>
          <dgm:bulletEnabled val="1"/>
        </dgm:presLayoutVars>
      </dgm:prSet>
      <dgm:spPr/>
    </dgm:pt>
    <dgm:pt modelId="{7734BFD5-F3B6-47CF-AE83-80E17C6DB454}" type="pres">
      <dgm:prSet presAssocID="{AC96B80E-22E6-4960-AA6E-E290668EAB6A}" presName="FiveNodes_1_text" presStyleLbl="node1" presStyleIdx="4" presStyleCnt="5">
        <dgm:presLayoutVars>
          <dgm:bulletEnabled val="1"/>
        </dgm:presLayoutVars>
      </dgm:prSet>
      <dgm:spPr/>
    </dgm:pt>
    <dgm:pt modelId="{5631CC26-D339-45D7-ADF1-6DC7351556D3}" type="pres">
      <dgm:prSet presAssocID="{AC96B80E-22E6-4960-AA6E-E290668EAB6A}" presName="FiveNodes_2_text" presStyleLbl="node1" presStyleIdx="4" presStyleCnt="5">
        <dgm:presLayoutVars>
          <dgm:bulletEnabled val="1"/>
        </dgm:presLayoutVars>
      </dgm:prSet>
      <dgm:spPr/>
    </dgm:pt>
    <dgm:pt modelId="{59FF672C-7AD6-4667-842A-2D54D3FF4816}" type="pres">
      <dgm:prSet presAssocID="{AC96B80E-22E6-4960-AA6E-E290668EAB6A}" presName="FiveNodes_3_text" presStyleLbl="node1" presStyleIdx="4" presStyleCnt="5">
        <dgm:presLayoutVars>
          <dgm:bulletEnabled val="1"/>
        </dgm:presLayoutVars>
      </dgm:prSet>
      <dgm:spPr/>
    </dgm:pt>
    <dgm:pt modelId="{FA1FC831-5206-493A-9690-12AA268D4ED8}" type="pres">
      <dgm:prSet presAssocID="{AC96B80E-22E6-4960-AA6E-E290668EAB6A}" presName="FiveNodes_4_text" presStyleLbl="node1" presStyleIdx="4" presStyleCnt="5">
        <dgm:presLayoutVars>
          <dgm:bulletEnabled val="1"/>
        </dgm:presLayoutVars>
      </dgm:prSet>
      <dgm:spPr/>
    </dgm:pt>
    <dgm:pt modelId="{EA775847-88B4-453D-98E5-47BEA7F0D1B4}" type="pres">
      <dgm:prSet presAssocID="{AC96B80E-22E6-4960-AA6E-E290668EAB6A}" presName="FiveNodes_5_text" presStyleLbl="node1" presStyleIdx="4" presStyleCnt="5">
        <dgm:presLayoutVars>
          <dgm:bulletEnabled val="1"/>
        </dgm:presLayoutVars>
      </dgm:prSet>
      <dgm:spPr/>
    </dgm:pt>
  </dgm:ptLst>
  <dgm:cxnLst>
    <dgm:cxn modelId="{6023EC03-A094-4CBE-A7A7-1C7A1A6CFE8D}" srcId="{AC96B80E-22E6-4960-AA6E-E290668EAB6A}" destId="{5B801127-406C-4990-8520-6CADF5BF9ADB}" srcOrd="2" destOrd="0" parTransId="{74B77193-178F-41B3-B44E-1F07AB2AEAAB}" sibTransId="{2DE0FD2E-1D0E-487A-8D4F-A49861E50F08}"/>
    <dgm:cxn modelId="{D1AC9507-EB0F-498A-A674-BB58EBBFB7BF}" type="presOf" srcId="{945A2EE7-E3DB-4D18-8654-8655AA96EA3E}" destId="{721CF5D4-268F-4C87-82C3-B765AA69CBE1}" srcOrd="0" destOrd="0" presId="urn:microsoft.com/office/officeart/2005/8/layout/vProcess5"/>
    <dgm:cxn modelId="{D215C50A-5224-4D28-9C6D-6BD977915385}" type="presOf" srcId="{5B801127-406C-4990-8520-6CADF5BF9ADB}" destId="{59FF672C-7AD6-4667-842A-2D54D3FF4816}" srcOrd="1" destOrd="0" presId="urn:microsoft.com/office/officeart/2005/8/layout/vProcess5"/>
    <dgm:cxn modelId="{22FEEF1A-9C28-45DD-B730-16E2DF0DD0E0}" type="presOf" srcId="{4A9986EB-254F-42A3-9541-E3107929528A}" destId="{FA1FC831-5206-493A-9690-12AA268D4ED8}" srcOrd="1" destOrd="0" presId="urn:microsoft.com/office/officeart/2005/8/layout/vProcess5"/>
    <dgm:cxn modelId="{7EAE2A1C-5E9C-4D28-945C-1E81147AE81C}" type="presOf" srcId="{82E41E8E-E959-4FF8-8BAF-0828C457500C}" destId="{5631CC26-D339-45D7-ADF1-6DC7351556D3}" srcOrd="1" destOrd="0" presId="urn:microsoft.com/office/officeart/2005/8/layout/vProcess5"/>
    <dgm:cxn modelId="{866D6B28-1565-4AC3-AFBF-ADC40961FF95}" type="presOf" srcId="{4A9986EB-254F-42A3-9541-E3107929528A}" destId="{C8FADED7-D0A7-4C72-AD7F-B2F99B38885F}" srcOrd="0" destOrd="0" presId="urn:microsoft.com/office/officeart/2005/8/layout/vProcess5"/>
    <dgm:cxn modelId="{CE33E729-A261-415B-8EC5-3561D4CF3D74}" type="presOf" srcId="{78119282-1D20-4BC6-84D7-65991186EEA8}" destId="{7734BFD5-F3B6-47CF-AE83-80E17C6DB454}" srcOrd="1" destOrd="0" presId="urn:microsoft.com/office/officeart/2005/8/layout/vProcess5"/>
    <dgm:cxn modelId="{5FB48565-A10C-42EC-AD38-9F0E0C055A11}" type="presOf" srcId="{F6073051-C3F8-4A1D-8730-27F8AEA41BD5}" destId="{12EF7D2F-A8CD-40AE-B5A8-9E2776698DC6}" srcOrd="0" destOrd="0" presId="urn:microsoft.com/office/officeart/2005/8/layout/vProcess5"/>
    <dgm:cxn modelId="{50606F67-4287-4BE4-9B7D-032F3F24ACA5}" srcId="{AC96B80E-22E6-4960-AA6E-E290668EAB6A}" destId="{4A9986EB-254F-42A3-9541-E3107929528A}" srcOrd="3" destOrd="0" parTransId="{D8E9345E-2624-4532-9484-D0764CEEF80B}" sibTransId="{945A2EE7-E3DB-4D18-8654-8655AA96EA3E}"/>
    <dgm:cxn modelId="{8DC5C273-77A9-4C8B-A703-3E2A206C26EF}" type="presOf" srcId="{8D39F6D7-17F1-4F9F-B1AC-7F062AA3B648}" destId="{22866138-F89E-44D3-9971-B09826AA528E}" srcOrd="0" destOrd="0" presId="urn:microsoft.com/office/officeart/2005/8/layout/vProcess5"/>
    <dgm:cxn modelId="{D83D7058-2F6F-4F8D-9A9E-0A15BF6278DC}" type="presOf" srcId="{2DE0FD2E-1D0E-487A-8D4F-A49861E50F08}" destId="{5D8A9899-EA7D-483E-B257-5D0DEEF8EE5A}" srcOrd="0" destOrd="0" presId="urn:microsoft.com/office/officeart/2005/8/layout/vProcess5"/>
    <dgm:cxn modelId="{F0D5DB59-F5C1-4842-A4BF-C77FB6733866}" srcId="{AC96B80E-22E6-4960-AA6E-E290668EAB6A}" destId="{8D39F6D7-17F1-4F9F-B1AC-7F062AA3B648}" srcOrd="4" destOrd="0" parTransId="{AF740933-437B-4728-9C69-67C8F00F6205}" sibTransId="{9764CCEF-73AE-48C4-AC80-4890F3817B24}"/>
    <dgm:cxn modelId="{8553858F-27BF-4444-B429-52EEEC40EB52}" type="presOf" srcId="{82E41E8E-E959-4FF8-8BAF-0828C457500C}" destId="{DE9A4685-6309-4ACC-8363-9E7241BD0837}" srcOrd="0" destOrd="0" presId="urn:microsoft.com/office/officeart/2005/8/layout/vProcess5"/>
    <dgm:cxn modelId="{A958CEC3-AB50-4F5E-88D0-396FBABE7CB6}" type="presOf" srcId="{5B801127-406C-4990-8520-6CADF5BF9ADB}" destId="{48724A9F-9587-457B-B77E-6DB517B05165}" srcOrd="0" destOrd="0" presId="urn:microsoft.com/office/officeart/2005/8/layout/vProcess5"/>
    <dgm:cxn modelId="{80B9A9C6-5FDF-4779-ADF0-25BA95398223}" srcId="{AC96B80E-22E6-4960-AA6E-E290668EAB6A}" destId="{82E41E8E-E959-4FF8-8BAF-0828C457500C}" srcOrd="1" destOrd="0" parTransId="{E21FA6B3-88EF-4623-AB4F-ACCFDA98FAFC}" sibTransId="{F6073051-C3F8-4A1D-8730-27F8AEA41BD5}"/>
    <dgm:cxn modelId="{9F6E24CE-1149-4C2A-93B8-60ED2435B991}" type="presOf" srcId="{AC96B80E-22E6-4960-AA6E-E290668EAB6A}" destId="{DA81B277-EAB2-44DA-AFF0-D7026C797617}" srcOrd="0" destOrd="0" presId="urn:microsoft.com/office/officeart/2005/8/layout/vProcess5"/>
    <dgm:cxn modelId="{BCD8D4E5-C01F-499A-8842-D526ADE0063E}" type="presOf" srcId="{78119282-1D20-4BC6-84D7-65991186EEA8}" destId="{2645F484-8611-47A6-A3E8-951D1CF268A5}" srcOrd="0" destOrd="0" presId="urn:microsoft.com/office/officeart/2005/8/layout/vProcess5"/>
    <dgm:cxn modelId="{2C4D71E7-C67A-4949-A51E-4E74DD517C5D}" srcId="{AC96B80E-22E6-4960-AA6E-E290668EAB6A}" destId="{78119282-1D20-4BC6-84D7-65991186EEA8}" srcOrd="0" destOrd="0" parTransId="{71FA6D69-B381-4271-ABDC-754708DD6BE8}" sibTransId="{E1CC28D9-8C0B-4CA1-831C-7A2A5025ECC5}"/>
    <dgm:cxn modelId="{C5642CEA-9DBF-444D-9EBC-3733B06F8EFD}" type="presOf" srcId="{8D39F6D7-17F1-4F9F-B1AC-7F062AA3B648}" destId="{EA775847-88B4-453D-98E5-47BEA7F0D1B4}" srcOrd="1" destOrd="0" presId="urn:microsoft.com/office/officeart/2005/8/layout/vProcess5"/>
    <dgm:cxn modelId="{AF0931ED-52FF-4BA4-A497-901AEF43EE0A}" type="presOf" srcId="{E1CC28D9-8C0B-4CA1-831C-7A2A5025ECC5}" destId="{3FDE6732-69C9-4BE7-8E85-BE138DB0A87A}" srcOrd="0" destOrd="0" presId="urn:microsoft.com/office/officeart/2005/8/layout/vProcess5"/>
    <dgm:cxn modelId="{BF72472A-0DF1-4F5D-B7DC-27F509B4EE78}" type="presParOf" srcId="{DA81B277-EAB2-44DA-AFF0-D7026C797617}" destId="{F029DA46-3B6C-4069-B11E-1D6C0FF2D8D9}" srcOrd="0" destOrd="0" presId="urn:microsoft.com/office/officeart/2005/8/layout/vProcess5"/>
    <dgm:cxn modelId="{081B5039-1CA3-48E2-A261-8FBB95B6FA3A}" type="presParOf" srcId="{DA81B277-EAB2-44DA-AFF0-D7026C797617}" destId="{2645F484-8611-47A6-A3E8-951D1CF268A5}" srcOrd="1" destOrd="0" presId="urn:microsoft.com/office/officeart/2005/8/layout/vProcess5"/>
    <dgm:cxn modelId="{E24C6C1F-6940-4B59-875D-3115F83A5ACE}" type="presParOf" srcId="{DA81B277-EAB2-44DA-AFF0-D7026C797617}" destId="{DE9A4685-6309-4ACC-8363-9E7241BD0837}" srcOrd="2" destOrd="0" presId="urn:microsoft.com/office/officeart/2005/8/layout/vProcess5"/>
    <dgm:cxn modelId="{FB1B2CB7-C280-4233-8C98-C3263B72FD40}" type="presParOf" srcId="{DA81B277-EAB2-44DA-AFF0-D7026C797617}" destId="{48724A9F-9587-457B-B77E-6DB517B05165}" srcOrd="3" destOrd="0" presId="urn:microsoft.com/office/officeart/2005/8/layout/vProcess5"/>
    <dgm:cxn modelId="{055CD209-9D2B-4035-9B5A-B09DAF245534}" type="presParOf" srcId="{DA81B277-EAB2-44DA-AFF0-D7026C797617}" destId="{C8FADED7-D0A7-4C72-AD7F-B2F99B38885F}" srcOrd="4" destOrd="0" presId="urn:microsoft.com/office/officeart/2005/8/layout/vProcess5"/>
    <dgm:cxn modelId="{C7926885-4D62-4088-BCAD-78C2BFC0ECA0}" type="presParOf" srcId="{DA81B277-EAB2-44DA-AFF0-D7026C797617}" destId="{22866138-F89E-44D3-9971-B09826AA528E}" srcOrd="5" destOrd="0" presId="urn:microsoft.com/office/officeart/2005/8/layout/vProcess5"/>
    <dgm:cxn modelId="{DE941B08-6C7B-4620-9012-00FBE6513057}" type="presParOf" srcId="{DA81B277-EAB2-44DA-AFF0-D7026C797617}" destId="{3FDE6732-69C9-4BE7-8E85-BE138DB0A87A}" srcOrd="6" destOrd="0" presId="urn:microsoft.com/office/officeart/2005/8/layout/vProcess5"/>
    <dgm:cxn modelId="{1A7A0373-35D6-465F-B98C-7373DAD184DF}" type="presParOf" srcId="{DA81B277-EAB2-44DA-AFF0-D7026C797617}" destId="{12EF7D2F-A8CD-40AE-B5A8-9E2776698DC6}" srcOrd="7" destOrd="0" presId="urn:microsoft.com/office/officeart/2005/8/layout/vProcess5"/>
    <dgm:cxn modelId="{BF809BC8-A4CA-4528-8DB2-5257FBFE24D4}" type="presParOf" srcId="{DA81B277-EAB2-44DA-AFF0-D7026C797617}" destId="{5D8A9899-EA7D-483E-B257-5D0DEEF8EE5A}" srcOrd="8" destOrd="0" presId="urn:microsoft.com/office/officeart/2005/8/layout/vProcess5"/>
    <dgm:cxn modelId="{EDF91FB7-F7D5-4302-A207-67CD37EC7053}" type="presParOf" srcId="{DA81B277-EAB2-44DA-AFF0-D7026C797617}" destId="{721CF5D4-268F-4C87-82C3-B765AA69CBE1}" srcOrd="9" destOrd="0" presId="urn:microsoft.com/office/officeart/2005/8/layout/vProcess5"/>
    <dgm:cxn modelId="{A884A557-5C8E-4E22-B0D5-A14E9ACA2A2D}" type="presParOf" srcId="{DA81B277-EAB2-44DA-AFF0-D7026C797617}" destId="{7734BFD5-F3B6-47CF-AE83-80E17C6DB454}" srcOrd="10" destOrd="0" presId="urn:microsoft.com/office/officeart/2005/8/layout/vProcess5"/>
    <dgm:cxn modelId="{22D71F4E-BB37-4FC3-BF20-3C5C7306712D}" type="presParOf" srcId="{DA81B277-EAB2-44DA-AFF0-D7026C797617}" destId="{5631CC26-D339-45D7-ADF1-6DC7351556D3}" srcOrd="11" destOrd="0" presId="urn:microsoft.com/office/officeart/2005/8/layout/vProcess5"/>
    <dgm:cxn modelId="{A32F91D6-FBF1-4D94-BEC0-0327C051ABDD}" type="presParOf" srcId="{DA81B277-EAB2-44DA-AFF0-D7026C797617}" destId="{59FF672C-7AD6-4667-842A-2D54D3FF4816}" srcOrd="12" destOrd="0" presId="urn:microsoft.com/office/officeart/2005/8/layout/vProcess5"/>
    <dgm:cxn modelId="{11679716-CF5A-46FA-8BAF-E12E66CEB9EE}" type="presParOf" srcId="{DA81B277-EAB2-44DA-AFF0-D7026C797617}" destId="{FA1FC831-5206-493A-9690-12AA268D4ED8}" srcOrd="13" destOrd="0" presId="urn:microsoft.com/office/officeart/2005/8/layout/vProcess5"/>
    <dgm:cxn modelId="{D5BC99CB-1C35-4E59-B6A8-214B98EC6F01}" type="presParOf" srcId="{DA81B277-EAB2-44DA-AFF0-D7026C797617}" destId="{EA775847-88B4-453D-98E5-47BEA7F0D1B4}" srcOrd="14"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1335ACEC-59EA-44C9-9780-1D75A22F5CD4}" type="doc">
      <dgm:prSet loTypeId="urn:microsoft.com/office/officeart/2005/8/layout/list1" loCatId="list" qsTypeId="urn:microsoft.com/office/officeart/2005/8/quickstyle/simple1" qsCatId="simple" csTypeId="urn:microsoft.com/office/officeart/2005/8/colors/colorful5" csCatId="colorful" phldr="1"/>
      <dgm:spPr/>
    </dgm:pt>
    <dgm:pt modelId="{0C7503D7-6D25-4762-9018-51EA4FBB4E91}">
      <dgm:prSet phldrT="[Text]"/>
      <dgm:spPr/>
      <dgm:t>
        <a:bodyPr/>
        <a:lstStyle/>
        <a:p>
          <a:pPr>
            <a:buFont typeface="+mj-lt"/>
            <a:buAutoNum type="arabicPeriod"/>
          </a:pPr>
          <a:r>
            <a:rPr lang="en-US" dirty="0"/>
            <a:t>Apply model to real-time streaming data</a:t>
          </a:r>
          <a:endParaRPr lang="en-CA" dirty="0"/>
        </a:p>
      </dgm:t>
    </dgm:pt>
    <dgm:pt modelId="{0A266229-8AE9-4CFE-80EE-4090A3407C57}" type="parTrans" cxnId="{F6528664-DF2A-4F57-84A1-C06D3F626183}">
      <dgm:prSet/>
      <dgm:spPr/>
      <dgm:t>
        <a:bodyPr/>
        <a:lstStyle/>
        <a:p>
          <a:endParaRPr lang="en-CA"/>
        </a:p>
      </dgm:t>
    </dgm:pt>
    <dgm:pt modelId="{CF35F43F-5A30-4244-9C39-F8A83C69F1AC}" type="sibTrans" cxnId="{F6528664-DF2A-4F57-84A1-C06D3F626183}">
      <dgm:prSet/>
      <dgm:spPr/>
      <dgm:t>
        <a:bodyPr/>
        <a:lstStyle/>
        <a:p>
          <a:endParaRPr lang="en-CA"/>
        </a:p>
      </dgm:t>
    </dgm:pt>
    <dgm:pt modelId="{57FB29F7-1A06-4877-B056-8861744C5695}">
      <dgm:prSet phldrT="[Text]"/>
      <dgm:spPr/>
      <dgm:t>
        <a:bodyPr/>
        <a:lstStyle/>
        <a:p>
          <a:pPr>
            <a:buNone/>
          </a:pPr>
          <a:r>
            <a:rPr lang="en-US" dirty="0"/>
            <a:t>Test on different power system datasets</a:t>
          </a:r>
          <a:endParaRPr lang="en-CA" dirty="0"/>
        </a:p>
      </dgm:t>
    </dgm:pt>
    <dgm:pt modelId="{F5240526-340C-4257-B6C7-C553EF34B061}" type="parTrans" cxnId="{1F6AA4DD-1AC9-4C1B-8171-0CBE4EF884B1}">
      <dgm:prSet/>
      <dgm:spPr/>
      <dgm:t>
        <a:bodyPr/>
        <a:lstStyle/>
        <a:p>
          <a:endParaRPr lang="en-CA"/>
        </a:p>
      </dgm:t>
    </dgm:pt>
    <dgm:pt modelId="{B686FD02-E7C5-4A8E-B622-EA7B56C3DC66}" type="sibTrans" cxnId="{1F6AA4DD-1AC9-4C1B-8171-0CBE4EF884B1}">
      <dgm:prSet/>
      <dgm:spPr/>
      <dgm:t>
        <a:bodyPr/>
        <a:lstStyle/>
        <a:p>
          <a:endParaRPr lang="en-CA"/>
        </a:p>
      </dgm:t>
    </dgm:pt>
    <dgm:pt modelId="{CDFF30D5-B12B-4EAB-92DD-3CFFD20DD274}">
      <dgm:prSet phldrT="[Text]"/>
      <dgm:spPr/>
      <dgm:t>
        <a:bodyPr/>
        <a:lstStyle/>
        <a:p>
          <a:pPr>
            <a:buNone/>
          </a:pPr>
          <a:r>
            <a:rPr lang="en-CA" dirty="0"/>
            <a:t>Explore deep learning approaches</a:t>
          </a:r>
        </a:p>
      </dgm:t>
    </dgm:pt>
    <dgm:pt modelId="{0DB94200-B93A-4CA0-80E6-DD60FDD4C296}" type="parTrans" cxnId="{854A9D93-2DD9-461A-BF60-F977628DE2E4}">
      <dgm:prSet/>
      <dgm:spPr/>
      <dgm:t>
        <a:bodyPr/>
        <a:lstStyle/>
        <a:p>
          <a:endParaRPr lang="en-CA"/>
        </a:p>
      </dgm:t>
    </dgm:pt>
    <dgm:pt modelId="{2EB9C654-0C20-4168-8B9D-781B5F8A348C}" type="sibTrans" cxnId="{854A9D93-2DD9-461A-BF60-F977628DE2E4}">
      <dgm:prSet/>
      <dgm:spPr/>
      <dgm:t>
        <a:bodyPr/>
        <a:lstStyle/>
        <a:p>
          <a:endParaRPr lang="en-CA"/>
        </a:p>
      </dgm:t>
    </dgm:pt>
    <dgm:pt modelId="{DFD9E0A2-DA09-43EB-8252-7DA813DB2B77}">
      <dgm:prSet phldrT="[Text]"/>
      <dgm:spPr/>
      <dgm:t>
        <a:bodyPr/>
        <a:lstStyle/>
        <a:p>
          <a:pPr>
            <a:buNone/>
          </a:pPr>
          <a:r>
            <a:rPr lang="en-CA"/>
            <a:t>Improve feature interaction techniques</a:t>
          </a:r>
          <a:endParaRPr lang="en-CA" dirty="0"/>
        </a:p>
      </dgm:t>
    </dgm:pt>
    <dgm:pt modelId="{D2A2C4C2-4620-4CD8-BF14-58722B0CA233}" type="parTrans" cxnId="{9881D741-2538-4EE7-A2DA-31777A93CDEB}">
      <dgm:prSet/>
      <dgm:spPr/>
      <dgm:t>
        <a:bodyPr/>
        <a:lstStyle/>
        <a:p>
          <a:endParaRPr lang="en-CA"/>
        </a:p>
      </dgm:t>
    </dgm:pt>
    <dgm:pt modelId="{26FBB87E-6402-412D-B258-073089CFAE20}" type="sibTrans" cxnId="{9881D741-2538-4EE7-A2DA-31777A93CDEB}">
      <dgm:prSet/>
      <dgm:spPr/>
      <dgm:t>
        <a:bodyPr/>
        <a:lstStyle/>
        <a:p>
          <a:endParaRPr lang="en-CA"/>
        </a:p>
      </dgm:t>
    </dgm:pt>
    <dgm:pt modelId="{E6B6E594-9D01-4414-A9EE-7BBB9AD35048}">
      <dgm:prSet phldrT="[Text]"/>
      <dgm:spPr/>
      <dgm:t>
        <a:bodyPr/>
        <a:lstStyle/>
        <a:p>
          <a:pPr>
            <a:buNone/>
          </a:pPr>
          <a:r>
            <a:rPr lang="en-US"/>
            <a:t>Deploy system for real-world monitoring</a:t>
          </a:r>
          <a:endParaRPr lang="en-CA" dirty="0"/>
        </a:p>
      </dgm:t>
    </dgm:pt>
    <dgm:pt modelId="{EE2B2FE1-F27D-4B07-93B2-84C649791062}" type="parTrans" cxnId="{87016DE1-F28B-4BDA-82D9-6FB132C93FD1}">
      <dgm:prSet/>
      <dgm:spPr/>
      <dgm:t>
        <a:bodyPr/>
        <a:lstStyle/>
        <a:p>
          <a:endParaRPr lang="en-CA"/>
        </a:p>
      </dgm:t>
    </dgm:pt>
    <dgm:pt modelId="{99C855CE-9E29-4625-A3C2-28D5F983C36F}" type="sibTrans" cxnId="{87016DE1-F28B-4BDA-82D9-6FB132C93FD1}">
      <dgm:prSet/>
      <dgm:spPr/>
      <dgm:t>
        <a:bodyPr/>
        <a:lstStyle/>
        <a:p>
          <a:endParaRPr lang="en-CA"/>
        </a:p>
      </dgm:t>
    </dgm:pt>
    <dgm:pt modelId="{0C86D038-93C8-4FD4-937B-3976867A8A1C}" type="pres">
      <dgm:prSet presAssocID="{1335ACEC-59EA-44C9-9780-1D75A22F5CD4}" presName="linear" presStyleCnt="0">
        <dgm:presLayoutVars>
          <dgm:dir/>
          <dgm:animLvl val="lvl"/>
          <dgm:resizeHandles val="exact"/>
        </dgm:presLayoutVars>
      </dgm:prSet>
      <dgm:spPr/>
    </dgm:pt>
    <dgm:pt modelId="{D0BC549D-8589-4FA0-A7BE-21737860B8B1}" type="pres">
      <dgm:prSet presAssocID="{0C7503D7-6D25-4762-9018-51EA4FBB4E91}" presName="parentLin" presStyleCnt="0"/>
      <dgm:spPr/>
    </dgm:pt>
    <dgm:pt modelId="{1A2A7B0D-2CE7-4F2D-B60E-05CD59246A12}" type="pres">
      <dgm:prSet presAssocID="{0C7503D7-6D25-4762-9018-51EA4FBB4E91}" presName="parentLeftMargin" presStyleLbl="node1" presStyleIdx="0" presStyleCnt="5"/>
      <dgm:spPr/>
    </dgm:pt>
    <dgm:pt modelId="{735B7A7B-11AB-4049-8997-3559B1C0EBDA}" type="pres">
      <dgm:prSet presAssocID="{0C7503D7-6D25-4762-9018-51EA4FBB4E91}" presName="parentText" presStyleLbl="node1" presStyleIdx="0" presStyleCnt="5">
        <dgm:presLayoutVars>
          <dgm:chMax val="0"/>
          <dgm:bulletEnabled val="1"/>
        </dgm:presLayoutVars>
      </dgm:prSet>
      <dgm:spPr/>
    </dgm:pt>
    <dgm:pt modelId="{9DCAAC4D-3333-48DF-9067-18B9A0BA7151}" type="pres">
      <dgm:prSet presAssocID="{0C7503D7-6D25-4762-9018-51EA4FBB4E91}" presName="negativeSpace" presStyleCnt="0"/>
      <dgm:spPr/>
    </dgm:pt>
    <dgm:pt modelId="{5266AEE1-9F7F-464A-8578-30DEBADA4D4E}" type="pres">
      <dgm:prSet presAssocID="{0C7503D7-6D25-4762-9018-51EA4FBB4E91}" presName="childText" presStyleLbl="conFgAcc1" presStyleIdx="0" presStyleCnt="5">
        <dgm:presLayoutVars>
          <dgm:bulletEnabled val="1"/>
        </dgm:presLayoutVars>
      </dgm:prSet>
      <dgm:spPr/>
    </dgm:pt>
    <dgm:pt modelId="{055C741C-8C32-4DCE-91C7-C2B3D8222089}" type="pres">
      <dgm:prSet presAssocID="{CF35F43F-5A30-4244-9C39-F8A83C69F1AC}" presName="spaceBetweenRectangles" presStyleCnt="0"/>
      <dgm:spPr/>
    </dgm:pt>
    <dgm:pt modelId="{FA545B9E-D5D2-4EF8-BAFD-F490875336E2}" type="pres">
      <dgm:prSet presAssocID="{57FB29F7-1A06-4877-B056-8861744C5695}" presName="parentLin" presStyleCnt="0"/>
      <dgm:spPr/>
    </dgm:pt>
    <dgm:pt modelId="{7ECB4818-A75E-4969-AB68-1F90E3C99FD9}" type="pres">
      <dgm:prSet presAssocID="{57FB29F7-1A06-4877-B056-8861744C5695}" presName="parentLeftMargin" presStyleLbl="node1" presStyleIdx="0" presStyleCnt="5"/>
      <dgm:spPr/>
    </dgm:pt>
    <dgm:pt modelId="{90FA9295-13C0-4436-BF35-08078646930F}" type="pres">
      <dgm:prSet presAssocID="{57FB29F7-1A06-4877-B056-8861744C5695}" presName="parentText" presStyleLbl="node1" presStyleIdx="1" presStyleCnt="5">
        <dgm:presLayoutVars>
          <dgm:chMax val="0"/>
          <dgm:bulletEnabled val="1"/>
        </dgm:presLayoutVars>
      </dgm:prSet>
      <dgm:spPr/>
    </dgm:pt>
    <dgm:pt modelId="{E86A3B3B-DDD5-455D-BFD9-4923E3E3EA64}" type="pres">
      <dgm:prSet presAssocID="{57FB29F7-1A06-4877-B056-8861744C5695}" presName="negativeSpace" presStyleCnt="0"/>
      <dgm:spPr/>
    </dgm:pt>
    <dgm:pt modelId="{815F1108-7440-4242-A062-24C989ED7CEE}" type="pres">
      <dgm:prSet presAssocID="{57FB29F7-1A06-4877-B056-8861744C5695}" presName="childText" presStyleLbl="conFgAcc1" presStyleIdx="1" presStyleCnt="5">
        <dgm:presLayoutVars>
          <dgm:bulletEnabled val="1"/>
        </dgm:presLayoutVars>
      </dgm:prSet>
      <dgm:spPr/>
    </dgm:pt>
    <dgm:pt modelId="{F7DEA607-5FEA-466E-80E9-7F782347CFF1}" type="pres">
      <dgm:prSet presAssocID="{B686FD02-E7C5-4A8E-B622-EA7B56C3DC66}" presName="spaceBetweenRectangles" presStyleCnt="0"/>
      <dgm:spPr/>
    </dgm:pt>
    <dgm:pt modelId="{6F20CF08-B317-4601-857B-2CFCE2CE12CB}" type="pres">
      <dgm:prSet presAssocID="{CDFF30D5-B12B-4EAB-92DD-3CFFD20DD274}" presName="parentLin" presStyleCnt="0"/>
      <dgm:spPr/>
    </dgm:pt>
    <dgm:pt modelId="{10C29FDA-6D02-43DB-B050-078B4AA9FBA3}" type="pres">
      <dgm:prSet presAssocID="{CDFF30D5-B12B-4EAB-92DD-3CFFD20DD274}" presName="parentLeftMargin" presStyleLbl="node1" presStyleIdx="1" presStyleCnt="5"/>
      <dgm:spPr/>
    </dgm:pt>
    <dgm:pt modelId="{586A50D0-7B4B-4F5C-ACD4-5239D8C5F0D4}" type="pres">
      <dgm:prSet presAssocID="{CDFF30D5-B12B-4EAB-92DD-3CFFD20DD274}" presName="parentText" presStyleLbl="node1" presStyleIdx="2" presStyleCnt="5">
        <dgm:presLayoutVars>
          <dgm:chMax val="0"/>
          <dgm:bulletEnabled val="1"/>
        </dgm:presLayoutVars>
      </dgm:prSet>
      <dgm:spPr/>
    </dgm:pt>
    <dgm:pt modelId="{E4E3B242-D6BE-48F0-AA26-6A2D6B91CA92}" type="pres">
      <dgm:prSet presAssocID="{CDFF30D5-B12B-4EAB-92DD-3CFFD20DD274}" presName="negativeSpace" presStyleCnt="0"/>
      <dgm:spPr/>
    </dgm:pt>
    <dgm:pt modelId="{9C84B5CB-5B72-4A23-A298-024215804488}" type="pres">
      <dgm:prSet presAssocID="{CDFF30D5-B12B-4EAB-92DD-3CFFD20DD274}" presName="childText" presStyleLbl="conFgAcc1" presStyleIdx="2" presStyleCnt="5">
        <dgm:presLayoutVars>
          <dgm:bulletEnabled val="1"/>
        </dgm:presLayoutVars>
      </dgm:prSet>
      <dgm:spPr/>
    </dgm:pt>
    <dgm:pt modelId="{4D085516-D1CB-4A02-BBB5-C56F86E29668}" type="pres">
      <dgm:prSet presAssocID="{2EB9C654-0C20-4168-8B9D-781B5F8A348C}" presName="spaceBetweenRectangles" presStyleCnt="0"/>
      <dgm:spPr/>
    </dgm:pt>
    <dgm:pt modelId="{87185202-51F8-4641-AB5E-D918C5127D63}" type="pres">
      <dgm:prSet presAssocID="{DFD9E0A2-DA09-43EB-8252-7DA813DB2B77}" presName="parentLin" presStyleCnt="0"/>
      <dgm:spPr/>
    </dgm:pt>
    <dgm:pt modelId="{1295B4E6-BCB3-4779-90B8-6DE24848CBF2}" type="pres">
      <dgm:prSet presAssocID="{DFD9E0A2-DA09-43EB-8252-7DA813DB2B77}" presName="parentLeftMargin" presStyleLbl="node1" presStyleIdx="2" presStyleCnt="5"/>
      <dgm:spPr/>
    </dgm:pt>
    <dgm:pt modelId="{EA94AF0E-5AF8-4979-A612-616D55B717F8}" type="pres">
      <dgm:prSet presAssocID="{DFD9E0A2-DA09-43EB-8252-7DA813DB2B77}" presName="parentText" presStyleLbl="node1" presStyleIdx="3" presStyleCnt="5">
        <dgm:presLayoutVars>
          <dgm:chMax val="0"/>
          <dgm:bulletEnabled val="1"/>
        </dgm:presLayoutVars>
      </dgm:prSet>
      <dgm:spPr/>
    </dgm:pt>
    <dgm:pt modelId="{3F0698F5-1262-41B9-B7EA-6DBE8C1DE8AD}" type="pres">
      <dgm:prSet presAssocID="{DFD9E0A2-DA09-43EB-8252-7DA813DB2B77}" presName="negativeSpace" presStyleCnt="0"/>
      <dgm:spPr/>
    </dgm:pt>
    <dgm:pt modelId="{BF48360B-D01E-4524-A90E-AF4579B96F89}" type="pres">
      <dgm:prSet presAssocID="{DFD9E0A2-DA09-43EB-8252-7DA813DB2B77}" presName="childText" presStyleLbl="conFgAcc1" presStyleIdx="3" presStyleCnt="5">
        <dgm:presLayoutVars>
          <dgm:bulletEnabled val="1"/>
        </dgm:presLayoutVars>
      </dgm:prSet>
      <dgm:spPr/>
    </dgm:pt>
    <dgm:pt modelId="{E7DF474F-2860-4887-BDD7-929967518296}" type="pres">
      <dgm:prSet presAssocID="{26FBB87E-6402-412D-B258-073089CFAE20}" presName="spaceBetweenRectangles" presStyleCnt="0"/>
      <dgm:spPr/>
    </dgm:pt>
    <dgm:pt modelId="{0CE0D82A-5E03-41AC-A1D1-5FE61F13F705}" type="pres">
      <dgm:prSet presAssocID="{E6B6E594-9D01-4414-A9EE-7BBB9AD35048}" presName="parentLin" presStyleCnt="0"/>
      <dgm:spPr/>
    </dgm:pt>
    <dgm:pt modelId="{BFFA0D19-8002-4A5C-ABE4-D32ED35FC6C5}" type="pres">
      <dgm:prSet presAssocID="{E6B6E594-9D01-4414-A9EE-7BBB9AD35048}" presName="parentLeftMargin" presStyleLbl="node1" presStyleIdx="3" presStyleCnt="5"/>
      <dgm:spPr/>
    </dgm:pt>
    <dgm:pt modelId="{B6720B03-2810-489B-A211-A550C0CAE517}" type="pres">
      <dgm:prSet presAssocID="{E6B6E594-9D01-4414-A9EE-7BBB9AD35048}" presName="parentText" presStyleLbl="node1" presStyleIdx="4" presStyleCnt="5">
        <dgm:presLayoutVars>
          <dgm:chMax val="0"/>
          <dgm:bulletEnabled val="1"/>
        </dgm:presLayoutVars>
      </dgm:prSet>
      <dgm:spPr/>
    </dgm:pt>
    <dgm:pt modelId="{F835703D-3B60-424F-9035-0BAFD48F2ED3}" type="pres">
      <dgm:prSet presAssocID="{E6B6E594-9D01-4414-A9EE-7BBB9AD35048}" presName="negativeSpace" presStyleCnt="0"/>
      <dgm:spPr/>
    </dgm:pt>
    <dgm:pt modelId="{16E970CB-76FD-43A7-A99C-91DDB22F2FF6}" type="pres">
      <dgm:prSet presAssocID="{E6B6E594-9D01-4414-A9EE-7BBB9AD35048}" presName="childText" presStyleLbl="conFgAcc1" presStyleIdx="4" presStyleCnt="5">
        <dgm:presLayoutVars>
          <dgm:bulletEnabled val="1"/>
        </dgm:presLayoutVars>
      </dgm:prSet>
      <dgm:spPr/>
    </dgm:pt>
  </dgm:ptLst>
  <dgm:cxnLst>
    <dgm:cxn modelId="{16CEEB04-1F3C-4357-98A3-C9AA706ABDC8}" type="presOf" srcId="{CDFF30D5-B12B-4EAB-92DD-3CFFD20DD274}" destId="{10C29FDA-6D02-43DB-B050-078B4AA9FBA3}" srcOrd="0" destOrd="0" presId="urn:microsoft.com/office/officeart/2005/8/layout/list1"/>
    <dgm:cxn modelId="{9CE2571A-C74C-4065-92B3-793F15A25A71}" type="presOf" srcId="{57FB29F7-1A06-4877-B056-8861744C5695}" destId="{90FA9295-13C0-4436-BF35-08078646930F}" srcOrd="1" destOrd="0" presId="urn:microsoft.com/office/officeart/2005/8/layout/list1"/>
    <dgm:cxn modelId="{1F7C8F40-52DC-41F5-B63D-E6C85203B682}" type="presOf" srcId="{E6B6E594-9D01-4414-A9EE-7BBB9AD35048}" destId="{BFFA0D19-8002-4A5C-ABE4-D32ED35FC6C5}" srcOrd="0" destOrd="0" presId="urn:microsoft.com/office/officeart/2005/8/layout/list1"/>
    <dgm:cxn modelId="{9881D741-2538-4EE7-A2DA-31777A93CDEB}" srcId="{1335ACEC-59EA-44C9-9780-1D75A22F5CD4}" destId="{DFD9E0A2-DA09-43EB-8252-7DA813DB2B77}" srcOrd="3" destOrd="0" parTransId="{D2A2C4C2-4620-4CD8-BF14-58722B0CA233}" sibTransId="{26FBB87E-6402-412D-B258-073089CFAE20}"/>
    <dgm:cxn modelId="{F6528664-DF2A-4F57-84A1-C06D3F626183}" srcId="{1335ACEC-59EA-44C9-9780-1D75A22F5CD4}" destId="{0C7503D7-6D25-4762-9018-51EA4FBB4E91}" srcOrd="0" destOrd="0" parTransId="{0A266229-8AE9-4CFE-80EE-4090A3407C57}" sibTransId="{CF35F43F-5A30-4244-9C39-F8A83C69F1AC}"/>
    <dgm:cxn modelId="{A42F104E-FF8A-4106-9967-C2627DFE45D9}" type="presOf" srcId="{E6B6E594-9D01-4414-A9EE-7BBB9AD35048}" destId="{B6720B03-2810-489B-A211-A550C0CAE517}" srcOrd="1" destOrd="0" presId="urn:microsoft.com/office/officeart/2005/8/layout/list1"/>
    <dgm:cxn modelId="{8A0F367C-0E13-497D-9EBE-BE833BC1CAB8}" type="presOf" srcId="{0C7503D7-6D25-4762-9018-51EA4FBB4E91}" destId="{735B7A7B-11AB-4049-8997-3559B1C0EBDA}" srcOrd="1" destOrd="0" presId="urn:microsoft.com/office/officeart/2005/8/layout/list1"/>
    <dgm:cxn modelId="{854A9D93-2DD9-461A-BF60-F977628DE2E4}" srcId="{1335ACEC-59EA-44C9-9780-1D75A22F5CD4}" destId="{CDFF30D5-B12B-4EAB-92DD-3CFFD20DD274}" srcOrd="2" destOrd="0" parTransId="{0DB94200-B93A-4CA0-80E6-DD60FDD4C296}" sibTransId="{2EB9C654-0C20-4168-8B9D-781B5F8A348C}"/>
    <dgm:cxn modelId="{0082DF9A-90B9-41D1-8200-73829CAAE7A4}" type="presOf" srcId="{DFD9E0A2-DA09-43EB-8252-7DA813DB2B77}" destId="{EA94AF0E-5AF8-4979-A612-616D55B717F8}" srcOrd="1" destOrd="0" presId="urn:microsoft.com/office/officeart/2005/8/layout/list1"/>
    <dgm:cxn modelId="{E6DEF6C7-1EE1-448B-9852-11E091FB6328}" type="presOf" srcId="{57FB29F7-1A06-4877-B056-8861744C5695}" destId="{7ECB4818-A75E-4969-AB68-1F90E3C99FD9}" srcOrd="0" destOrd="0" presId="urn:microsoft.com/office/officeart/2005/8/layout/list1"/>
    <dgm:cxn modelId="{1F6AA4DD-1AC9-4C1B-8171-0CBE4EF884B1}" srcId="{1335ACEC-59EA-44C9-9780-1D75A22F5CD4}" destId="{57FB29F7-1A06-4877-B056-8861744C5695}" srcOrd="1" destOrd="0" parTransId="{F5240526-340C-4257-B6C7-C553EF34B061}" sibTransId="{B686FD02-E7C5-4A8E-B622-EA7B56C3DC66}"/>
    <dgm:cxn modelId="{87016DE1-F28B-4BDA-82D9-6FB132C93FD1}" srcId="{1335ACEC-59EA-44C9-9780-1D75A22F5CD4}" destId="{E6B6E594-9D01-4414-A9EE-7BBB9AD35048}" srcOrd="4" destOrd="0" parTransId="{EE2B2FE1-F27D-4B07-93B2-84C649791062}" sibTransId="{99C855CE-9E29-4625-A3C2-28D5F983C36F}"/>
    <dgm:cxn modelId="{94D5FDF4-4B24-48DA-9912-C522A7424A81}" type="presOf" srcId="{CDFF30D5-B12B-4EAB-92DD-3CFFD20DD274}" destId="{586A50D0-7B4B-4F5C-ACD4-5239D8C5F0D4}" srcOrd="1" destOrd="0" presId="urn:microsoft.com/office/officeart/2005/8/layout/list1"/>
    <dgm:cxn modelId="{7A728CF8-E671-45C2-8C04-35DD636CA9F3}" type="presOf" srcId="{DFD9E0A2-DA09-43EB-8252-7DA813DB2B77}" destId="{1295B4E6-BCB3-4779-90B8-6DE24848CBF2}" srcOrd="0" destOrd="0" presId="urn:microsoft.com/office/officeart/2005/8/layout/list1"/>
    <dgm:cxn modelId="{255AEBFA-D8A8-4E04-A564-36E46B8378EE}" type="presOf" srcId="{1335ACEC-59EA-44C9-9780-1D75A22F5CD4}" destId="{0C86D038-93C8-4FD4-937B-3976867A8A1C}" srcOrd="0" destOrd="0" presId="urn:microsoft.com/office/officeart/2005/8/layout/list1"/>
    <dgm:cxn modelId="{1BB1CAFD-8DD5-4225-83CE-F30911F8D2A8}" type="presOf" srcId="{0C7503D7-6D25-4762-9018-51EA4FBB4E91}" destId="{1A2A7B0D-2CE7-4F2D-B60E-05CD59246A12}" srcOrd="0" destOrd="0" presId="urn:microsoft.com/office/officeart/2005/8/layout/list1"/>
    <dgm:cxn modelId="{9CAC8338-4A8D-462C-B3AD-DD0973FCE1A8}" type="presParOf" srcId="{0C86D038-93C8-4FD4-937B-3976867A8A1C}" destId="{D0BC549D-8589-4FA0-A7BE-21737860B8B1}" srcOrd="0" destOrd="0" presId="urn:microsoft.com/office/officeart/2005/8/layout/list1"/>
    <dgm:cxn modelId="{EEB47F5F-86F4-48EC-8A03-48F3440E6911}" type="presParOf" srcId="{D0BC549D-8589-4FA0-A7BE-21737860B8B1}" destId="{1A2A7B0D-2CE7-4F2D-B60E-05CD59246A12}" srcOrd="0" destOrd="0" presId="urn:microsoft.com/office/officeart/2005/8/layout/list1"/>
    <dgm:cxn modelId="{CF769F08-7A39-42D8-B70E-403A1293635C}" type="presParOf" srcId="{D0BC549D-8589-4FA0-A7BE-21737860B8B1}" destId="{735B7A7B-11AB-4049-8997-3559B1C0EBDA}" srcOrd="1" destOrd="0" presId="urn:microsoft.com/office/officeart/2005/8/layout/list1"/>
    <dgm:cxn modelId="{20084031-0451-44C4-B84D-D7DDB375D3EC}" type="presParOf" srcId="{0C86D038-93C8-4FD4-937B-3976867A8A1C}" destId="{9DCAAC4D-3333-48DF-9067-18B9A0BA7151}" srcOrd="1" destOrd="0" presId="urn:microsoft.com/office/officeart/2005/8/layout/list1"/>
    <dgm:cxn modelId="{5B7A7C9F-ADDD-4EAA-BEEC-5E07DFC74455}" type="presParOf" srcId="{0C86D038-93C8-4FD4-937B-3976867A8A1C}" destId="{5266AEE1-9F7F-464A-8578-30DEBADA4D4E}" srcOrd="2" destOrd="0" presId="urn:microsoft.com/office/officeart/2005/8/layout/list1"/>
    <dgm:cxn modelId="{0AC4CCD2-68E7-474D-9420-3EEDADAF4D89}" type="presParOf" srcId="{0C86D038-93C8-4FD4-937B-3976867A8A1C}" destId="{055C741C-8C32-4DCE-91C7-C2B3D8222089}" srcOrd="3" destOrd="0" presId="urn:microsoft.com/office/officeart/2005/8/layout/list1"/>
    <dgm:cxn modelId="{F7BA18DA-9282-47E6-8532-CB4055907175}" type="presParOf" srcId="{0C86D038-93C8-4FD4-937B-3976867A8A1C}" destId="{FA545B9E-D5D2-4EF8-BAFD-F490875336E2}" srcOrd="4" destOrd="0" presId="urn:microsoft.com/office/officeart/2005/8/layout/list1"/>
    <dgm:cxn modelId="{EE1FA924-3A5C-4D02-868B-E0D92E6D4570}" type="presParOf" srcId="{FA545B9E-D5D2-4EF8-BAFD-F490875336E2}" destId="{7ECB4818-A75E-4969-AB68-1F90E3C99FD9}" srcOrd="0" destOrd="0" presId="urn:microsoft.com/office/officeart/2005/8/layout/list1"/>
    <dgm:cxn modelId="{C547C888-65AE-41A3-AC5E-F1EE65524C81}" type="presParOf" srcId="{FA545B9E-D5D2-4EF8-BAFD-F490875336E2}" destId="{90FA9295-13C0-4436-BF35-08078646930F}" srcOrd="1" destOrd="0" presId="urn:microsoft.com/office/officeart/2005/8/layout/list1"/>
    <dgm:cxn modelId="{33BC7F96-25D4-492C-AFC8-629A3EFCC628}" type="presParOf" srcId="{0C86D038-93C8-4FD4-937B-3976867A8A1C}" destId="{E86A3B3B-DDD5-455D-BFD9-4923E3E3EA64}" srcOrd="5" destOrd="0" presId="urn:microsoft.com/office/officeart/2005/8/layout/list1"/>
    <dgm:cxn modelId="{BE74222D-41D5-4990-AD4B-410DC466779D}" type="presParOf" srcId="{0C86D038-93C8-4FD4-937B-3976867A8A1C}" destId="{815F1108-7440-4242-A062-24C989ED7CEE}" srcOrd="6" destOrd="0" presId="urn:microsoft.com/office/officeart/2005/8/layout/list1"/>
    <dgm:cxn modelId="{9324D20A-2F86-4741-9511-96121C7E18F2}" type="presParOf" srcId="{0C86D038-93C8-4FD4-937B-3976867A8A1C}" destId="{F7DEA607-5FEA-466E-80E9-7F782347CFF1}" srcOrd="7" destOrd="0" presId="urn:microsoft.com/office/officeart/2005/8/layout/list1"/>
    <dgm:cxn modelId="{AA247EB8-AB07-44E3-BF96-EADFAAC76CCB}" type="presParOf" srcId="{0C86D038-93C8-4FD4-937B-3976867A8A1C}" destId="{6F20CF08-B317-4601-857B-2CFCE2CE12CB}" srcOrd="8" destOrd="0" presId="urn:microsoft.com/office/officeart/2005/8/layout/list1"/>
    <dgm:cxn modelId="{EF2B41A0-BD1A-49DC-A96D-2D40FA069322}" type="presParOf" srcId="{6F20CF08-B317-4601-857B-2CFCE2CE12CB}" destId="{10C29FDA-6D02-43DB-B050-078B4AA9FBA3}" srcOrd="0" destOrd="0" presId="urn:microsoft.com/office/officeart/2005/8/layout/list1"/>
    <dgm:cxn modelId="{31215C27-4A8D-4A29-A534-C513988DC2CE}" type="presParOf" srcId="{6F20CF08-B317-4601-857B-2CFCE2CE12CB}" destId="{586A50D0-7B4B-4F5C-ACD4-5239D8C5F0D4}" srcOrd="1" destOrd="0" presId="urn:microsoft.com/office/officeart/2005/8/layout/list1"/>
    <dgm:cxn modelId="{2360FAB2-F6B6-4E24-8D06-5EF803F3CB0F}" type="presParOf" srcId="{0C86D038-93C8-4FD4-937B-3976867A8A1C}" destId="{E4E3B242-D6BE-48F0-AA26-6A2D6B91CA92}" srcOrd="9" destOrd="0" presId="urn:microsoft.com/office/officeart/2005/8/layout/list1"/>
    <dgm:cxn modelId="{819D64BD-A76D-4D62-8D0E-4521B75B1368}" type="presParOf" srcId="{0C86D038-93C8-4FD4-937B-3976867A8A1C}" destId="{9C84B5CB-5B72-4A23-A298-024215804488}" srcOrd="10" destOrd="0" presId="urn:microsoft.com/office/officeart/2005/8/layout/list1"/>
    <dgm:cxn modelId="{5636B941-11EA-4AA2-B3D5-A369B2DD7C07}" type="presParOf" srcId="{0C86D038-93C8-4FD4-937B-3976867A8A1C}" destId="{4D085516-D1CB-4A02-BBB5-C56F86E29668}" srcOrd="11" destOrd="0" presId="urn:microsoft.com/office/officeart/2005/8/layout/list1"/>
    <dgm:cxn modelId="{B2ACB019-6ADD-4714-A0BB-241A44815107}" type="presParOf" srcId="{0C86D038-93C8-4FD4-937B-3976867A8A1C}" destId="{87185202-51F8-4641-AB5E-D918C5127D63}" srcOrd="12" destOrd="0" presId="urn:microsoft.com/office/officeart/2005/8/layout/list1"/>
    <dgm:cxn modelId="{9E14A9C7-49D0-48AC-A5AF-B4DF6B84D20A}" type="presParOf" srcId="{87185202-51F8-4641-AB5E-D918C5127D63}" destId="{1295B4E6-BCB3-4779-90B8-6DE24848CBF2}" srcOrd="0" destOrd="0" presId="urn:microsoft.com/office/officeart/2005/8/layout/list1"/>
    <dgm:cxn modelId="{0EF8D6E6-415D-4CE1-B1A7-6E21C4AC72D8}" type="presParOf" srcId="{87185202-51F8-4641-AB5E-D918C5127D63}" destId="{EA94AF0E-5AF8-4979-A612-616D55B717F8}" srcOrd="1" destOrd="0" presId="urn:microsoft.com/office/officeart/2005/8/layout/list1"/>
    <dgm:cxn modelId="{0C7164FC-4757-4A60-8DE7-756BD7712A1C}" type="presParOf" srcId="{0C86D038-93C8-4FD4-937B-3976867A8A1C}" destId="{3F0698F5-1262-41B9-B7EA-6DBE8C1DE8AD}" srcOrd="13" destOrd="0" presId="urn:microsoft.com/office/officeart/2005/8/layout/list1"/>
    <dgm:cxn modelId="{D919E201-295B-48C6-BEA8-53B50E4C2BF1}" type="presParOf" srcId="{0C86D038-93C8-4FD4-937B-3976867A8A1C}" destId="{BF48360B-D01E-4524-A90E-AF4579B96F89}" srcOrd="14" destOrd="0" presId="urn:microsoft.com/office/officeart/2005/8/layout/list1"/>
    <dgm:cxn modelId="{F525D5FC-C771-45F3-9D26-56B671062AFF}" type="presParOf" srcId="{0C86D038-93C8-4FD4-937B-3976867A8A1C}" destId="{E7DF474F-2860-4887-BDD7-929967518296}" srcOrd="15" destOrd="0" presId="urn:microsoft.com/office/officeart/2005/8/layout/list1"/>
    <dgm:cxn modelId="{2F93F458-D0F8-4A1B-B7ED-6C90063FC1B3}" type="presParOf" srcId="{0C86D038-93C8-4FD4-937B-3976867A8A1C}" destId="{0CE0D82A-5E03-41AC-A1D1-5FE61F13F705}" srcOrd="16" destOrd="0" presId="urn:microsoft.com/office/officeart/2005/8/layout/list1"/>
    <dgm:cxn modelId="{EFFCA243-389F-4A40-91EE-E113EC33CA5B}" type="presParOf" srcId="{0CE0D82A-5E03-41AC-A1D1-5FE61F13F705}" destId="{BFFA0D19-8002-4A5C-ABE4-D32ED35FC6C5}" srcOrd="0" destOrd="0" presId="urn:microsoft.com/office/officeart/2005/8/layout/list1"/>
    <dgm:cxn modelId="{8E81C76C-220B-44DD-BFC6-9C70517500F9}" type="presParOf" srcId="{0CE0D82A-5E03-41AC-A1D1-5FE61F13F705}" destId="{B6720B03-2810-489B-A211-A550C0CAE517}" srcOrd="1" destOrd="0" presId="urn:microsoft.com/office/officeart/2005/8/layout/list1"/>
    <dgm:cxn modelId="{031432B4-0226-4B24-952E-1123DE377B79}" type="presParOf" srcId="{0C86D038-93C8-4FD4-937B-3976867A8A1C}" destId="{F835703D-3B60-424F-9035-0BAFD48F2ED3}" srcOrd="17" destOrd="0" presId="urn:microsoft.com/office/officeart/2005/8/layout/list1"/>
    <dgm:cxn modelId="{A3FF2D7D-907F-4261-A0B1-E24D05271E6A}" type="presParOf" srcId="{0C86D038-93C8-4FD4-937B-3976867A8A1C}" destId="{16E970CB-76FD-43A7-A99C-91DDB22F2FF6}" srcOrd="18"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80C00C-C177-4228-9B26-D2CB3F662CDF}">
      <dsp:nvSpPr>
        <dsp:cNvPr id="0" name=""/>
        <dsp:cNvSpPr/>
      </dsp:nvSpPr>
      <dsp:spPr>
        <a:xfrm>
          <a:off x="0" y="560"/>
          <a:ext cx="11297118" cy="470702"/>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DB983C-D7BC-4C7C-8860-84C70A2C3ED4}">
      <dsp:nvSpPr>
        <dsp:cNvPr id="0" name=""/>
        <dsp:cNvSpPr/>
      </dsp:nvSpPr>
      <dsp:spPr>
        <a:xfrm>
          <a:off x="142387" y="106468"/>
          <a:ext cx="258886" cy="2588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6789344-1C96-4D08-93DC-06A6C3132D2B}">
      <dsp:nvSpPr>
        <dsp:cNvPr id="0" name=""/>
        <dsp:cNvSpPr/>
      </dsp:nvSpPr>
      <dsp:spPr>
        <a:xfrm>
          <a:off x="543661" y="560"/>
          <a:ext cx="10753456" cy="470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816" tIns="49816" rIns="49816" bIns="49816" numCol="1" spcCol="1270" anchor="ctr" anchorCtr="0">
          <a:noAutofit/>
        </a:bodyPr>
        <a:lstStyle/>
        <a:p>
          <a:pPr marL="0" lvl="0" indent="0" algn="l" defTabSz="711200">
            <a:lnSpc>
              <a:spcPct val="100000"/>
            </a:lnSpc>
            <a:spcBef>
              <a:spcPct val="0"/>
            </a:spcBef>
            <a:spcAft>
              <a:spcPct val="35000"/>
            </a:spcAft>
            <a:buNone/>
          </a:pPr>
          <a:r>
            <a:rPr lang="en-US" sz="1600" b="1" kern="1200" dirty="0">
              <a:latin typeface="Aptos"/>
            </a:rPr>
            <a:t>Introduction</a:t>
          </a:r>
          <a:endParaRPr lang="en-US" sz="1600" kern="1200" dirty="0">
            <a:latin typeface="Aptos"/>
          </a:endParaRPr>
        </a:p>
      </dsp:txBody>
      <dsp:txXfrm>
        <a:off x="543661" y="560"/>
        <a:ext cx="10753456" cy="470702"/>
      </dsp:txXfrm>
    </dsp:sp>
    <dsp:sp modelId="{25DEE74D-71FC-4E07-A471-0FDA6E11059D}">
      <dsp:nvSpPr>
        <dsp:cNvPr id="0" name=""/>
        <dsp:cNvSpPr/>
      </dsp:nvSpPr>
      <dsp:spPr>
        <a:xfrm>
          <a:off x="0" y="588938"/>
          <a:ext cx="11297118" cy="470702"/>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D383E8-F013-419D-89D3-5C131B8AF159}">
      <dsp:nvSpPr>
        <dsp:cNvPr id="0" name=""/>
        <dsp:cNvSpPr/>
      </dsp:nvSpPr>
      <dsp:spPr>
        <a:xfrm>
          <a:off x="142387" y="694846"/>
          <a:ext cx="258886" cy="258886"/>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13A2F4-E0E4-4736-93F4-6C7735A66557}">
      <dsp:nvSpPr>
        <dsp:cNvPr id="0" name=""/>
        <dsp:cNvSpPr/>
      </dsp:nvSpPr>
      <dsp:spPr>
        <a:xfrm>
          <a:off x="543661" y="588938"/>
          <a:ext cx="10753456" cy="470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816" tIns="49816" rIns="49816" bIns="49816" numCol="1" spcCol="1270" anchor="ctr" anchorCtr="0">
          <a:noAutofit/>
        </a:bodyPr>
        <a:lstStyle/>
        <a:p>
          <a:pPr marL="0" lvl="0" indent="0" algn="l" defTabSz="711200">
            <a:lnSpc>
              <a:spcPct val="100000"/>
            </a:lnSpc>
            <a:spcBef>
              <a:spcPct val="0"/>
            </a:spcBef>
            <a:spcAft>
              <a:spcPct val="35000"/>
            </a:spcAft>
            <a:buNone/>
          </a:pPr>
          <a:r>
            <a:rPr lang="en-US" sz="1600" b="1" kern="1200" dirty="0">
              <a:latin typeface="Aptos"/>
            </a:rPr>
            <a:t>Challenges</a:t>
          </a:r>
        </a:p>
      </dsp:txBody>
      <dsp:txXfrm>
        <a:off x="543661" y="588938"/>
        <a:ext cx="10753456" cy="470702"/>
      </dsp:txXfrm>
    </dsp:sp>
    <dsp:sp modelId="{B87C5D62-E4EE-414D-98D5-967D4DEE9CFC}">
      <dsp:nvSpPr>
        <dsp:cNvPr id="0" name=""/>
        <dsp:cNvSpPr/>
      </dsp:nvSpPr>
      <dsp:spPr>
        <a:xfrm>
          <a:off x="0" y="1177317"/>
          <a:ext cx="11297118" cy="470702"/>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CC2351-ECC1-4708-BC30-04796E0DC279}">
      <dsp:nvSpPr>
        <dsp:cNvPr id="0" name=""/>
        <dsp:cNvSpPr/>
      </dsp:nvSpPr>
      <dsp:spPr>
        <a:xfrm>
          <a:off x="142387" y="1283225"/>
          <a:ext cx="258886" cy="2588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3661FC-E7AA-4A38-B8CE-CC57CF62346E}">
      <dsp:nvSpPr>
        <dsp:cNvPr id="0" name=""/>
        <dsp:cNvSpPr/>
      </dsp:nvSpPr>
      <dsp:spPr>
        <a:xfrm>
          <a:off x="543661" y="1177317"/>
          <a:ext cx="10753456" cy="470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816" tIns="49816" rIns="49816" bIns="49816" numCol="1" spcCol="1270" anchor="ctr" anchorCtr="0">
          <a:noAutofit/>
        </a:bodyPr>
        <a:lstStyle/>
        <a:p>
          <a:pPr marL="0" lvl="0" indent="0" algn="l" defTabSz="711200">
            <a:lnSpc>
              <a:spcPct val="100000"/>
            </a:lnSpc>
            <a:spcBef>
              <a:spcPct val="0"/>
            </a:spcBef>
            <a:spcAft>
              <a:spcPct val="35000"/>
            </a:spcAft>
            <a:buNone/>
          </a:pPr>
          <a:r>
            <a:rPr lang="en-US" sz="1600" b="1" kern="1200" dirty="0">
              <a:latin typeface="Aptos"/>
            </a:rPr>
            <a:t>Objectives</a:t>
          </a:r>
        </a:p>
      </dsp:txBody>
      <dsp:txXfrm>
        <a:off x="543661" y="1177317"/>
        <a:ext cx="10753456" cy="470702"/>
      </dsp:txXfrm>
    </dsp:sp>
    <dsp:sp modelId="{0EE260BA-6289-4205-9FAF-81109DC95C53}">
      <dsp:nvSpPr>
        <dsp:cNvPr id="0" name=""/>
        <dsp:cNvSpPr/>
      </dsp:nvSpPr>
      <dsp:spPr>
        <a:xfrm>
          <a:off x="0" y="1776441"/>
          <a:ext cx="11297118" cy="470702"/>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643D5E-0890-4B6C-AD91-4586A259298D}">
      <dsp:nvSpPr>
        <dsp:cNvPr id="0" name=""/>
        <dsp:cNvSpPr/>
      </dsp:nvSpPr>
      <dsp:spPr>
        <a:xfrm>
          <a:off x="142387" y="1871603"/>
          <a:ext cx="258886" cy="25888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7CFAD4-1EFE-47BF-B080-36BD4CFA5F22}">
      <dsp:nvSpPr>
        <dsp:cNvPr id="0" name=""/>
        <dsp:cNvSpPr/>
      </dsp:nvSpPr>
      <dsp:spPr>
        <a:xfrm>
          <a:off x="543661" y="1765695"/>
          <a:ext cx="10753456" cy="470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816" tIns="49816" rIns="49816" bIns="49816" numCol="1" spcCol="1270" anchor="ctr" anchorCtr="0">
          <a:noAutofit/>
        </a:bodyPr>
        <a:lstStyle/>
        <a:p>
          <a:pPr marL="0" lvl="0" indent="0" algn="l" defTabSz="711200">
            <a:lnSpc>
              <a:spcPct val="100000"/>
            </a:lnSpc>
            <a:spcBef>
              <a:spcPct val="0"/>
            </a:spcBef>
            <a:spcAft>
              <a:spcPct val="35000"/>
            </a:spcAft>
            <a:buNone/>
          </a:pPr>
          <a:r>
            <a:rPr lang="en-US" sz="1600" b="1" kern="1200" dirty="0">
              <a:latin typeface="Aptos"/>
            </a:rPr>
            <a:t>Literature Survey</a:t>
          </a:r>
          <a:endParaRPr lang="en-US" sz="1600" kern="1200" dirty="0">
            <a:latin typeface="Aptos"/>
          </a:endParaRPr>
        </a:p>
      </dsp:txBody>
      <dsp:txXfrm>
        <a:off x="543661" y="1765695"/>
        <a:ext cx="10753456" cy="470702"/>
      </dsp:txXfrm>
    </dsp:sp>
    <dsp:sp modelId="{B39BA493-9454-4BB3-833F-C63042AA8191}">
      <dsp:nvSpPr>
        <dsp:cNvPr id="0" name=""/>
        <dsp:cNvSpPr/>
      </dsp:nvSpPr>
      <dsp:spPr>
        <a:xfrm>
          <a:off x="0" y="2354073"/>
          <a:ext cx="11297118" cy="470702"/>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8BC130-23B3-4C9B-9066-A568A97E076D}">
      <dsp:nvSpPr>
        <dsp:cNvPr id="0" name=""/>
        <dsp:cNvSpPr/>
      </dsp:nvSpPr>
      <dsp:spPr>
        <a:xfrm>
          <a:off x="142387" y="2459981"/>
          <a:ext cx="258886" cy="25888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EDFCD69-BD17-4EC0-8E3F-E58DDBC5D8D7}">
      <dsp:nvSpPr>
        <dsp:cNvPr id="0" name=""/>
        <dsp:cNvSpPr/>
      </dsp:nvSpPr>
      <dsp:spPr>
        <a:xfrm>
          <a:off x="543661" y="2354073"/>
          <a:ext cx="10753456" cy="470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816" tIns="49816" rIns="49816" bIns="49816" numCol="1" spcCol="1270" anchor="ctr" anchorCtr="0">
          <a:noAutofit/>
        </a:bodyPr>
        <a:lstStyle/>
        <a:p>
          <a:pPr marL="0" lvl="0" indent="0" algn="l" defTabSz="711200">
            <a:lnSpc>
              <a:spcPct val="100000"/>
            </a:lnSpc>
            <a:spcBef>
              <a:spcPct val="0"/>
            </a:spcBef>
            <a:spcAft>
              <a:spcPct val="35000"/>
            </a:spcAft>
            <a:buNone/>
          </a:pPr>
          <a:r>
            <a:rPr lang="en-US" sz="1600" b="1" kern="1200" dirty="0">
              <a:latin typeface="Aptos"/>
            </a:rPr>
            <a:t>Dataset</a:t>
          </a:r>
        </a:p>
      </dsp:txBody>
      <dsp:txXfrm>
        <a:off x="543661" y="2354073"/>
        <a:ext cx="10753456" cy="470702"/>
      </dsp:txXfrm>
    </dsp:sp>
    <dsp:sp modelId="{B268967B-F0AA-4617-A15F-7D7B5662FAFA}">
      <dsp:nvSpPr>
        <dsp:cNvPr id="0" name=""/>
        <dsp:cNvSpPr/>
      </dsp:nvSpPr>
      <dsp:spPr>
        <a:xfrm>
          <a:off x="0" y="2942452"/>
          <a:ext cx="11297118" cy="470702"/>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C90FE9-8419-4E0E-89A4-ACF1379633C3}">
      <dsp:nvSpPr>
        <dsp:cNvPr id="0" name=""/>
        <dsp:cNvSpPr/>
      </dsp:nvSpPr>
      <dsp:spPr>
        <a:xfrm>
          <a:off x="142387" y="3048360"/>
          <a:ext cx="258886" cy="258886"/>
        </a:xfrm>
        <a:prstGeom prst="rect">
          <a:avLst/>
        </a:prstGeom>
        <a:blipFill>
          <a:blip xmlns:r="http://schemas.openxmlformats.org/officeDocument/2006/relationships" r:embed="rId11">
            <a:extLst>
              <a:ext uri="{96DAC541-7B7A-43D3-8B79-37D633B846F1}">
                <asvg:svgBlip xmlns:asvg="http://schemas.microsoft.com/office/drawing/2016/SVG/main" r:embed="rId12"/>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F643D6-4C7F-46FF-80A2-C959280D52AA}">
      <dsp:nvSpPr>
        <dsp:cNvPr id="0" name=""/>
        <dsp:cNvSpPr/>
      </dsp:nvSpPr>
      <dsp:spPr>
        <a:xfrm>
          <a:off x="543661" y="2942452"/>
          <a:ext cx="10753456" cy="470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816" tIns="49816" rIns="49816" bIns="49816" numCol="1" spcCol="1270" anchor="ctr" anchorCtr="0">
          <a:noAutofit/>
        </a:bodyPr>
        <a:lstStyle/>
        <a:p>
          <a:pPr marL="0" lvl="0" indent="0" algn="l" defTabSz="711200">
            <a:lnSpc>
              <a:spcPct val="100000"/>
            </a:lnSpc>
            <a:spcBef>
              <a:spcPct val="0"/>
            </a:spcBef>
            <a:spcAft>
              <a:spcPct val="35000"/>
            </a:spcAft>
            <a:buNone/>
          </a:pPr>
          <a:r>
            <a:rPr lang="en-US" sz="1600" b="1" kern="1200" dirty="0">
              <a:latin typeface="Aptos"/>
            </a:rPr>
            <a:t>Experiments</a:t>
          </a:r>
        </a:p>
      </dsp:txBody>
      <dsp:txXfrm>
        <a:off x="543661" y="2942452"/>
        <a:ext cx="10753456" cy="470702"/>
      </dsp:txXfrm>
    </dsp:sp>
    <dsp:sp modelId="{9C320661-6F5B-4778-B77E-302AB72FF8D6}">
      <dsp:nvSpPr>
        <dsp:cNvPr id="0" name=""/>
        <dsp:cNvSpPr/>
      </dsp:nvSpPr>
      <dsp:spPr>
        <a:xfrm>
          <a:off x="0" y="3530830"/>
          <a:ext cx="11297118" cy="470702"/>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C02D84-78CF-48F8-9B7B-72FA32F66BD6}">
      <dsp:nvSpPr>
        <dsp:cNvPr id="0" name=""/>
        <dsp:cNvSpPr/>
      </dsp:nvSpPr>
      <dsp:spPr>
        <a:xfrm>
          <a:off x="142387" y="3636738"/>
          <a:ext cx="258886" cy="258886"/>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93A4CD-47EA-4B16-875C-57E31FA66237}">
      <dsp:nvSpPr>
        <dsp:cNvPr id="0" name=""/>
        <dsp:cNvSpPr/>
      </dsp:nvSpPr>
      <dsp:spPr>
        <a:xfrm>
          <a:off x="543661" y="3530830"/>
          <a:ext cx="10753456" cy="470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816" tIns="49816" rIns="49816" bIns="49816" numCol="1" spcCol="1270" anchor="ctr" anchorCtr="0">
          <a:noAutofit/>
        </a:bodyPr>
        <a:lstStyle/>
        <a:p>
          <a:pPr marL="0" lvl="0" indent="0" algn="l" defTabSz="711200">
            <a:lnSpc>
              <a:spcPct val="100000"/>
            </a:lnSpc>
            <a:spcBef>
              <a:spcPct val="0"/>
            </a:spcBef>
            <a:spcAft>
              <a:spcPct val="35000"/>
            </a:spcAft>
            <a:buNone/>
          </a:pPr>
          <a:r>
            <a:rPr lang="en-US" sz="1600" b="1" kern="1200" dirty="0">
              <a:latin typeface="Aptos"/>
            </a:rPr>
            <a:t>Experimental Results</a:t>
          </a:r>
          <a:endParaRPr lang="en-US" sz="1600" kern="1200" dirty="0">
            <a:latin typeface="Aptos"/>
          </a:endParaRPr>
        </a:p>
      </dsp:txBody>
      <dsp:txXfrm>
        <a:off x="543661" y="3530830"/>
        <a:ext cx="10753456" cy="470702"/>
      </dsp:txXfrm>
    </dsp:sp>
    <dsp:sp modelId="{75A15E96-410B-48B3-B1D3-CE9252274D9A}">
      <dsp:nvSpPr>
        <dsp:cNvPr id="0" name=""/>
        <dsp:cNvSpPr/>
      </dsp:nvSpPr>
      <dsp:spPr>
        <a:xfrm>
          <a:off x="0" y="4119208"/>
          <a:ext cx="11297118" cy="470702"/>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8BBA875-A0DC-4DE3-B028-D23FB63F1E19}">
      <dsp:nvSpPr>
        <dsp:cNvPr id="0" name=""/>
        <dsp:cNvSpPr/>
      </dsp:nvSpPr>
      <dsp:spPr>
        <a:xfrm>
          <a:off x="142387" y="4225117"/>
          <a:ext cx="258886" cy="258886"/>
        </a:xfrm>
        <a:prstGeom prst="rect">
          <a:avLst/>
        </a:prstGeom>
        <a:blipFill>
          <a:blip xmlns:r="http://schemas.openxmlformats.org/officeDocument/2006/relationships" r:embed="rId15">
            <a:extLst>
              <a:ext uri="{96DAC541-7B7A-43D3-8B79-37D633B846F1}">
                <asvg:svgBlip xmlns:asvg="http://schemas.microsoft.com/office/drawing/2016/SVG/main" r:embed="rId16"/>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1C0FDC8-FD0E-412C-A9B1-4AB325F3A343}">
      <dsp:nvSpPr>
        <dsp:cNvPr id="0" name=""/>
        <dsp:cNvSpPr/>
      </dsp:nvSpPr>
      <dsp:spPr>
        <a:xfrm>
          <a:off x="543661" y="4119208"/>
          <a:ext cx="10753456" cy="470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816" tIns="49816" rIns="49816" bIns="49816" numCol="1" spcCol="1270" anchor="ctr" anchorCtr="0">
          <a:noAutofit/>
        </a:bodyPr>
        <a:lstStyle/>
        <a:p>
          <a:pPr marL="0" lvl="0" indent="0" algn="l" defTabSz="711200">
            <a:lnSpc>
              <a:spcPct val="100000"/>
            </a:lnSpc>
            <a:spcBef>
              <a:spcPct val="0"/>
            </a:spcBef>
            <a:spcAft>
              <a:spcPct val="35000"/>
            </a:spcAft>
            <a:buNone/>
          </a:pPr>
          <a:r>
            <a:rPr lang="en-US" sz="1600" b="1" kern="1200" dirty="0">
              <a:latin typeface="Aptos"/>
            </a:rPr>
            <a:t>Conclusion and Future Work</a:t>
          </a:r>
          <a:endParaRPr lang="en-US" sz="1600" kern="1200" dirty="0">
            <a:latin typeface="Aptos"/>
          </a:endParaRPr>
        </a:p>
      </dsp:txBody>
      <dsp:txXfrm>
        <a:off x="543661" y="4119208"/>
        <a:ext cx="10753456" cy="4707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925633-8E96-49BA-A645-888C4A4FFBDD}">
      <dsp:nvSpPr>
        <dsp:cNvPr id="0" name=""/>
        <dsp:cNvSpPr/>
      </dsp:nvSpPr>
      <dsp:spPr>
        <a:xfrm>
          <a:off x="5742" y="987345"/>
          <a:ext cx="1342431" cy="1342431"/>
        </a:xfrm>
        <a:prstGeom prst="roundRect">
          <a:avLst>
            <a:gd name="adj" fmla="val 10000"/>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14C817E-6715-453B-9AC4-C3A92F29CD15}">
      <dsp:nvSpPr>
        <dsp:cNvPr id="0" name=""/>
        <dsp:cNvSpPr/>
      </dsp:nvSpPr>
      <dsp:spPr>
        <a:xfrm>
          <a:off x="224277" y="1792804"/>
          <a:ext cx="1342431" cy="1342431"/>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CA" sz="1900" kern="1200" dirty="0"/>
            <a:t>Sensor Data</a:t>
          </a:r>
        </a:p>
      </dsp:txBody>
      <dsp:txXfrm>
        <a:off x="263595" y="1832122"/>
        <a:ext cx="1263795" cy="1263795"/>
      </dsp:txXfrm>
    </dsp:sp>
    <dsp:sp modelId="{6A432240-50A7-4865-80E9-8892A87AC789}">
      <dsp:nvSpPr>
        <dsp:cNvPr id="0" name=""/>
        <dsp:cNvSpPr/>
      </dsp:nvSpPr>
      <dsp:spPr>
        <a:xfrm>
          <a:off x="1606755" y="1497277"/>
          <a:ext cx="258581" cy="322567"/>
        </a:xfrm>
        <a:prstGeom prst="rightArrow">
          <a:avLst>
            <a:gd name="adj1" fmla="val 60000"/>
            <a:gd name="adj2" fmla="val 50000"/>
          </a:avLst>
        </a:prstGeom>
        <a:solidFill>
          <a:schemeClr val="accent5">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CA" sz="1300" kern="1200"/>
        </a:p>
      </dsp:txBody>
      <dsp:txXfrm>
        <a:off x="1606755" y="1561790"/>
        <a:ext cx="181007" cy="193541"/>
      </dsp:txXfrm>
    </dsp:sp>
    <dsp:sp modelId="{B98E7425-A1C8-4564-8325-46CB21936C1E}">
      <dsp:nvSpPr>
        <dsp:cNvPr id="0" name=""/>
        <dsp:cNvSpPr/>
      </dsp:nvSpPr>
      <dsp:spPr>
        <a:xfrm>
          <a:off x="2086978" y="987345"/>
          <a:ext cx="1342431" cy="1342431"/>
        </a:xfrm>
        <a:prstGeom prst="roundRect">
          <a:avLst>
            <a:gd name="adj" fmla="val 10000"/>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914840E-CA9A-4A2F-94DF-F21BBC8F761E}">
      <dsp:nvSpPr>
        <dsp:cNvPr id="0" name=""/>
        <dsp:cNvSpPr/>
      </dsp:nvSpPr>
      <dsp:spPr>
        <a:xfrm>
          <a:off x="2305514" y="1792804"/>
          <a:ext cx="1342431" cy="1342431"/>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CA" sz="1900" kern="1200" dirty="0"/>
            <a:t>Attacker Inject False Data</a:t>
          </a:r>
        </a:p>
      </dsp:txBody>
      <dsp:txXfrm>
        <a:off x="2344832" y="1832122"/>
        <a:ext cx="1263795" cy="1263795"/>
      </dsp:txXfrm>
    </dsp:sp>
    <dsp:sp modelId="{EBB67B98-AE67-407C-833F-5257A0157773}">
      <dsp:nvSpPr>
        <dsp:cNvPr id="0" name=""/>
        <dsp:cNvSpPr/>
      </dsp:nvSpPr>
      <dsp:spPr>
        <a:xfrm>
          <a:off x="3687992" y="1497277"/>
          <a:ext cx="258581" cy="322567"/>
        </a:xfrm>
        <a:prstGeom prst="rightArrow">
          <a:avLst>
            <a:gd name="adj1" fmla="val 60000"/>
            <a:gd name="adj2" fmla="val 50000"/>
          </a:avLst>
        </a:prstGeom>
        <a:solidFill>
          <a:schemeClr val="accent5">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CA" sz="1300" kern="1200"/>
        </a:p>
      </dsp:txBody>
      <dsp:txXfrm>
        <a:off x="3687992" y="1561790"/>
        <a:ext cx="181007" cy="193541"/>
      </dsp:txXfrm>
    </dsp:sp>
    <dsp:sp modelId="{2ABE1B72-233C-4B3C-8201-E48DFF396EB0}">
      <dsp:nvSpPr>
        <dsp:cNvPr id="0" name=""/>
        <dsp:cNvSpPr/>
      </dsp:nvSpPr>
      <dsp:spPr>
        <a:xfrm>
          <a:off x="4168215" y="987345"/>
          <a:ext cx="1342431" cy="1342431"/>
        </a:xfrm>
        <a:prstGeom prst="roundRect">
          <a:avLst>
            <a:gd name="adj" fmla="val 10000"/>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82F02AD-B7AE-4D00-B465-FDD408B61233}">
      <dsp:nvSpPr>
        <dsp:cNvPr id="0" name=""/>
        <dsp:cNvSpPr/>
      </dsp:nvSpPr>
      <dsp:spPr>
        <a:xfrm>
          <a:off x="4386751" y="1792804"/>
          <a:ext cx="1342431" cy="1342431"/>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CA" sz="1900" kern="1200" dirty="0"/>
            <a:t>Control Center</a:t>
          </a:r>
        </a:p>
      </dsp:txBody>
      <dsp:txXfrm>
        <a:off x="4426069" y="1832122"/>
        <a:ext cx="1263795" cy="1263795"/>
      </dsp:txXfrm>
    </dsp:sp>
    <dsp:sp modelId="{975F7800-A8BE-44B5-B068-9047C167F09A}">
      <dsp:nvSpPr>
        <dsp:cNvPr id="0" name=""/>
        <dsp:cNvSpPr/>
      </dsp:nvSpPr>
      <dsp:spPr>
        <a:xfrm>
          <a:off x="5769228" y="1497277"/>
          <a:ext cx="258581" cy="322567"/>
        </a:xfrm>
        <a:prstGeom prst="rightArrow">
          <a:avLst>
            <a:gd name="adj1" fmla="val 60000"/>
            <a:gd name="adj2" fmla="val 50000"/>
          </a:avLst>
        </a:prstGeom>
        <a:solidFill>
          <a:schemeClr val="accent5">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CA" sz="1300" kern="1200"/>
        </a:p>
      </dsp:txBody>
      <dsp:txXfrm>
        <a:off x="5769228" y="1561790"/>
        <a:ext cx="181007" cy="193541"/>
      </dsp:txXfrm>
    </dsp:sp>
    <dsp:sp modelId="{560EF023-3541-4A26-AB99-BDCB06DFE9BB}">
      <dsp:nvSpPr>
        <dsp:cNvPr id="0" name=""/>
        <dsp:cNvSpPr/>
      </dsp:nvSpPr>
      <dsp:spPr>
        <a:xfrm>
          <a:off x="6249452" y="987345"/>
          <a:ext cx="1342431" cy="1342431"/>
        </a:xfrm>
        <a:prstGeom prst="roundRect">
          <a:avLst>
            <a:gd name="adj" fmla="val 10000"/>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93D8955-0478-4E61-93FA-43B1D4D11712}">
      <dsp:nvSpPr>
        <dsp:cNvPr id="0" name=""/>
        <dsp:cNvSpPr/>
      </dsp:nvSpPr>
      <dsp:spPr>
        <a:xfrm>
          <a:off x="6467987" y="1792804"/>
          <a:ext cx="1342431" cy="1342431"/>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CA" sz="1900" kern="1200" dirty="0"/>
            <a:t>Wrong Decision</a:t>
          </a:r>
        </a:p>
      </dsp:txBody>
      <dsp:txXfrm>
        <a:off x="6507305" y="1832122"/>
        <a:ext cx="1263795" cy="1263795"/>
      </dsp:txXfrm>
    </dsp:sp>
    <dsp:sp modelId="{661C97DC-DFFD-45F9-A277-3878B345206B}">
      <dsp:nvSpPr>
        <dsp:cNvPr id="0" name=""/>
        <dsp:cNvSpPr/>
      </dsp:nvSpPr>
      <dsp:spPr>
        <a:xfrm>
          <a:off x="7850465" y="1497277"/>
          <a:ext cx="258581" cy="322567"/>
        </a:xfrm>
        <a:prstGeom prst="rightArrow">
          <a:avLst>
            <a:gd name="adj1" fmla="val 60000"/>
            <a:gd name="adj2" fmla="val 50000"/>
          </a:avLst>
        </a:prstGeom>
        <a:solidFill>
          <a:schemeClr val="accent5">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CA" sz="1300" kern="1200"/>
        </a:p>
      </dsp:txBody>
      <dsp:txXfrm>
        <a:off x="7850465" y="1561790"/>
        <a:ext cx="181007" cy="193541"/>
      </dsp:txXfrm>
    </dsp:sp>
    <dsp:sp modelId="{E42592B1-03FD-45D6-BFED-E96E05A596B8}">
      <dsp:nvSpPr>
        <dsp:cNvPr id="0" name=""/>
        <dsp:cNvSpPr/>
      </dsp:nvSpPr>
      <dsp:spPr>
        <a:xfrm>
          <a:off x="8330689" y="987345"/>
          <a:ext cx="1342431" cy="1342431"/>
        </a:xfrm>
        <a:prstGeom prst="roundRect">
          <a:avLst>
            <a:gd name="adj" fmla="val 10000"/>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061FBC9-CCF8-4BF3-A63F-643F2FB7A235}">
      <dsp:nvSpPr>
        <dsp:cNvPr id="0" name=""/>
        <dsp:cNvSpPr/>
      </dsp:nvSpPr>
      <dsp:spPr>
        <a:xfrm>
          <a:off x="8549224" y="1792804"/>
          <a:ext cx="1342431" cy="1342431"/>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CA" sz="1900" kern="1200"/>
            <a:t>System Blackout</a:t>
          </a:r>
          <a:endParaRPr lang="en-CA" sz="1900" kern="1200" dirty="0"/>
        </a:p>
      </dsp:txBody>
      <dsp:txXfrm>
        <a:off x="8588542" y="1832122"/>
        <a:ext cx="1263795" cy="126379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D309EE-0F9B-49FF-BD71-0AEED660CE1B}">
      <dsp:nvSpPr>
        <dsp:cNvPr id="0" name=""/>
        <dsp:cNvSpPr/>
      </dsp:nvSpPr>
      <dsp:spPr>
        <a:xfrm>
          <a:off x="3060" y="72188"/>
          <a:ext cx="2983584" cy="808548"/>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CA" sz="2200" b="1" kern="1200" dirty="0"/>
            <a:t>High Feature Dimensionality</a:t>
          </a:r>
        </a:p>
      </dsp:txBody>
      <dsp:txXfrm>
        <a:off x="3060" y="72188"/>
        <a:ext cx="2983584" cy="808548"/>
      </dsp:txXfrm>
    </dsp:sp>
    <dsp:sp modelId="{365D8B80-D82E-41A0-BF34-D562F24F0729}">
      <dsp:nvSpPr>
        <dsp:cNvPr id="0" name=""/>
        <dsp:cNvSpPr/>
      </dsp:nvSpPr>
      <dsp:spPr>
        <a:xfrm>
          <a:off x="3060" y="880737"/>
          <a:ext cx="2983584" cy="3502619"/>
        </a:xfrm>
        <a:prstGeom prst="rect">
          <a:avLst/>
        </a:prstGeom>
        <a:solidFill>
          <a:schemeClr val="accent5">
            <a:alpha val="90000"/>
            <a:tint val="40000"/>
            <a:hueOff val="0"/>
            <a:satOff val="0"/>
            <a:lumOff val="0"/>
            <a:alphaOff val="0"/>
          </a:schemeClr>
        </a:solidFill>
        <a:ln w="19050" cap="flat" cmpd="sng" algn="ctr">
          <a:solidFill>
            <a:schemeClr val="accent5">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Font typeface="Arial" panose="020B0604020202020204" pitchFamily="34" charset="0"/>
            <a:buChar char="•"/>
          </a:pPr>
          <a:r>
            <a:rPr lang="en-US" sz="2200" kern="1200" dirty="0"/>
            <a:t>SCADA systems generate large numbers of features</a:t>
          </a:r>
          <a:endParaRPr lang="en-CA" sz="2200" kern="1200" dirty="0"/>
        </a:p>
        <a:p>
          <a:pPr marL="228600" lvl="1" indent="-228600" algn="l" defTabSz="977900">
            <a:lnSpc>
              <a:spcPct val="90000"/>
            </a:lnSpc>
            <a:spcBef>
              <a:spcPct val="0"/>
            </a:spcBef>
            <a:spcAft>
              <a:spcPct val="15000"/>
            </a:spcAft>
            <a:buFont typeface="Arial" panose="020B0604020202020204" pitchFamily="34" charset="0"/>
            <a:buChar char="•"/>
          </a:pPr>
          <a:r>
            <a:rPr lang="en-US" sz="2200" kern="1200" dirty="0"/>
            <a:t>Many features are redundant or highly correlated</a:t>
          </a:r>
          <a:endParaRPr lang="en-CA" sz="2200" kern="1200" dirty="0"/>
        </a:p>
        <a:p>
          <a:pPr marL="228600" lvl="1" indent="-228600" algn="l" defTabSz="977900">
            <a:lnSpc>
              <a:spcPct val="90000"/>
            </a:lnSpc>
            <a:spcBef>
              <a:spcPct val="0"/>
            </a:spcBef>
            <a:spcAft>
              <a:spcPct val="15000"/>
            </a:spcAft>
            <a:buFont typeface="Arial" panose="020B0604020202020204" pitchFamily="34" charset="0"/>
            <a:buChar char="•"/>
          </a:pPr>
          <a:r>
            <a:rPr lang="en-US" sz="2200" kern="1200" dirty="0"/>
            <a:t>Increases computational cost and model complexity</a:t>
          </a:r>
          <a:endParaRPr lang="en-CA" sz="2200" kern="1200" dirty="0"/>
        </a:p>
      </dsp:txBody>
      <dsp:txXfrm>
        <a:off x="3060" y="880737"/>
        <a:ext cx="2983584" cy="3502619"/>
      </dsp:txXfrm>
    </dsp:sp>
    <dsp:sp modelId="{D2F5A2B7-9AD5-4577-9C72-9877072EFA00}">
      <dsp:nvSpPr>
        <dsp:cNvPr id="0" name=""/>
        <dsp:cNvSpPr/>
      </dsp:nvSpPr>
      <dsp:spPr>
        <a:xfrm>
          <a:off x="3404346" y="72188"/>
          <a:ext cx="2983584" cy="808548"/>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CA" sz="2200" b="1" kern="1200" dirty="0"/>
            <a:t>Lack of Explainability</a:t>
          </a:r>
        </a:p>
      </dsp:txBody>
      <dsp:txXfrm>
        <a:off x="3404346" y="72188"/>
        <a:ext cx="2983584" cy="808548"/>
      </dsp:txXfrm>
    </dsp:sp>
    <dsp:sp modelId="{AA132AFA-B2A7-4709-A220-35186E706990}">
      <dsp:nvSpPr>
        <dsp:cNvPr id="0" name=""/>
        <dsp:cNvSpPr/>
      </dsp:nvSpPr>
      <dsp:spPr>
        <a:xfrm>
          <a:off x="3404346" y="880737"/>
          <a:ext cx="2983584" cy="3502619"/>
        </a:xfrm>
        <a:prstGeom prst="rect">
          <a:avLst/>
        </a:prstGeom>
        <a:solidFill>
          <a:schemeClr val="accent5">
            <a:alpha val="90000"/>
            <a:tint val="40000"/>
            <a:hueOff val="0"/>
            <a:satOff val="0"/>
            <a:lumOff val="0"/>
            <a:alphaOff val="0"/>
          </a:schemeClr>
        </a:solidFill>
        <a:ln w="19050" cap="flat" cmpd="sng" algn="ctr">
          <a:solidFill>
            <a:schemeClr val="accent5">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Font typeface="Arial" panose="020B0604020202020204" pitchFamily="34" charset="0"/>
            <a:buChar char="•"/>
          </a:pPr>
          <a:r>
            <a:rPr lang="en-US" sz="2200" kern="1200" dirty="0"/>
            <a:t>Most models act as black boxes</a:t>
          </a:r>
          <a:endParaRPr lang="en-CA" sz="2200" kern="1200" dirty="0"/>
        </a:p>
        <a:p>
          <a:pPr marL="228600" lvl="1" indent="-228600" algn="l" defTabSz="977900">
            <a:lnSpc>
              <a:spcPct val="90000"/>
            </a:lnSpc>
            <a:spcBef>
              <a:spcPct val="0"/>
            </a:spcBef>
            <a:spcAft>
              <a:spcPct val="15000"/>
            </a:spcAft>
            <a:buFont typeface="Arial" panose="020B0604020202020204" pitchFamily="34" charset="0"/>
            <a:buChar char="•"/>
          </a:pPr>
          <a:r>
            <a:rPr lang="en-US" sz="2200" kern="1200" dirty="0"/>
            <a:t>Difficult to understand which features influence decisions</a:t>
          </a:r>
          <a:endParaRPr lang="en-CA" sz="2200" kern="1200" dirty="0"/>
        </a:p>
        <a:p>
          <a:pPr marL="228600" lvl="1" indent="-228600" algn="l" defTabSz="977900">
            <a:lnSpc>
              <a:spcPct val="90000"/>
            </a:lnSpc>
            <a:spcBef>
              <a:spcPct val="0"/>
            </a:spcBef>
            <a:spcAft>
              <a:spcPct val="15000"/>
            </a:spcAft>
            <a:buFont typeface="Arial" panose="020B0604020202020204" pitchFamily="34" charset="0"/>
            <a:buChar char="•"/>
          </a:pPr>
          <a:r>
            <a:rPr lang="en-US" sz="2200" kern="1200" dirty="0"/>
            <a:t>Limits trust in real-world deployment</a:t>
          </a:r>
          <a:endParaRPr lang="en-CA" sz="2200" kern="1200" dirty="0"/>
        </a:p>
      </dsp:txBody>
      <dsp:txXfrm>
        <a:off x="3404346" y="880737"/>
        <a:ext cx="2983584" cy="3502619"/>
      </dsp:txXfrm>
    </dsp:sp>
    <dsp:sp modelId="{ED9C6602-6DF6-47AE-B80A-2DEFEF1F2DBC}">
      <dsp:nvSpPr>
        <dsp:cNvPr id="0" name=""/>
        <dsp:cNvSpPr/>
      </dsp:nvSpPr>
      <dsp:spPr>
        <a:xfrm>
          <a:off x="6805632" y="72188"/>
          <a:ext cx="2983584" cy="808548"/>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CA" sz="2200" b="1" kern="1200" dirty="0"/>
            <a:t>Lack of Optimization</a:t>
          </a:r>
        </a:p>
      </dsp:txBody>
      <dsp:txXfrm>
        <a:off x="6805632" y="72188"/>
        <a:ext cx="2983584" cy="808548"/>
      </dsp:txXfrm>
    </dsp:sp>
    <dsp:sp modelId="{6993E70A-4D00-476F-A630-811EB9721DE7}">
      <dsp:nvSpPr>
        <dsp:cNvPr id="0" name=""/>
        <dsp:cNvSpPr/>
      </dsp:nvSpPr>
      <dsp:spPr>
        <a:xfrm>
          <a:off x="6805632" y="880737"/>
          <a:ext cx="2983584" cy="3502619"/>
        </a:xfrm>
        <a:prstGeom prst="rect">
          <a:avLst/>
        </a:prstGeom>
        <a:solidFill>
          <a:schemeClr val="accent5">
            <a:alpha val="90000"/>
            <a:tint val="40000"/>
            <a:hueOff val="0"/>
            <a:satOff val="0"/>
            <a:lumOff val="0"/>
            <a:alphaOff val="0"/>
          </a:schemeClr>
        </a:solidFill>
        <a:ln w="19050" cap="flat" cmpd="sng" algn="ctr">
          <a:solidFill>
            <a:schemeClr val="accent5">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Font typeface="Arial" panose="020B0604020202020204" pitchFamily="34" charset="0"/>
            <a:buChar char="•"/>
          </a:pPr>
          <a:r>
            <a:rPr lang="en-US" sz="2200" kern="1200" dirty="0"/>
            <a:t>No systematic way to select optimal feature subset</a:t>
          </a:r>
          <a:endParaRPr lang="en-CA" sz="2200" kern="1200" dirty="0"/>
        </a:p>
        <a:p>
          <a:pPr marL="228600" lvl="1" indent="-228600" algn="l" defTabSz="977900">
            <a:lnSpc>
              <a:spcPct val="90000"/>
            </a:lnSpc>
            <a:spcBef>
              <a:spcPct val="0"/>
            </a:spcBef>
            <a:spcAft>
              <a:spcPct val="15000"/>
            </a:spcAft>
            <a:buFont typeface="Arial" panose="020B0604020202020204" pitchFamily="34" charset="0"/>
            <a:buChar char="•"/>
          </a:pPr>
          <a:r>
            <a:rPr lang="en-US" sz="2200" kern="1200" dirty="0"/>
            <a:t>Models may use unnecessary features</a:t>
          </a:r>
          <a:endParaRPr lang="en-CA" sz="2200" kern="1200" dirty="0"/>
        </a:p>
        <a:p>
          <a:pPr marL="228600" lvl="1" indent="-228600" algn="l" defTabSz="977900">
            <a:lnSpc>
              <a:spcPct val="90000"/>
            </a:lnSpc>
            <a:spcBef>
              <a:spcPct val="0"/>
            </a:spcBef>
            <a:spcAft>
              <a:spcPct val="15000"/>
            </a:spcAft>
            <a:buFont typeface="Arial" panose="020B0604020202020204" pitchFamily="34" charset="0"/>
            <a:buChar char="•"/>
          </a:pPr>
          <a:r>
            <a:rPr lang="en-US" sz="2200" kern="1200" dirty="0"/>
            <a:t>Leads to inefficiency without performance gain</a:t>
          </a:r>
          <a:endParaRPr lang="en-CA" sz="2200" kern="1200" dirty="0"/>
        </a:p>
      </dsp:txBody>
      <dsp:txXfrm>
        <a:off x="6805632" y="880737"/>
        <a:ext cx="2983584" cy="350261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DDC18D-4815-409B-AD3A-A80748FC0562}">
      <dsp:nvSpPr>
        <dsp:cNvPr id="0" name=""/>
        <dsp:cNvSpPr/>
      </dsp:nvSpPr>
      <dsp:spPr>
        <a:xfrm>
          <a:off x="0" y="560"/>
          <a:ext cx="11569729" cy="1312570"/>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D40DE6-ED9F-41AE-824D-6719D3BE26A0}">
      <dsp:nvSpPr>
        <dsp:cNvPr id="0" name=""/>
        <dsp:cNvSpPr/>
      </dsp:nvSpPr>
      <dsp:spPr>
        <a:xfrm>
          <a:off x="397052" y="295889"/>
          <a:ext cx="721913" cy="721913"/>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F150277-B266-486E-91B4-DDC448CBF19B}">
      <dsp:nvSpPr>
        <dsp:cNvPr id="0" name=""/>
        <dsp:cNvSpPr/>
      </dsp:nvSpPr>
      <dsp:spPr>
        <a:xfrm>
          <a:off x="1516018" y="560"/>
          <a:ext cx="10053710" cy="1312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914" tIns="138914" rIns="138914" bIns="138914" numCol="1" spcCol="1270" anchor="ctr" anchorCtr="0">
          <a:noAutofit/>
        </a:bodyPr>
        <a:lstStyle/>
        <a:p>
          <a:pPr marL="0" lvl="0" indent="0" algn="l" defTabSz="933450">
            <a:lnSpc>
              <a:spcPct val="100000"/>
            </a:lnSpc>
            <a:spcBef>
              <a:spcPct val="0"/>
            </a:spcBef>
            <a:spcAft>
              <a:spcPct val="35000"/>
            </a:spcAft>
            <a:buNone/>
          </a:pPr>
          <a:r>
            <a:rPr lang="en-US" sz="2100" b="1" kern="1200" dirty="0"/>
            <a:t>Problem: </a:t>
          </a:r>
          <a:r>
            <a:rPr lang="en-US" sz="2100" kern="1200" dirty="0"/>
            <a:t>Machine learning models often work like a “black box,” meaning we don’t clearly understand how they make decisions. This becomes a problem when we need to trust the model, especially in critical applications.</a:t>
          </a:r>
        </a:p>
      </dsp:txBody>
      <dsp:txXfrm>
        <a:off x="1516018" y="560"/>
        <a:ext cx="10053710" cy="1312570"/>
      </dsp:txXfrm>
    </dsp:sp>
    <dsp:sp modelId="{A1B627F9-0468-4E2A-9DA3-91D9D1FC4C58}">
      <dsp:nvSpPr>
        <dsp:cNvPr id="0" name=""/>
        <dsp:cNvSpPr/>
      </dsp:nvSpPr>
      <dsp:spPr>
        <a:xfrm>
          <a:off x="0" y="1683315"/>
          <a:ext cx="11569729" cy="1312570"/>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684DDE-32C6-4695-BBC5-9BADFC15A82E}">
      <dsp:nvSpPr>
        <dsp:cNvPr id="0" name=""/>
        <dsp:cNvSpPr/>
      </dsp:nvSpPr>
      <dsp:spPr>
        <a:xfrm>
          <a:off x="397052" y="1936601"/>
          <a:ext cx="721913" cy="721913"/>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B1898E-C2F4-4820-BC26-16214F1F593C}">
      <dsp:nvSpPr>
        <dsp:cNvPr id="0" name=""/>
        <dsp:cNvSpPr/>
      </dsp:nvSpPr>
      <dsp:spPr>
        <a:xfrm>
          <a:off x="1516018" y="1641273"/>
          <a:ext cx="10053710" cy="1312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914" tIns="138914" rIns="138914" bIns="138914" numCol="1" spcCol="1270" anchor="ctr" anchorCtr="0">
          <a:noAutofit/>
        </a:bodyPr>
        <a:lstStyle/>
        <a:p>
          <a:pPr marL="0" lvl="0" indent="0" algn="l" defTabSz="933450">
            <a:lnSpc>
              <a:spcPct val="100000"/>
            </a:lnSpc>
            <a:spcBef>
              <a:spcPct val="0"/>
            </a:spcBef>
            <a:spcAft>
              <a:spcPct val="35000"/>
            </a:spcAft>
            <a:buNone/>
          </a:pPr>
          <a:r>
            <a:rPr lang="en-US" sz="2100" b="1" kern="1200" dirty="0"/>
            <a:t>Limitations</a:t>
          </a:r>
          <a:r>
            <a:rPr lang="en-US" sz="2100" b="0" kern="1200" dirty="0"/>
            <a:t>: </a:t>
          </a:r>
          <a:r>
            <a:rPr lang="en-US" sz="2100" kern="1200" dirty="0"/>
            <a:t>Traditional models focus mainly on accuracy but ignore explainability, so we don’t know which features actually matter. Feature selection methods like WFI or SHAP individually may miss important relationships between features.</a:t>
          </a:r>
          <a:endParaRPr lang="en-US" sz="2100" b="0" kern="1200" dirty="0"/>
        </a:p>
      </dsp:txBody>
      <dsp:txXfrm>
        <a:off x="1516018" y="1641273"/>
        <a:ext cx="10053710" cy="1312570"/>
      </dsp:txXfrm>
    </dsp:sp>
    <dsp:sp modelId="{6C8872C5-B720-4F8B-BAB0-5459D7B90EF8}">
      <dsp:nvSpPr>
        <dsp:cNvPr id="0" name=""/>
        <dsp:cNvSpPr/>
      </dsp:nvSpPr>
      <dsp:spPr>
        <a:xfrm>
          <a:off x="0" y="3281986"/>
          <a:ext cx="11569729" cy="1312570"/>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7A197D1-A775-45F4-965A-03849BE4345F}">
      <dsp:nvSpPr>
        <dsp:cNvPr id="0" name=""/>
        <dsp:cNvSpPr/>
      </dsp:nvSpPr>
      <dsp:spPr>
        <a:xfrm>
          <a:off x="397052" y="3577314"/>
          <a:ext cx="721913" cy="721913"/>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2951B2-B4AE-446A-BE64-02059F394134}">
      <dsp:nvSpPr>
        <dsp:cNvPr id="0" name=""/>
        <dsp:cNvSpPr/>
      </dsp:nvSpPr>
      <dsp:spPr>
        <a:xfrm>
          <a:off x="1516018" y="3281986"/>
          <a:ext cx="10053710" cy="1312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914" tIns="138914" rIns="138914" bIns="138914" numCol="1" spcCol="1270" anchor="ctr" anchorCtr="0">
          <a:noAutofit/>
        </a:bodyPr>
        <a:lstStyle/>
        <a:p>
          <a:pPr marL="0" lvl="0" indent="0" algn="l" defTabSz="933450">
            <a:lnSpc>
              <a:spcPct val="100000"/>
            </a:lnSpc>
            <a:spcBef>
              <a:spcPct val="0"/>
            </a:spcBef>
            <a:spcAft>
              <a:spcPct val="35000"/>
            </a:spcAft>
            <a:buNone/>
          </a:pPr>
          <a:r>
            <a:rPr lang="en-CA" sz="2100" b="1" kern="1200" dirty="0"/>
            <a:t>Solution</a:t>
          </a:r>
          <a:r>
            <a:rPr lang="en-CA" sz="2100" kern="1200" dirty="0"/>
            <a:t>: </a:t>
          </a:r>
          <a:r>
            <a:rPr lang="en-US" sz="2100" kern="1200" dirty="0"/>
            <a:t>Using explainable and data-driven techniques can help identify key features and their relationships. This can improve both model performance and interpretability for better decision-making.</a:t>
          </a:r>
        </a:p>
      </dsp:txBody>
      <dsp:txXfrm>
        <a:off x="1516018" y="3281986"/>
        <a:ext cx="10053710" cy="131257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9F1A3F-CB47-4056-8AB9-E251A190FCBA}">
      <dsp:nvSpPr>
        <dsp:cNvPr id="0" name=""/>
        <dsp:cNvSpPr/>
      </dsp:nvSpPr>
      <dsp:spPr>
        <a:xfrm rot="5400000">
          <a:off x="5967774" y="-2444229"/>
          <a:ext cx="928193" cy="6053525"/>
        </a:xfrm>
        <a:prstGeom prst="round2Same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977900">
            <a:lnSpc>
              <a:spcPct val="90000"/>
            </a:lnSpc>
            <a:spcBef>
              <a:spcPct val="0"/>
            </a:spcBef>
            <a:spcAft>
              <a:spcPct val="15000"/>
            </a:spcAft>
            <a:buChar char="•"/>
          </a:pPr>
          <a:r>
            <a:rPr lang="en-US" sz="2200" kern="1200" dirty="0"/>
            <a:t>Models lack transparency, making it difficult to understand decision-making.</a:t>
          </a:r>
          <a:endParaRPr lang="en-CA" sz="2200" kern="1200" dirty="0"/>
        </a:p>
      </dsp:txBody>
      <dsp:txXfrm rot="-5400000">
        <a:off x="3405109" y="163747"/>
        <a:ext cx="6008214" cy="837571"/>
      </dsp:txXfrm>
    </dsp:sp>
    <dsp:sp modelId="{9DD17C91-95F7-460D-B43D-DD75ABA69B0E}">
      <dsp:nvSpPr>
        <dsp:cNvPr id="0" name=""/>
        <dsp:cNvSpPr/>
      </dsp:nvSpPr>
      <dsp:spPr>
        <a:xfrm>
          <a:off x="0" y="2412"/>
          <a:ext cx="3405108" cy="116024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CA" sz="2400" b="1" kern="1200" dirty="0"/>
            <a:t>Black-Box</a:t>
          </a:r>
          <a:r>
            <a:rPr lang="en-CA" sz="2400" kern="1200" dirty="0"/>
            <a:t> </a:t>
          </a:r>
          <a:r>
            <a:rPr lang="en-CA" sz="2400" b="1" kern="1200" dirty="0"/>
            <a:t>Models</a:t>
          </a:r>
        </a:p>
      </dsp:txBody>
      <dsp:txXfrm>
        <a:off x="56638" y="59050"/>
        <a:ext cx="3291832" cy="1046965"/>
      </dsp:txXfrm>
    </dsp:sp>
    <dsp:sp modelId="{53B8FD93-74E8-4BAB-A095-14D58F59B5EE}">
      <dsp:nvSpPr>
        <dsp:cNvPr id="0" name=""/>
        <dsp:cNvSpPr/>
      </dsp:nvSpPr>
      <dsp:spPr>
        <a:xfrm rot="5400000">
          <a:off x="5967774" y="-1225975"/>
          <a:ext cx="928193" cy="6053525"/>
        </a:xfrm>
        <a:prstGeom prst="round2Same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977900">
            <a:lnSpc>
              <a:spcPct val="90000"/>
            </a:lnSpc>
            <a:spcBef>
              <a:spcPct val="0"/>
            </a:spcBef>
            <a:spcAft>
              <a:spcPct val="15000"/>
            </a:spcAft>
            <a:buChar char="•"/>
          </a:pPr>
          <a:r>
            <a:rPr lang="en-US" sz="2200" kern="1200" dirty="0"/>
            <a:t>Many SCADA features carry similar information, increasing redundancy.</a:t>
          </a:r>
          <a:endParaRPr lang="en-CA" sz="2200" kern="1200" dirty="0"/>
        </a:p>
      </dsp:txBody>
      <dsp:txXfrm rot="-5400000">
        <a:off x="3405109" y="1382001"/>
        <a:ext cx="6008214" cy="837571"/>
      </dsp:txXfrm>
    </dsp:sp>
    <dsp:sp modelId="{0AED009A-C1FB-4FC0-A90A-9AEC4BC40D21}">
      <dsp:nvSpPr>
        <dsp:cNvPr id="0" name=""/>
        <dsp:cNvSpPr/>
      </dsp:nvSpPr>
      <dsp:spPr>
        <a:xfrm>
          <a:off x="0" y="1220666"/>
          <a:ext cx="3405108" cy="1160241"/>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CA" sz="2400" b="1" kern="1200" dirty="0"/>
            <a:t>Redundant &amp; Correlated Features</a:t>
          </a:r>
        </a:p>
      </dsp:txBody>
      <dsp:txXfrm>
        <a:off x="56638" y="1277304"/>
        <a:ext cx="3291832" cy="1046965"/>
      </dsp:txXfrm>
    </dsp:sp>
    <dsp:sp modelId="{8AFA970C-BF5B-4AC0-857E-21B05C154587}">
      <dsp:nvSpPr>
        <dsp:cNvPr id="0" name=""/>
        <dsp:cNvSpPr/>
      </dsp:nvSpPr>
      <dsp:spPr>
        <a:xfrm rot="5400000">
          <a:off x="5967774" y="-7721"/>
          <a:ext cx="928193" cy="6053525"/>
        </a:xfrm>
        <a:prstGeom prst="round2SameRect">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977900">
            <a:lnSpc>
              <a:spcPct val="90000"/>
            </a:lnSpc>
            <a:spcBef>
              <a:spcPct val="0"/>
            </a:spcBef>
            <a:spcAft>
              <a:spcPct val="15000"/>
            </a:spcAft>
            <a:buChar char="•"/>
          </a:pPr>
          <a:r>
            <a:rPr lang="en-CA" sz="2200" kern="1200" dirty="0"/>
            <a:t>More feature       Higher risk of overfitting and noise</a:t>
          </a:r>
        </a:p>
      </dsp:txBody>
      <dsp:txXfrm rot="-5400000">
        <a:off x="3405109" y="2600256"/>
        <a:ext cx="6008214" cy="837571"/>
      </dsp:txXfrm>
    </dsp:sp>
    <dsp:sp modelId="{381EEE77-8BD9-4431-9817-3E862189984C}">
      <dsp:nvSpPr>
        <dsp:cNvPr id="0" name=""/>
        <dsp:cNvSpPr/>
      </dsp:nvSpPr>
      <dsp:spPr>
        <a:xfrm>
          <a:off x="0" y="2438920"/>
          <a:ext cx="3405108" cy="1160241"/>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CA" sz="2400" b="1" kern="1200" dirty="0"/>
            <a:t>High Dimensional Scada Data</a:t>
          </a:r>
        </a:p>
      </dsp:txBody>
      <dsp:txXfrm>
        <a:off x="56638" y="2495558"/>
        <a:ext cx="3291832" cy="1046965"/>
      </dsp:txXfrm>
    </dsp:sp>
    <dsp:sp modelId="{42970D9A-BF67-4989-9D9A-50DCE86139DA}">
      <dsp:nvSpPr>
        <dsp:cNvPr id="0" name=""/>
        <dsp:cNvSpPr/>
      </dsp:nvSpPr>
      <dsp:spPr>
        <a:xfrm rot="5400000">
          <a:off x="5967774" y="1210531"/>
          <a:ext cx="928193" cy="6053525"/>
        </a:xfrm>
        <a:prstGeom prst="round2Same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977900">
            <a:lnSpc>
              <a:spcPct val="90000"/>
            </a:lnSpc>
            <a:spcBef>
              <a:spcPct val="0"/>
            </a:spcBef>
            <a:spcAft>
              <a:spcPct val="15000"/>
            </a:spcAft>
            <a:buChar char="•"/>
          </a:pPr>
          <a:r>
            <a:rPr lang="en-US" sz="2200" kern="1200" dirty="0"/>
            <a:t>Traditional methods fail to capture relationships between features.</a:t>
          </a:r>
          <a:endParaRPr lang="en-CA" sz="2200" kern="1200" dirty="0"/>
        </a:p>
      </dsp:txBody>
      <dsp:txXfrm rot="-5400000">
        <a:off x="3405109" y="3818508"/>
        <a:ext cx="6008214" cy="837571"/>
      </dsp:txXfrm>
    </dsp:sp>
    <dsp:sp modelId="{BC7E7BDE-56BE-4795-B812-A1245ECD069B}">
      <dsp:nvSpPr>
        <dsp:cNvPr id="0" name=""/>
        <dsp:cNvSpPr/>
      </dsp:nvSpPr>
      <dsp:spPr>
        <a:xfrm>
          <a:off x="0" y="3657173"/>
          <a:ext cx="3405108" cy="1160241"/>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CA" sz="2400" b="1" kern="1200" dirty="0"/>
            <a:t>Ignored Feature Interactions</a:t>
          </a:r>
        </a:p>
      </dsp:txBody>
      <dsp:txXfrm>
        <a:off x="56638" y="3713811"/>
        <a:ext cx="3291832" cy="104696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14CB65-82A0-419D-9F3E-2F8153684C6F}">
      <dsp:nvSpPr>
        <dsp:cNvPr id="0" name=""/>
        <dsp:cNvSpPr/>
      </dsp:nvSpPr>
      <dsp:spPr>
        <a:xfrm rot="5400000">
          <a:off x="-139402" y="139509"/>
          <a:ext cx="929347" cy="650542"/>
        </a:xfrm>
        <a:prstGeom prst="chevron">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endParaRPr lang="en-CA" sz="1800" kern="1200" dirty="0"/>
        </a:p>
      </dsp:txBody>
      <dsp:txXfrm rot="-5400000">
        <a:off x="1" y="325377"/>
        <a:ext cx="650542" cy="278805"/>
      </dsp:txXfrm>
    </dsp:sp>
    <dsp:sp modelId="{03BE5C8D-E883-42D8-86D8-5B7FC82C2916}">
      <dsp:nvSpPr>
        <dsp:cNvPr id="0" name=""/>
        <dsp:cNvSpPr/>
      </dsp:nvSpPr>
      <dsp:spPr>
        <a:xfrm rot="5400000">
          <a:off x="5341256" y="-4690605"/>
          <a:ext cx="604075" cy="9985502"/>
        </a:xfrm>
        <a:prstGeom prst="round2SameRect">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1" kern="1200" dirty="0"/>
            <a:t>Develop an effective machine-learning framework to detect False Data Injection (FDI) attacks in smart-grid systems</a:t>
          </a:r>
          <a:endParaRPr lang="en-CA" sz="1800" kern="1200" dirty="0"/>
        </a:p>
      </dsp:txBody>
      <dsp:txXfrm rot="-5400000">
        <a:off x="650543" y="29597"/>
        <a:ext cx="9956013" cy="545097"/>
      </dsp:txXfrm>
    </dsp:sp>
    <dsp:sp modelId="{82FDAF5E-1314-4F93-9935-38F9E519B836}">
      <dsp:nvSpPr>
        <dsp:cNvPr id="0" name=""/>
        <dsp:cNvSpPr/>
      </dsp:nvSpPr>
      <dsp:spPr>
        <a:xfrm rot="5400000">
          <a:off x="-139402" y="949453"/>
          <a:ext cx="929347" cy="650542"/>
        </a:xfrm>
        <a:prstGeom prst="chevron">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endParaRPr lang="en-CA" sz="1800" kern="1200" dirty="0"/>
        </a:p>
      </dsp:txBody>
      <dsp:txXfrm rot="-5400000">
        <a:off x="1" y="1135321"/>
        <a:ext cx="650542" cy="278805"/>
      </dsp:txXfrm>
    </dsp:sp>
    <dsp:sp modelId="{F141CB19-0348-4017-B500-46EEE0DEA3E8}">
      <dsp:nvSpPr>
        <dsp:cNvPr id="0" name=""/>
        <dsp:cNvSpPr/>
      </dsp:nvSpPr>
      <dsp:spPr>
        <a:xfrm rot="5400000">
          <a:off x="5341256" y="-3880661"/>
          <a:ext cx="604075" cy="9985502"/>
        </a:xfrm>
        <a:prstGeom prst="round2SameRect">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1" kern="1200" dirty="0"/>
            <a:t>Identify and rank important features using explainable methods such as SHAP and Random Forest–based Weighted Feature Importance (WFI).</a:t>
          </a:r>
          <a:endParaRPr lang="en-CA" sz="1800" kern="1200" dirty="0"/>
        </a:p>
      </dsp:txBody>
      <dsp:txXfrm rot="-5400000">
        <a:off x="650543" y="839541"/>
        <a:ext cx="9956013" cy="545097"/>
      </dsp:txXfrm>
    </dsp:sp>
    <dsp:sp modelId="{E70EC7A8-DB72-4BCA-ADE0-B92D19C63BDD}">
      <dsp:nvSpPr>
        <dsp:cNvPr id="0" name=""/>
        <dsp:cNvSpPr/>
      </dsp:nvSpPr>
      <dsp:spPr>
        <a:xfrm rot="5400000">
          <a:off x="-139402" y="1759397"/>
          <a:ext cx="929347" cy="650542"/>
        </a:xfrm>
        <a:prstGeom prst="chevron">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endParaRPr lang="en-CA" sz="1800" kern="1200" dirty="0"/>
        </a:p>
      </dsp:txBody>
      <dsp:txXfrm rot="-5400000">
        <a:off x="1" y="1945265"/>
        <a:ext cx="650542" cy="278805"/>
      </dsp:txXfrm>
    </dsp:sp>
    <dsp:sp modelId="{2E79CFFF-2AAF-446C-8EA1-B56331B2B2A0}">
      <dsp:nvSpPr>
        <dsp:cNvPr id="0" name=""/>
        <dsp:cNvSpPr/>
      </dsp:nvSpPr>
      <dsp:spPr>
        <a:xfrm rot="5400000">
          <a:off x="5341256" y="-3070717"/>
          <a:ext cx="604075" cy="9985502"/>
        </a:xfrm>
        <a:prstGeom prst="round2SameRect">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1" kern="1200" dirty="0"/>
            <a:t>Select the most relevant subset of features by analyzing common features between SHAP and WFI rankings.</a:t>
          </a:r>
          <a:endParaRPr lang="en-CA" sz="1800" kern="1200" dirty="0"/>
        </a:p>
      </dsp:txBody>
      <dsp:txXfrm rot="-5400000">
        <a:off x="650543" y="1649485"/>
        <a:ext cx="9956013" cy="545097"/>
      </dsp:txXfrm>
    </dsp:sp>
    <dsp:sp modelId="{EA49DB66-A000-4AC2-A63A-7DC5154735A2}">
      <dsp:nvSpPr>
        <dsp:cNvPr id="0" name=""/>
        <dsp:cNvSpPr/>
      </dsp:nvSpPr>
      <dsp:spPr>
        <a:xfrm rot="5400000">
          <a:off x="-139402" y="2569341"/>
          <a:ext cx="929347" cy="650542"/>
        </a:xfrm>
        <a:prstGeom prst="chevron">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endParaRPr lang="en-CA" sz="1800" kern="1200" dirty="0"/>
        </a:p>
      </dsp:txBody>
      <dsp:txXfrm rot="-5400000">
        <a:off x="1" y="2755209"/>
        <a:ext cx="650542" cy="278805"/>
      </dsp:txXfrm>
    </dsp:sp>
    <dsp:sp modelId="{C875F103-2885-48A4-894E-1C2577A769E8}">
      <dsp:nvSpPr>
        <dsp:cNvPr id="0" name=""/>
        <dsp:cNvSpPr/>
      </dsp:nvSpPr>
      <dsp:spPr>
        <a:xfrm rot="5400000">
          <a:off x="5341256" y="-2260773"/>
          <a:ext cx="604075" cy="9985502"/>
        </a:xfrm>
        <a:prstGeom prst="round2SameRect">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1" kern="1200" dirty="0"/>
            <a:t>Derive new features using correlation-based techniques (PCC) to capture relationships between important features.</a:t>
          </a:r>
          <a:endParaRPr lang="en-CA" sz="1800" kern="1200" dirty="0"/>
        </a:p>
      </dsp:txBody>
      <dsp:txXfrm rot="-5400000">
        <a:off x="650543" y="2459429"/>
        <a:ext cx="9956013" cy="545097"/>
      </dsp:txXfrm>
    </dsp:sp>
    <dsp:sp modelId="{CB614449-3A1E-40ED-B476-5CDD045EE01C}">
      <dsp:nvSpPr>
        <dsp:cNvPr id="0" name=""/>
        <dsp:cNvSpPr/>
      </dsp:nvSpPr>
      <dsp:spPr>
        <a:xfrm rot="5400000">
          <a:off x="-139402" y="3379285"/>
          <a:ext cx="929347" cy="650542"/>
        </a:xfrm>
        <a:prstGeom prst="chevron">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endParaRPr lang="en-CA" sz="1800" kern="1200" dirty="0"/>
        </a:p>
      </dsp:txBody>
      <dsp:txXfrm rot="-5400000">
        <a:off x="1" y="3565153"/>
        <a:ext cx="650542" cy="278805"/>
      </dsp:txXfrm>
    </dsp:sp>
    <dsp:sp modelId="{CEB7562C-7B9E-48C5-AB34-25B1B025444E}">
      <dsp:nvSpPr>
        <dsp:cNvPr id="0" name=""/>
        <dsp:cNvSpPr/>
      </dsp:nvSpPr>
      <dsp:spPr>
        <a:xfrm rot="5400000">
          <a:off x="5341256" y="-1450830"/>
          <a:ext cx="604075" cy="9985502"/>
        </a:xfrm>
        <a:prstGeom prst="round2SameRect">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1" kern="1200" dirty="0"/>
            <a:t>Train and evaluate a Random Forest model using selected and derived features for accurate attack detection.</a:t>
          </a:r>
          <a:endParaRPr lang="en-CA" sz="1800" kern="1200" dirty="0"/>
        </a:p>
      </dsp:txBody>
      <dsp:txXfrm rot="-5400000">
        <a:off x="650543" y="3269372"/>
        <a:ext cx="9956013" cy="54509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0C90FC-85E1-4C6B-B1B4-CB82A9ED6DE9}">
      <dsp:nvSpPr>
        <dsp:cNvPr id="0" name=""/>
        <dsp:cNvSpPr/>
      </dsp:nvSpPr>
      <dsp:spPr>
        <a:xfrm>
          <a:off x="0" y="1087539"/>
          <a:ext cx="3323764" cy="1994258"/>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Detect FDI attacks with high accuracy</a:t>
          </a:r>
          <a:endParaRPr lang="en-CA" sz="3100" kern="1200" dirty="0"/>
        </a:p>
      </dsp:txBody>
      <dsp:txXfrm>
        <a:off x="0" y="1087539"/>
        <a:ext cx="3323764" cy="1994258"/>
      </dsp:txXfrm>
    </dsp:sp>
    <dsp:sp modelId="{3B6D3C73-837C-4AAB-8B27-7350EAB8D32E}">
      <dsp:nvSpPr>
        <dsp:cNvPr id="0" name=""/>
        <dsp:cNvSpPr/>
      </dsp:nvSpPr>
      <dsp:spPr>
        <a:xfrm>
          <a:off x="3656140" y="1087539"/>
          <a:ext cx="3323764" cy="1994258"/>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Reduce number of features to remove redundancy</a:t>
          </a:r>
          <a:endParaRPr lang="en-CA" sz="3100" kern="1200" dirty="0"/>
        </a:p>
      </dsp:txBody>
      <dsp:txXfrm>
        <a:off x="3656140" y="1087539"/>
        <a:ext cx="3323764" cy="1994258"/>
      </dsp:txXfrm>
    </dsp:sp>
    <dsp:sp modelId="{F20B7148-206C-4E84-A5F8-6AD10938D069}">
      <dsp:nvSpPr>
        <dsp:cNvPr id="0" name=""/>
        <dsp:cNvSpPr/>
      </dsp:nvSpPr>
      <dsp:spPr>
        <a:xfrm>
          <a:off x="7312280" y="1087539"/>
          <a:ext cx="3323764" cy="1994258"/>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Improve model efficiency for faster detection</a:t>
          </a:r>
          <a:endParaRPr lang="en-CA" sz="3100" kern="1200" dirty="0"/>
        </a:p>
      </dsp:txBody>
      <dsp:txXfrm>
        <a:off x="7312280" y="1087539"/>
        <a:ext cx="3323764" cy="199425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0DAAC0-C491-46DB-9C74-FF7C44B2D44C}">
      <dsp:nvSpPr>
        <dsp:cNvPr id="0" name=""/>
        <dsp:cNvSpPr/>
      </dsp:nvSpPr>
      <dsp:spPr>
        <a:xfrm>
          <a:off x="797703" y="0"/>
          <a:ext cx="9040638" cy="4169338"/>
        </a:xfrm>
        <a:prstGeom prst="rightArrow">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4E630F-5B07-4DBE-8928-A855C5143099}">
      <dsp:nvSpPr>
        <dsp:cNvPr id="0" name=""/>
        <dsp:cNvSpPr/>
      </dsp:nvSpPr>
      <dsp:spPr>
        <a:xfrm>
          <a:off x="360420" y="1250801"/>
          <a:ext cx="3190813" cy="1667735"/>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Use SHAP to explain model decisions</a:t>
          </a:r>
          <a:endParaRPr lang="en-CA" sz="3000" kern="1200" dirty="0"/>
        </a:p>
      </dsp:txBody>
      <dsp:txXfrm>
        <a:off x="441832" y="1332213"/>
        <a:ext cx="3027989" cy="1504911"/>
      </dsp:txXfrm>
    </dsp:sp>
    <dsp:sp modelId="{3B4E90C3-0AFE-4A9B-AE80-261B86878B04}">
      <dsp:nvSpPr>
        <dsp:cNvPr id="0" name=""/>
        <dsp:cNvSpPr/>
      </dsp:nvSpPr>
      <dsp:spPr>
        <a:xfrm>
          <a:off x="3722615" y="1250801"/>
          <a:ext cx="3190813" cy="1667735"/>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Find optimal number of features</a:t>
          </a:r>
          <a:endParaRPr lang="en-CA" sz="3000" kern="1200" dirty="0"/>
        </a:p>
      </dsp:txBody>
      <dsp:txXfrm>
        <a:off x="3804027" y="1332213"/>
        <a:ext cx="3027989" cy="1504911"/>
      </dsp:txXfrm>
    </dsp:sp>
    <dsp:sp modelId="{721078A8-F8BB-4A5B-A0C4-650B0992D3A2}">
      <dsp:nvSpPr>
        <dsp:cNvPr id="0" name=""/>
        <dsp:cNvSpPr/>
      </dsp:nvSpPr>
      <dsp:spPr>
        <a:xfrm>
          <a:off x="7084810" y="1250801"/>
          <a:ext cx="3190813" cy="1667735"/>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Compare SHAP and WFI methods</a:t>
          </a:r>
          <a:endParaRPr lang="en-CA" sz="3000" kern="1200" dirty="0"/>
        </a:p>
      </dsp:txBody>
      <dsp:txXfrm>
        <a:off x="7166222" y="1332213"/>
        <a:ext cx="3027989" cy="150491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B362F8-1E76-490E-BBAD-718D31F8C759}">
      <dsp:nvSpPr>
        <dsp:cNvPr id="0" name=""/>
        <dsp:cNvSpPr/>
      </dsp:nvSpPr>
      <dsp:spPr>
        <a:xfrm>
          <a:off x="2538213" y="1087834"/>
          <a:ext cx="3263503" cy="3263503"/>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3DC17B0-B951-4F13-9399-F53D205F4019}">
      <dsp:nvSpPr>
        <dsp:cNvPr id="0" name=""/>
        <dsp:cNvSpPr/>
      </dsp:nvSpPr>
      <dsp:spPr>
        <a:xfrm>
          <a:off x="3190914" y="1740535"/>
          <a:ext cx="1958102" cy="1958102"/>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155A93-FCD3-4131-978A-8C47F3B52BDC}">
      <dsp:nvSpPr>
        <dsp:cNvPr id="0" name=""/>
        <dsp:cNvSpPr/>
      </dsp:nvSpPr>
      <dsp:spPr>
        <a:xfrm>
          <a:off x="3843615" y="2393235"/>
          <a:ext cx="652700" cy="65270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91FCD79-4CA0-4E50-A738-81A47997D150}">
      <dsp:nvSpPr>
        <dsp:cNvPr id="0" name=""/>
        <dsp:cNvSpPr/>
      </dsp:nvSpPr>
      <dsp:spPr>
        <a:xfrm>
          <a:off x="6345634" y="0"/>
          <a:ext cx="1631751" cy="9518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5816" tIns="54610" rIns="54610" bIns="54610" numCol="1" spcCol="1270" anchor="ctr" anchorCtr="0">
          <a:noAutofit/>
        </a:bodyPr>
        <a:lstStyle/>
        <a:p>
          <a:pPr marL="0" lvl="0" indent="0" algn="l" defTabSz="1911350">
            <a:lnSpc>
              <a:spcPct val="90000"/>
            </a:lnSpc>
            <a:spcBef>
              <a:spcPct val="0"/>
            </a:spcBef>
            <a:spcAft>
              <a:spcPct val="35000"/>
            </a:spcAft>
            <a:buNone/>
          </a:pPr>
          <a:endParaRPr lang="en-CA" sz="4300" kern="1200" dirty="0"/>
        </a:p>
      </dsp:txBody>
      <dsp:txXfrm>
        <a:off x="6345634" y="0"/>
        <a:ext cx="1631751" cy="951855"/>
      </dsp:txXfrm>
    </dsp:sp>
    <dsp:sp modelId="{8D9723D3-11EA-4CFB-9334-59A7F51632B2}">
      <dsp:nvSpPr>
        <dsp:cNvPr id="0" name=""/>
        <dsp:cNvSpPr/>
      </dsp:nvSpPr>
      <dsp:spPr>
        <a:xfrm>
          <a:off x="5937696" y="475927"/>
          <a:ext cx="407937"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14C2FE4-00CE-4A07-B9E3-C07F32CDC2AE}">
      <dsp:nvSpPr>
        <dsp:cNvPr id="0" name=""/>
        <dsp:cNvSpPr/>
      </dsp:nvSpPr>
      <dsp:spPr>
        <a:xfrm rot="5400000">
          <a:off x="3931457" y="714979"/>
          <a:ext cx="2243114" cy="1766099"/>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8A39598-7FA7-4EE5-9EDD-4D2FB8265040}">
      <dsp:nvSpPr>
        <dsp:cNvPr id="0" name=""/>
        <dsp:cNvSpPr/>
      </dsp:nvSpPr>
      <dsp:spPr>
        <a:xfrm>
          <a:off x="6345634" y="951855"/>
          <a:ext cx="1631751" cy="9518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5816" tIns="54610" rIns="54610" bIns="54610" numCol="1" spcCol="1270" anchor="ctr" anchorCtr="0">
          <a:noAutofit/>
        </a:bodyPr>
        <a:lstStyle/>
        <a:p>
          <a:pPr marL="0" lvl="0" indent="0" algn="l" defTabSz="1911350">
            <a:lnSpc>
              <a:spcPct val="90000"/>
            </a:lnSpc>
            <a:spcBef>
              <a:spcPct val="0"/>
            </a:spcBef>
            <a:spcAft>
              <a:spcPct val="35000"/>
            </a:spcAft>
            <a:buNone/>
          </a:pPr>
          <a:endParaRPr lang="en-CA" sz="4300" kern="1200" dirty="0"/>
        </a:p>
      </dsp:txBody>
      <dsp:txXfrm>
        <a:off x="6345634" y="951855"/>
        <a:ext cx="1631751" cy="951855"/>
      </dsp:txXfrm>
    </dsp:sp>
    <dsp:sp modelId="{59E09C8E-4E5E-4AB1-BE3B-95E2B43498B7}">
      <dsp:nvSpPr>
        <dsp:cNvPr id="0" name=""/>
        <dsp:cNvSpPr/>
      </dsp:nvSpPr>
      <dsp:spPr>
        <a:xfrm>
          <a:off x="5937696" y="1427782"/>
          <a:ext cx="407937"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522A51A-4D0F-46D5-B61F-676ED9BFD0FE}">
      <dsp:nvSpPr>
        <dsp:cNvPr id="0" name=""/>
        <dsp:cNvSpPr/>
      </dsp:nvSpPr>
      <dsp:spPr>
        <a:xfrm rot="5400000">
          <a:off x="4412933" y="1651985"/>
          <a:ext cx="1747932" cy="129833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5DEF4FC-A3F7-4569-B5E0-9A95FA36D5EB}">
      <dsp:nvSpPr>
        <dsp:cNvPr id="0" name=""/>
        <dsp:cNvSpPr/>
      </dsp:nvSpPr>
      <dsp:spPr>
        <a:xfrm>
          <a:off x="6345634" y="1903710"/>
          <a:ext cx="1631751" cy="9518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5816" tIns="54610" rIns="54610" bIns="54610" numCol="1" spcCol="1270" anchor="ctr" anchorCtr="0">
          <a:noAutofit/>
        </a:bodyPr>
        <a:lstStyle/>
        <a:p>
          <a:pPr marL="0" lvl="0" indent="0" algn="l" defTabSz="1911350">
            <a:lnSpc>
              <a:spcPct val="90000"/>
            </a:lnSpc>
            <a:spcBef>
              <a:spcPct val="0"/>
            </a:spcBef>
            <a:spcAft>
              <a:spcPct val="35000"/>
            </a:spcAft>
            <a:buNone/>
          </a:pPr>
          <a:endParaRPr lang="en-CA" sz="4300" kern="1200" dirty="0"/>
        </a:p>
      </dsp:txBody>
      <dsp:txXfrm>
        <a:off x="6345634" y="1903710"/>
        <a:ext cx="1631751" cy="951855"/>
      </dsp:txXfrm>
    </dsp:sp>
    <dsp:sp modelId="{E29A6CE1-C567-4B95-805E-FCE7112F496F}">
      <dsp:nvSpPr>
        <dsp:cNvPr id="0" name=""/>
        <dsp:cNvSpPr/>
      </dsp:nvSpPr>
      <dsp:spPr>
        <a:xfrm>
          <a:off x="5937696" y="2379637"/>
          <a:ext cx="407937"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E8E7349-71E3-4C99-8D92-22D9213E96F2}">
      <dsp:nvSpPr>
        <dsp:cNvPr id="0" name=""/>
        <dsp:cNvSpPr/>
      </dsp:nvSpPr>
      <dsp:spPr>
        <a:xfrm rot="5400000">
          <a:off x="4895007" y="2588230"/>
          <a:ext cx="1248834" cy="830561"/>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60ED51-0161-4BC4-8B1E-9A1821503199}">
      <dsp:nvSpPr>
        <dsp:cNvPr id="0" name=""/>
        <dsp:cNvSpPr/>
      </dsp:nvSpPr>
      <dsp:spPr>
        <a:xfrm rot="16200000">
          <a:off x="-940947" y="941937"/>
          <a:ext cx="4457700" cy="2573824"/>
        </a:xfrm>
        <a:prstGeom prst="flowChartManualOperation">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6850" tIns="0" rIns="198996" bIns="0" numCol="1" spcCol="1270" anchor="ctr" anchorCtr="0">
          <a:noAutofit/>
        </a:bodyPr>
        <a:lstStyle/>
        <a:p>
          <a:pPr marL="0" lvl="0" indent="0" algn="ctr" defTabSz="1377950">
            <a:lnSpc>
              <a:spcPct val="90000"/>
            </a:lnSpc>
            <a:spcBef>
              <a:spcPct val="0"/>
            </a:spcBef>
            <a:spcAft>
              <a:spcPct val="35000"/>
            </a:spcAft>
            <a:buNone/>
          </a:pPr>
          <a:r>
            <a:rPr lang="en-US" sz="3100" kern="1200" dirty="0"/>
            <a:t>Remove correlated features using correlation pruning</a:t>
          </a:r>
          <a:endParaRPr lang="en-CA" sz="3100" kern="1200" dirty="0"/>
        </a:p>
      </dsp:txBody>
      <dsp:txXfrm rot="5400000">
        <a:off x="991" y="891539"/>
        <a:ext cx="2573824" cy="2674620"/>
      </dsp:txXfrm>
    </dsp:sp>
    <dsp:sp modelId="{66D0ED55-3D27-445B-9074-F2C019271A09}">
      <dsp:nvSpPr>
        <dsp:cNvPr id="0" name=""/>
        <dsp:cNvSpPr/>
      </dsp:nvSpPr>
      <dsp:spPr>
        <a:xfrm rot="16200000">
          <a:off x="1825914" y="941937"/>
          <a:ext cx="4457700" cy="2573824"/>
        </a:xfrm>
        <a:prstGeom prst="flowChartManualOperation">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6850" tIns="0" rIns="198996" bIns="0" numCol="1" spcCol="1270" anchor="ctr" anchorCtr="0">
          <a:noAutofit/>
        </a:bodyPr>
        <a:lstStyle/>
        <a:p>
          <a:pPr marL="0" lvl="0" indent="0" algn="ctr" defTabSz="1377950">
            <a:lnSpc>
              <a:spcPct val="90000"/>
            </a:lnSpc>
            <a:spcBef>
              <a:spcPct val="0"/>
            </a:spcBef>
            <a:spcAft>
              <a:spcPct val="35000"/>
            </a:spcAft>
            <a:buNone/>
          </a:pPr>
          <a:r>
            <a:rPr lang="en-US" sz="3100" kern="1200" dirty="0"/>
            <a:t>Create new features using feature interactions.</a:t>
          </a:r>
          <a:endParaRPr lang="en-CA" sz="3100" kern="1200" dirty="0"/>
        </a:p>
      </dsp:txBody>
      <dsp:txXfrm rot="5400000">
        <a:off x="2767852" y="891539"/>
        <a:ext cx="2573824" cy="2674620"/>
      </dsp:txXfrm>
    </dsp:sp>
    <dsp:sp modelId="{6957699B-1D24-41D6-BF55-7FDFC5B9A357}">
      <dsp:nvSpPr>
        <dsp:cNvPr id="0" name=""/>
        <dsp:cNvSpPr/>
      </dsp:nvSpPr>
      <dsp:spPr>
        <a:xfrm rot="16200000">
          <a:off x="4592775" y="941937"/>
          <a:ext cx="4457700" cy="2573824"/>
        </a:xfrm>
        <a:prstGeom prst="flowChartManualOperation">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6850" tIns="0" rIns="198996" bIns="0" numCol="1" spcCol="1270" anchor="ctr" anchorCtr="0">
          <a:noAutofit/>
        </a:bodyPr>
        <a:lstStyle/>
        <a:p>
          <a:pPr marL="0" lvl="0" indent="0" algn="ctr" defTabSz="1377950">
            <a:lnSpc>
              <a:spcPct val="90000"/>
            </a:lnSpc>
            <a:spcBef>
              <a:spcPct val="0"/>
            </a:spcBef>
            <a:spcAft>
              <a:spcPct val="35000"/>
            </a:spcAft>
            <a:buNone/>
          </a:pPr>
          <a:r>
            <a:rPr lang="en-US" sz="3100" kern="1200" dirty="0"/>
            <a:t>Improve model robustness and reliability</a:t>
          </a:r>
          <a:endParaRPr lang="en-CA" sz="3100" kern="1200" dirty="0"/>
        </a:p>
      </dsp:txBody>
      <dsp:txXfrm rot="5400000">
        <a:off x="5534713" y="891539"/>
        <a:ext cx="2573824" cy="267462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80C00C-C177-4228-9B26-D2CB3F662CDF}">
      <dsp:nvSpPr>
        <dsp:cNvPr id="0" name=""/>
        <dsp:cNvSpPr/>
      </dsp:nvSpPr>
      <dsp:spPr>
        <a:xfrm>
          <a:off x="0" y="560"/>
          <a:ext cx="11297118" cy="470702"/>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DB983C-D7BC-4C7C-8860-84C70A2C3ED4}">
      <dsp:nvSpPr>
        <dsp:cNvPr id="0" name=""/>
        <dsp:cNvSpPr/>
      </dsp:nvSpPr>
      <dsp:spPr>
        <a:xfrm>
          <a:off x="142387" y="106468"/>
          <a:ext cx="258886" cy="2588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6789344-1C96-4D08-93DC-06A6C3132D2B}">
      <dsp:nvSpPr>
        <dsp:cNvPr id="0" name=""/>
        <dsp:cNvSpPr/>
      </dsp:nvSpPr>
      <dsp:spPr>
        <a:xfrm>
          <a:off x="543661" y="560"/>
          <a:ext cx="10753456" cy="470702"/>
        </a:xfrm>
        <a:prstGeom prst="rect">
          <a:avLst/>
        </a:prstGeom>
        <a:blipFill rotWithShape="0">
          <a:blip xmlns:r="http://schemas.openxmlformats.org/officeDocument/2006/relationships" r:embed="rId3"/>
          <a:srcRect/>
          <a:stretch>
            <a:fillRect l="-72000" r="-72000"/>
          </a:stretch>
        </a:blipFill>
        <a:ln>
          <a:noFill/>
        </a:ln>
        <a:effectLst/>
      </dsp:spPr>
      <dsp:style>
        <a:lnRef idx="0">
          <a:scrgbClr r="0" g="0" b="0"/>
        </a:lnRef>
        <a:fillRef idx="0">
          <a:scrgbClr r="0" g="0" b="0"/>
        </a:fillRef>
        <a:effectRef idx="0">
          <a:scrgbClr r="0" g="0" b="0"/>
        </a:effectRef>
        <a:fontRef idx="minor"/>
      </dsp:style>
      <dsp:txBody>
        <a:bodyPr spcFirstLastPara="0" vert="horz" wrap="square" lIns="49816" tIns="49816" rIns="49816" bIns="49816" numCol="1" spcCol="1270" anchor="ctr" anchorCtr="0">
          <a:noAutofit/>
        </a:bodyPr>
        <a:lstStyle/>
        <a:p>
          <a:pPr marL="0" lvl="0" indent="0" algn="l" defTabSz="711200">
            <a:lnSpc>
              <a:spcPct val="100000"/>
            </a:lnSpc>
            <a:spcBef>
              <a:spcPct val="0"/>
            </a:spcBef>
            <a:spcAft>
              <a:spcPct val="35000"/>
            </a:spcAft>
            <a:buNone/>
          </a:pPr>
          <a:r>
            <a:rPr lang="en-CA" sz="1600" kern="1200" dirty="0"/>
            <a:t>Experiment 1: </a:t>
          </a:r>
          <a:r>
            <a:rPr lang="en-US" sz="1600" kern="1200" dirty="0"/>
            <a:t>Baseline model using all features</a:t>
          </a:r>
          <a:endParaRPr lang="en-US" sz="1600" kern="1200" dirty="0">
            <a:latin typeface="Aptos"/>
          </a:endParaRPr>
        </a:p>
      </dsp:txBody>
      <dsp:txXfrm>
        <a:off x="543661" y="560"/>
        <a:ext cx="10753456" cy="470702"/>
      </dsp:txXfrm>
    </dsp:sp>
    <dsp:sp modelId="{3C889ED5-5459-40F9-8D0F-24BD88690046}">
      <dsp:nvSpPr>
        <dsp:cNvPr id="0" name=""/>
        <dsp:cNvSpPr/>
      </dsp:nvSpPr>
      <dsp:spPr>
        <a:xfrm>
          <a:off x="0" y="588938"/>
          <a:ext cx="11297118" cy="470702"/>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F62E32-D9D9-4D8B-AF69-F21FAC21B825}">
      <dsp:nvSpPr>
        <dsp:cNvPr id="0" name=""/>
        <dsp:cNvSpPr/>
      </dsp:nvSpPr>
      <dsp:spPr>
        <a:xfrm>
          <a:off x="142387" y="694846"/>
          <a:ext cx="258886" cy="258886"/>
        </a:xfrm>
        <a:prstGeom prst="rect">
          <a:avLst/>
        </a:prstGeom>
        <a:blipFill>
          <a:blip xmlns:r="http://schemas.openxmlformats.org/officeDocument/2006/relationships" r:embed="rId1">
            <a:extLst>
              <a:ext uri="{96DAC541-7B7A-43D3-8B79-37D633B846F1}">
                <asvg:svgBlip xmlns:asvg="http://schemas.microsoft.com/office/drawing/2016/SVG/main" r:embed="rId4"/>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0168F56-2F80-454F-A8C6-1E461B5B0BBA}">
      <dsp:nvSpPr>
        <dsp:cNvPr id="0" name=""/>
        <dsp:cNvSpPr/>
      </dsp:nvSpPr>
      <dsp:spPr>
        <a:xfrm>
          <a:off x="543661" y="588938"/>
          <a:ext cx="10753456" cy="470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816" tIns="49816" rIns="49816" bIns="49816" numCol="1" spcCol="1270" anchor="ctr" anchorCtr="0">
          <a:noAutofit/>
        </a:bodyPr>
        <a:lstStyle/>
        <a:p>
          <a:pPr marL="0" lvl="0" indent="0" algn="l" defTabSz="711200">
            <a:lnSpc>
              <a:spcPct val="100000"/>
            </a:lnSpc>
            <a:spcBef>
              <a:spcPct val="0"/>
            </a:spcBef>
            <a:spcAft>
              <a:spcPct val="35000"/>
            </a:spcAft>
            <a:buNone/>
          </a:pPr>
          <a:r>
            <a:rPr lang="en-CA" sz="1600" kern="1200" dirty="0"/>
            <a:t>Experiment 2: SHAP-based feature reduction</a:t>
          </a:r>
        </a:p>
      </dsp:txBody>
      <dsp:txXfrm>
        <a:off x="543661" y="588938"/>
        <a:ext cx="10753456" cy="470702"/>
      </dsp:txXfrm>
    </dsp:sp>
    <dsp:sp modelId="{861F7038-660C-4514-B800-4211B9992210}">
      <dsp:nvSpPr>
        <dsp:cNvPr id="0" name=""/>
        <dsp:cNvSpPr/>
      </dsp:nvSpPr>
      <dsp:spPr>
        <a:xfrm>
          <a:off x="0" y="1177317"/>
          <a:ext cx="11297118" cy="470702"/>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10A0C4-EEF7-43F8-90DE-44C9B7C2F23B}">
      <dsp:nvSpPr>
        <dsp:cNvPr id="0" name=""/>
        <dsp:cNvSpPr/>
      </dsp:nvSpPr>
      <dsp:spPr>
        <a:xfrm>
          <a:off x="142387" y="1283225"/>
          <a:ext cx="258886" cy="258886"/>
        </a:xfrm>
        <a:prstGeom prst="rect">
          <a:avLst/>
        </a:prstGeom>
        <a:blipFill>
          <a:blip xmlns:r="http://schemas.openxmlformats.org/officeDocument/2006/relationships" r:embed="rId1">
            <a:extLst>
              <a:ext uri="{96DAC541-7B7A-43D3-8B79-37D633B846F1}">
                <asvg:svgBlip xmlns:asvg="http://schemas.microsoft.com/office/drawing/2016/SVG/main" r:embed="rId4"/>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ECE396-745E-4AAE-9741-3B8EAB529FCC}">
      <dsp:nvSpPr>
        <dsp:cNvPr id="0" name=""/>
        <dsp:cNvSpPr/>
      </dsp:nvSpPr>
      <dsp:spPr>
        <a:xfrm>
          <a:off x="543661" y="1177317"/>
          <a:ext cx="10753456" cy="470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816" tIns="49816" rIns="49816" bIns="49816" numCol="1" spcCol="1270" anchor="ctr" anchorCtr="0">
          <a:noAutofit/>
        </a:bodyPr>
        <a:lstStyle/>
        <a:p>
          <a:pPr marL="0" lvl="0" indent="0" algn="l" defTabSz="711200">
            <a:lnSpc>
              <a:spcPct val="100000"/>
            </a:lnSpc>
            <a:spcBef>
              <a:spcPct val="0"/>
            </a:spcBef>
            <a:spcAft>
              <a:spcPct val="35000"/>
            </a:spcAft>
            <a:buNone/>
          </a:pPr>
          <a:r>
            <a:rPr lang="en-CA" sz="1600" kern="1200"/>
            <a:t>Experiment 3: Cross-validation for model reliability</a:t>
          </a:r>
        </a:p>
      </dsp:txBody>
      <dsp:txXfrm>
        <a:off x="543661" y="1177317"/>
        <a:ext cx="10753456" cy="470702"/>
      </dsp:txXfrm>
    </dsp:sp>
    <dsp:sp modelId="{DBEC436A-4E78-474A-A054-B198F62D0DFF}">
      <dsp:nvSpPr>
        <dsp:cNvPr id="0" name=""/>
        <dsp:cNvSpPr/>
      </dsp:nvSpPr>
      <dsp:spPr>
        <a:xfrm>
          <a:off x="0" y="1765695"/>
          <a:ext cx="11297118" cy="470702"/>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31896E-2859-4661-92C0-D32510952B13}">
      <dsp:nvSpPr>
        <dsp:cNvPr id="0" name=""/>
        <dsp:cNvSpPr/>
      </dsp:nvSpPr>
      <dsp:spPr>
        <a:xfrm>
          <a:off x="142387" y="1871603"/>
          <a:ext cx="258886" cy="258886"/>
        </a:xfrm>
        <a:prstGeom prst="rect">
          <a:avLst/>
        </a:prstGeom>
        <a:blipFill>
          <a:blip xmlns:r="http://schemas.openxmlformats.org/officeDocument/2006/relationships" r:embed="rId1">
            <a:extLst>
              <a:ext uri="{96DAC541-7B7A-43D3-8B79-37D633B846F1}">
                <asvg:svgBlip xmlns:asvg="http://schemas.microsoft.com/office/drawing/2016/SVG/main" r:embed="rId4"/>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7DA5D5-8607-41EF-B34B-E9E0F8CBA38C}">
      <dsp:nvSpPr>
        <dsp:cNvPr id="0" name=""/>
        <dsp:cNvSpPr/>
      </dsp:nvSpPr>
      <dsp:spPr>
        <a:xfrm>
          <a:off x="543661" y="1765695"/>
          <a:ext cx="10753456" cy="470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816" tIns="49816" rIns="49816" bIns="49816" numCol="1" spcCol="1270" anchor="ctr" anchorCtr="0">
          <a:noAutofit/>
        </a:bodyPr>
        <a:lstStyle/>
        <a:p>
          <a:pPr marL="0" lvl="0" indent="0" algn="l" defTabSz="711200">
            <a:lnSpc>
              <a:spcPct val="100000"/>
            </a:lnSpc>
            <a:spcBef>
              <a:spcPct val="0"/>
            </a:spcBef>
            <a:spcAft>
              <a:spcPct val="35000"/>
            </a:spcAft>
            <a:buNone/>
          </a:pPr>
          <a:r>
            <a:rPr lang="en-CA" sz="1600" kern="1200"/>
            <a:t>Experiment 4: Correlation-based feature pruning</a:t>
          </a:r>
        </a:p>
      </dsp:txBody>
      <dsp:txXfrm>
        <a:off x="543661" y="1765695"/>
        <a:ext cx="10753456" cy="470702"/>
      </dsp:txXfrm>
    </dsp:sp>
    <dsp:sp modelId="{7B60F594-7EC0-4312-98E1-3F8E295D0135}">
      <dsp:nvSpPr>
        <dsp:cNvPr id="0" name=""/>
        <dsp:cNvSpPr/>
      </dsp:nvSpPr>
      <dsp:spPr>
        <a:xfrm>
          <a:off x="0" y="2354073"/>
          <a:ext cx="11297118" cy="470702"/>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6F5518-C510-4B85-8442-DB5E3141CCDC}">
      <dsp:nvSpPr>
        <dsp:cNvPr id="0" name=""/>
        <dsp:cNvSpPr/>
      </dsp:nvSpPr>
      <dsp:spPr>
        <a:xfrm>
          <a:off x="142387" y="2459981"/>
          <a:ext cx="258886" cy="258886"/>
        </a:xfrm>
        <a:prstGeom prst="rect">
          <a:avLst/>
        </a:prstGeom>
        <a:blipFill>
          <a:blip xmlns:r="http://schemas.openxmlformats.org/officeDocument/2006/relationships" r:embed="rId1">
            <a:extLst>
              <a:ext uri="{96DAC541-7B7A-43D3-8B79-37D633B846F1}">
                <asvg:svgBlip xmlns:asvg="http://schemas.microsoft.com/office/drawing/2016/SVG/main" r:embed="rId4"/>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05CBFA-C9E8-424A-8C8B-6264BC2CD2EB}">
      <dsp:nvSpPr>
        <dsp:cNvPr id="0" name=""/>
        <dsp:cNvSpPr/>
      </dsp:nvSpPr>
      <dsp:spPr>
        <a:xfrm>
          <a:off x="543661" y="2354073"/>
          <a:ext cx="10753456" cy="470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816" tIns="49816" rIns="49816" bIns="49816" numCol="1" spcCol="1270" anchor="ctr" anchorCtr="0">
          <a:noAutofit/>
        </a:bodyPr>
        <a:lstStyle/>
        <a:p>
          <a:pPr marL="0" lvl="0" indent="0" algn="l" defTabSz="711200">
            <a:lnSpc>
              <a:spcPct val="100000"/>
            </a:lnSpc>
            <a:spcBef>
              <a:spcPct val="0"/>
            </a:spcBef>
            <a:spcAft>
              <a:spcPct val="35000"/>
            </a:spcAft>
            <a:buNone/>
          </a:pPr>
          <a:r>
            <a:rPr lang="en-CA" sz="1600" kern="1200"/>
            <a:t>Experiment 5: Optimal feature count detection</a:t>
          </a:r>
        </a:p>
      </dsp:txBody>
      <dsp:txXfrm>
        <a:off x="543661" y="2354073"/>
        <a:ext cx="10753456" cy="470702"/>
      </dsp:txXfrm>
    </dsp:sp>
    <dsp:sp modelId="{2102E3B4-6458-4168-AE9A-6AC5FA5BE743}">
      <dsp:nvSpPr>
        <dsp:cNvPr id="0" name=""/>
        <dsp:cNvSpPr/>
      </dsp:nvSpPr>
      <dsp:spPr>
        <a:xfrm>
          <a:off x="0" y="2942452"/>
          <a:ext cx="11297118" cy="470702"/>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F292D8-F7C8-4C17-A763-47D3AA878949}">
      <dsp:nvSpPr>
        <dsp:cNvPr id="0" name=""/>
        <dsp:cNvSpPr/>
      </dsp:nvSpPr>
      <dsp:spPr>
        <a:xfrm>
          <a:off x="142387" y="3048360"/>
          <a:ext cx="258886" cy="258886"/>
        </a:xfrm>
        <a:prstGeom prst="rect">
          <a:avLst/>
        </a:prstGeom>
        <a:blipFill>
          <a:blip xmlns:r="http://schemas.openxmlformats.org/officeDocument/2006/relationships" r:embed="rId1">
            <a:extLst>
              <a:ext uri="{96DAC541-7B7A-43D3-8B79-37D633B846F1}">
                <asvg:svgBlip xmlns:asvg="http://schemas.microsoft.com/office/drawing/2016/SVG/main" r:embed="rId4"/>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D6A732-0C24-4EC9-9E5A-BBC28A1AD2DC}">
      <dsp:nvSpPr>
        <dsp:cNvPr id="0" name=""/>
        <dsp:cNvSpPr/>
      </dsp:nvSpPr>
      <dsp:spPr>
        <a:xfrm>
          <a:off x="543661" y="2942452"/>
          <a:ext cx="10753456" cy="470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816" tIns="49816" rIns="49816" bIns="49816" numCol="1" spcCol="1270" anchor="ctr" anchorCtr="0">
          <a:noAutofit/>
        </a:bodyPr>
        <a:lstStyle/>
        <a:p>
          <a:pPr marL="0" lvl="0" indent="0" algn="l" defTabSz="711200">
            <a:lnSpc>
              <a:spcPct val="100000"/>
            </a:lnSpc>
            <a:spcBef>
              <a:spcPct val="0"/>
            </a:spcBef>
            <a:spcAft>
              <a:spcPct val="35000"/>
            </a:spcAft>
            <a:buNone/>
          </a:pPr>
          <a:r>
            <a:rPr lang="en-CA" sz="1600" kern="1200"/>
            <a:t>Experiment 6: SHAP vs WFI comparison</a:t>
          </a:r>
        </a:p>
      </dsp:txBody>
      <dsp:txXfrm>
        <a:off x="543661" y="2942452"/>
        <a:ext cx="10753456" cy="470702"/>
      </dsp:txXfrm>
    </dsp:sp>
    <dsp:sp modelId="{3ECD8C93-F664-4361-A427-F51E3E987B0C}">
      <dsp:nvSpPr>
        <dsp:cNvPr id="0" name=""/>
        <dsp:cNvSpPr/>
      </dsp:nvSpPr>
      <dsp:spPr>
        <a:xfrm>
          <a:off x="0" y="3530830"/>
          <a:ext cx="11297118" cy="470702"/>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2E6739-4780-47C3-AC3D-70A0F3A1F405}">
      <dsp:nvSpPr>
        <dsp:cNvPr id="0" name=""/>
        <dsp:cNvSpPr/>
      </dsp:nvSpPr>
      <dsp:spPr>
        <a:xfrm>
          <a:off x="142387" y="3636738"/>
          <a:ext cx="258886" cy="258886"/>
        </a:xfrm>
        <a:prstGeom prst="rect">
          <a:avLst/>
        </a:prstGeom>
        <a:blipFill>
          <a:blip xmlns:r="http://schemas.openxmlformats.org/officeDocument/2006/relationships" r:embed="rId1">
            <a:extLst>
              <a:ext uri="{96DAC541-7B7A-43D3-8B79-37D633B846F1}">
                <asvg:svgBlip xmlns:asvg="http://schemas.microsoft.com/office/drawing/2016/SVG/main" r:embed="rId4"/>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EB071C-0071-4193-A66C-F4D55A0BB8AD}">
      <dsp:nvSpPr>
        <dsp:cNvPr id="0" name=""/>
        <dsp:cNvSpPr/>
      </dsp:nvSpPr>
      <dsp:spPr>
        <a:xfrm>
          <a:off x="543661" y="3530830"/>
          <a:ext cx="10753456" cy="470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816" tIns="49816" rIns="49816" bIns="49816" numCol="1" spcCol="1270" anchor="ctr" anchorCtr="0">
          <a:noAutofit/>
        </a:bodyPr>
        <a:lstStyle/>
        <a:p>
          <a:pPr marL="0" lvl="0" indent="0" algn="l" defTabSz="711200">
            <a:lnSpc>
              <a:spcPct val="100000"/>
            </a:lnSpc>
            <a:spcBef>
              <a:spcPct val="0"/>
            </a:spcBef>
            <a:spcAft>
              <a:spcPct val="35000"/>
            </a:spcAft>
            <a:buNone/>
          </a:pPr>
          <a:r>
            <a:rPr lang="en-CA" sz="1600" kern="1200" dirty="0"/>
            <a:t>Experiment 7: </a:t>
          </a:r>
          <a:r>
            <a:rPr lang="en-US" sz="1600" kern="1200" dirty="0"/>
            <a:t>Derived feature generation (feature interactions)</a:t>
          </a:r>
          <a:endParaRPr lang="en-CA" sz="1600" kern="1200" dirty="0"/>
        </a:p>
      </dsp:txBody>
      <dsp:txXfrm>
        <a:off x="543661" y="3530830"/>
        <a:ext cx="10753456" cy="470702"/>
      </dsp:txXfrm>
    </dsp:sp>
    <dsp:sp modelId="{51149F86-FA8F-4C42-B2E3-8F5897FB6593}">
      <dsp:nvSpPr>
        <dsp:cNvPr id="0" name=""/>
        <dsp:cNvSpPr/>
      </dsp:nvSpPr>
      <dsp:spPr>
        <a:xfrm>
          <a:off x="0" y="4119208"/>
          <a:ext cx="11297118" cy="470702"/>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15ACC9-58CE-472E-AB9F-288AE5DAF47B}">
      <dsp:nvSpPr>
        <dsp:cNvPr id="0" name=""/>
        <dsp:cNvSpPr/>
      </dsp:nvSpPr>
      <dsp:spPr>
        <a:xfrm>
          <a:off x="142387" y="4225117"/>
          <a:ext cx="258886" cy="258886"/>
        </a:xfrm>
        <a:prstGeom prst="rect">
          <a:avLst/>
        </a:prstGeom>
        <a:blipFill>
          <a:blip xmlns:r="http://schemas.openxmlformats.org/officeDocument/2006/relationships" r:embed="rId1">
            <a:extLst>
              <a:ext uri="{96DAC541-7B7A-43D3-8B79-37D633B846F1}">
                <asvg:svgBlip xmlns:asvg="http://schemas.microsoft.com/office/drawing/2016/SVG/main" r:embed="rId4"/>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D029F2-C3A1-411A-88C8-FAA80DF35041}">
      <dsp:nvSpPr>
        <dsp:cNvPr id="0" name=""/>
        <dsp:cNvSpPr/>
      </dsp:nvSpPr>
      <dsp:spPr>
        <a:xfrm>
          <a:off x="543661" y="4119208"/>
          <a:ext cx="10753456" cy="470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816" tIns="49816" rIns="49816" bIns="49816" numCol="1" spcCol="1270" anchor="ctr" anchorCtr="0">
          <a:noAutofit/>
        </a:bodyPr>
        <a:lstStyle/>
        <a:p>
          <a:pPr marL="0" lvl="0" indent="0" algn="l" defTabSz="711200">
            <a:lnSpc>
              <a:spcPct val="100000"/>
            </a:lnSpc>
            <a:spcBef>
              <a:spcPct val="0"/>
            </a:spcBef>
            <a:spcAft>
              <a:spcPct val="35000"/>
            </a:spcAft>
            <a:buNone/>
          </a:pPr>
          <a:r>
            <a:rPr lang="en-US" sz="1600" kern="1200" dirty="0"/>
            <a:t>Final: Key </a:t>
          </a:r>
          <a:r>
            <a:rPr lang="en-US" sz="1600" kern="1200"/>
            <a:t>Insight from Experiments</a:t>
          </a:r>
          <a:endParaRPr lang="en-CA" sz="1600" kern="1200" dirty="0"/>
        </a:p>
      </dsp:txBody>
      <dsp:txXfrm>
        <a:off x="543661" y="4119208"/>
        <a:ext cx="10753456" cy="47070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45F484-8611-47A6-A3E8-951D1CF268A5}">
      <dsp:nvSpPr>
        <dsp:cNvPr id="0" name=""/>
        <dsp:cNvSpPr/>
      </dsp:nvSpPr>
      <dsp:spPr>
        <a:xfrm>
          <a:off x="0" y="0"/>
          <a:ext cx="3518217" cy="621030"/>
        </a:xfrm>
        <a:prstGeom prst="roundRect">
          <a:avLst>
            <a:gd name="adj" fmla="val 10000"/>
          </a:avLst>
        </a:prstGeom>
        <a:solidFill>
          <a:schemeClr val="accent5">
            <a:shade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CA" sz="2600" kern="1200" dirty="0"/>
            <a:t>Fold 1</a:t>
          </a:r>
        </a:p>
      </dsp:txBody>
      <dsp:txXfrm>
        <a:off x="18189" y="18189"/>
        <a:ext cx="2775416" cy="584652"/>
      </dsp:txXfrm>
    </dsp:sp>
    <dsp:sp modelId="{DE9A4685-6309-4ACC-8363-9E7241BD0837}">
      <dsp:nvSpPr>
        <dsp:cNvPr id="0" name=""/>
        <dsp:cNvSpPr/>
      </dsp:nvSpPr>
      <dsp:spPr>
        <a:xfrm>
          <a:off x="262723" y="707285"/>
          <a:ext cx="3518217" cy="621030"/>
        </a:xfrm>
        <a:prstGeom prst="roundRect">
          <a:avLst>
            <a:gd name="adj" fmla="val 10000"/>
          </a:avLst>
        </a:prstGeom>
        <a:solidFill>
          <a:schemeClr val="accent5">
            <a:shade val="80000"/>
            <a:hueOff val="44919"/>
            <a:satOff val="-8072"/>
            <a:lumOff val="809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CA" sz="2600" kern="1200" dirty="0"/>
            <a:t>Fold 2</a:t>
          </a:r>
        </a:p>
      </dsp:txBody>
      <dsp:txXfrm>
        <a:off x="280912" y="725474"/>
        <a:ext cx="2815445" cy="584652"/>
      </dsp:txXfrm>
    </dsp:sp>
    <dsp:sp modelId="{48724A9F-9587-457B-B77E-6DB517B05165}">
      <dsp:nvSpPr>
        <dsp:cNvPr id="0" name=""/>
        <dsp:cNvSpPr/>
      </dsp:nvSpPr>
      <dsp:spPr>
        <a:xfrm>
          <a:off x="525447" y="1414570"/>
          <a:ext cx="3518217" cy="621030"/>
        </a:xfrm>
        <a:prstGeom prst="roundRect">
          <a:avLst>
            <a:gd name="adj" fmla="val 10000"/>
          </a:avLst>
        </a:prstGeom>
        <a:solidFill>
          <a:schemeClr val="accent5">
            <a:shade val="80000"/>
            <a:hueOff val="89837"/>
            <a:satOff val="-16143"/>
            <a:lumOff val="1619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CA" sz="2600" kern="1200" dirty="0"/>
            <a:t>Fold 3</a:t>
          </a:r>
        </a:p>
      </dsp:txBody>
      <dsp:txXfrm>
        <a:off x="543636" y="1432759"/>
        <a:ext cx="2815445" cy="584652"/>
      </dsp:txXfrm>
    </dsp:sp>
    <dsp:sp modelId="{C8FADED7-D0A7-4C72-AD7F-B2F99B38885F}">
      <dsp:nvSpPr>
        <dsp:cNvPr id="0" name=""/>
        <dsp:cNvSpPr/>
      </dsp:nvSpPr>
      <dsp:spPr>
        <a:xfrm>
          <a:off x="788171" y="2121855"/>
          <a:ext cx="3518217" cy="621030"/>
        </a:xfrm>
        <a:prstGeom prst="roundRect">
          <a:avLst>
            <a:gd name="adj" fmla="val 10000"/>
          </a:avLst>
        </a:prstGeom>
        <a:solidFill>
          <a:schemeClr val="accent5">
            <a:shade val="80000"/>
            <a:hueOff val="134756"/>
            <a:satOff val="-24215"/>
            <a:lumOff val="2429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CA" sz="2600" kern="1200"/>
            <a:t>Fold 4</a:t>
          </a:r>
          <a:endParaRPr lang="en-CA" sz="2600" kern="1200" dirty="0"/>
        </a:p>
      </dsp:txBody>
      <dsp:txXfrm>
        <a:off x="806360" y="2140044"/>
        <a:ext cx="2815445" cy="584652"/>
      </dsp:txXfrm>
    </dsp:sp>
    <dsp:sp modelId="{22866138-F89E-44D3-9971-B09826AA528E}">
      <dsp:nvSpPr>
        <dsp:cNvPr id="0" name=""/>
        <dsp:cNvSpPr/>
      </dsp:nvSpPr>
      <dsp:spPr>
        <a:xfrm>
          <a:off x="1050895" y="2829140"/>
          <a:ext cx="3518217" cy="621030"/>
        </a:xfrm>
        <a:prstGeom prst="roundRect">
          <a:avLst>
            <a:gd name="adj" fmla="val 10000"/>
          </a:avLst>
        </a:prstGeom>
        <a:solidFill>
          <a:schemeClr val="accent5">
            <a:shade val="80000"/>
            <a:hueOff val="179674"/>
            <a:satOff val="-32286"/>
            <a:lumOff val="3239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CA" sz="2600" kern="1200"/>
            <a:t>Fold 5</a:t>
          </a:r>
          <a:endParaRPr lang="en-CA" sz="2600" kern="1200" dirty="0"/>
        </a:p>
      </dsp:txBody>
      <dsp:txXfrm>
        <a:off x="1069084" y="2847329"/>
        <a:ext cx="2815445" cy="584652"/>
      </dsp:txXfrm>
    </dsp:sp>
    <dsp:sp modelId="{3FDE6732-69C9-4BE7-8E85-BE138DB0A87A}">
      <dsp:nvSpPr>
        <dsp:cNvPr id="0" name=""/>
        <dsp:cNvSpPr/>
      </dsp:nvSpPr>
      <dsp:spPr>
        <a:xfrm>
          <a:off x="3114547" y="453697"/>
          <a:ext cx="403670" cy="403670"/>
        </a:xfrm>
        <a:prstGeom prst="downArrow">
          <a:avLst>
            <a:gd name="adj1" fmla="val 55000"/>
            <a:gd name="adj2" fmla="val 45000"/>
          </a:avLst>
        </a:prstGeom>
        <a:solidFill>
          <a:schemeClr val="accent5">
            <a:alpha val="90000"/>
            <a:tint val="40000"/>
            <a:hueOff val="0"/>
            <a:satOff val="0"/>
            <a:lumOff val="0"/>
            <a:alphaOff val="0"/>
          </a:schemeClr>
        </a:solidFill>
        <a:ln w="19050" cap="flat" cmpd="sng" algn="ctr">
          <a:solidFill>
            <a:schemeClr val="accent5">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CA" sz="1800" kern="1200"/>
        </a:p>
      </dsp:txBody>
      <dsp:txXfrm>
        <a:off x="3205373" y="453697"/>
        <a:ext cx="222018" cy="303762"/>
      </dsp:txXfrm>
    </dsp:sp>
    <dsp:sp modelId="{12EF7D2F-A8CD-40AE-B5A8-9E2776698DC6}">
      <dsp:nvSpPr>
        <dsp:cNvPr id="0" name=""/>
        <dsp:cNvSpPr/>
      </dsp:nvSpPr>
      <dsp:spPr>
        <a:xfrm>
          <a:off x="3377271" y="1160982"/>
          <a:ext cx="403670" cy="403670"/>
        </a:xfrm>
        <a:prstGeom prst="downArrow">
          <a:avLst>
            <a:gd name="adj1" fmla="val 55000"/>
            <a:gd name="adj2" fmla="val 45000"/>
          </a:avLst>
        </a:prstGeom>
        <a:solidFill>
          <a:schemeClr val="accent5">
            <a:alpha val="90000"/>
            <a:tint val="40000"/>
            <a:hueOff val="0"/>
            <a:satOff val="0"/>
            <a:lumOff val="0"/>
            <a:alphaOff val="0"/>
          </a:schemeClr>
        </a:solidFill>
        <a:ln w="19050" cap="flat" cmpd="sng" algn="ctr">
          <a:solidFill>
            <a:schemeClr val="accent5">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CA" sz="1800" kern="1200"/>
        </a:p>
      </dsp:txBody>
      <dsp:txXfrm>
        <a:off x="3468097" y="1160982"/>
        <a:ext cx="222018" cy="303762"/>
      </dsp:txXfrm>
    </dsp:sp>
    <dsp:sp modelId="{5D8A9899-EA7D-483E-B257-5D0DEEF8EE5A}">
      <dsp:nvSpPr>
        <dsp:cNvPr id="0" name=""/>
        <dsp:cNvSpPr/>
      </dsp:nvSpPr>
      <dsp:spPr>
        <a:xfrm>
          <a:off x="3639994" y="1857917"/>
          <a:ext cx="403670" cy="403670"/>
        </a:xfrm>
        <a:prstGeom prst="downArrow">
          <a:avLst>
            <a:gd name="adj1" fmla="val 55000"/>
            <a:gd name="adj2" fmla="val 45000"/>
          </a:avLst>
        </a:prstGeom>
        <a:solidFill>
          <a:schemeClr val="accent5">
            <a:alpha val="90000"/>
            <a:tint val="40000"/>
            <a:hueOff val="0"/>
            <a:satOff val="0"/>
            <a:lumOff val="0"/>
            <a:alphaOff val="0"/>
          </a:schemeClr>
        </a:solidFill>
        <a:ln w="19050" cap="flat" cmpd="sng" algn="ctr">
          <a:solidFill>
            <a:schemeClr val="accent5">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CA" sz="1800" kern="1200"/>
        </a:p>
      </dsp:txBody>
      <dsp:txXfrm>
        <a:off x="3730820" y="1857917"/>
        <a:ext cx="222018" cy="303762"/>
      </dsp:txXfrm>
    </dsp:sp>
    <dsp:sp modelId="{721CF5D4-268F-4C87-82C3-B765AA69CBE1}">
      <dsp:nvSpPr>
        <dsp:cNvPr id="0" name=""/>
        <dsp:cNvSpPr/>
      </dsp:nvSpPr>
      <dsp:spPr>
        <a:xfrm>
          <a:off x="3902718" y="2572102"/>
          <a:ext cx="403670" cy="403670"/>
        </a:xfrm>
        <a:prstGeom prst="downArrow">
          <a:avLst>
            <a:gd name="adj1" fmla="val 55000"/>
            <a:gd name="adj2" fmla="val 45000"/>
          </a:avLst>
        </a:prstGeom>
        <a:solidFill>
          <a:schemeClr val="accent5">
            <a:alpha val="90000"/>
            <a:tint val="40000"/>
            <a:hueOff val="0"/>
            <a:satOff val="0"/>
            <a:lumOff val="0"/>
            <a:alphaOff val="0"/>
          </a:schemeClr>
        </a:solidFill>
        <a:ln w="19050" cap="flat" cmpd="sng" algn="ctr">
          <a:solidFill>
            <a:schemeClr val="accent5">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CA" sz="1800" kern="1200"/>
        </a:p>
      </dsp:txBody>
      <dsp:txXfrm>
        <a:off x="3993544" y="2572102"/>
        <a:ext cx="222018" cy="30376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66AEE1-9F7F-464A-8578-30DEBADA4D4E}">
      <dsp:nvSpPr>
        <dsp:cNvPr id="0" name=""/>
        <dsp:cNvSpPr/>
      </dsp:nvSpPr>
      <dsp:spPr>
        <a:xfrm>
          <a:off x="0" y="352809"/>
          <a:ext cx="10515600" cy="478800"/>
        </a:xfrm>
        <a:prstGeom prst="rect">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35B7A7B-11AB-4049-8997-3559B1C0EBDA}">
      <dsp:nvSpPr>
        <dsp:cNvPr id="0" name=""/>
        <dsp:cNvSpPr/>
      </dsp:nvSpPr>
      <dsp:spPr>
        <a:xfrm>
          <a:off x="525780" y="72369"/>
          <a:ext cx="7360920" cy="56088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44550">
            <a:lnSpc>
              <a:spcPct val="90000"/>
            </a:lnSpc>
            <a:spcBef>
              <a:spcPct val="0"/>
            </a:spcBef>
            <a:spcAft>
              <a:spcPct val="35000"/>
            </a:spcAft>
            <a:buFont typeface="+mj-lt"/>
            <a:buNone/>
          </a:pPr>
          <a:r>
            <a:rPr lang="en-US" sz="1900" kern="1200" dirty="0"/>
            <a:t>Apply model to real-time streaming data</a:t>
          </a:r>
          <a:endParaRPr lang="en-CA" sz="1900" kern="1200" dirty="0"/>
        </a:p>
      </dsp:txBody>
      <dsp:txXfrm>
        <a:off x="553160" y="99749"/>
        <a:ext cx="7306160" cy="506120"/>
      </dsp:txXfrm>
    </dsp:sp>
    <dsp:sp modelId="{815F1108-7440-4242-A062-24C989ED7CEE}">
      <dsp:nvSpPr>
        <dsp:cNvPr id="0" name=""/>
        <dsp:cNvSpPr/>
      </dsp:nvSpPr>
      <dsp:spPr>
        <a:xfrm>
          <a:off x="0" y="1214649"/>
          <a:ext cx="10515600" cy="478800"/>
        </a:xfrm>
        <a:prstGeom prst="rect">
          <a:avLst/>
        </a:prstGeom>
        <a:solidFill>
          <a:schemeClr val="lt1">
            <a:alpha val="90000"/>
            <a:hueOff val="0"/>
            <a:satOff val="0"/>
            <a:lumOff val="0"/>
            <a:alphaOff val="0"/>
          </a:schemeClr>
        </a:solidFill>
        <a:ln w="19050" cap="flat" cmpd="sng" algn="ctr">
          <a:solidFill>
            <a:schemeClr val="accent5">
              <a:hueOff val="-3038037"/>
              <a:satOff val="-207"/>
              <a:lumOff val="49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0FA9295-13C0-4436-BF35-08078646930F}">
      <dsp:nvSpPr>
        <dsp:cNvPr id="0" name=""/>
        <dsp:cNvSpPr/>
      </dsp:nvSpPr>
      <dsp:spPr>
        <a:xfrm>
          <a:off x="525780" y="934209"/>
          <a:ext cx="7360920" cy="560880"/>
        </a:xfrm>
        <a:prstGeom prst="roundRect">
          <a:avLst/>
        </a:prstGeom>
        <a:solidFill>
          <a:schemeClr val="accent5">
            <a:hueOff val="-3038037"/>
            <a:satOff val="-207"/>
            <a:lumOff val="49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44550">
            <a:lnSpc>
              <a:spcPct val="90000"/>
            </a:lnSpc>
            <a:spcBef>
              <a:spcPct val="0"/>
            </a:spcBef>
            <a:spcAft>
              <a:spcPct val="35000"/>
            </a:spcAft>
            <a:buNone/>
          </a:pPr>
          <a:r>
            <a:rPr lang="en-US" sz="1900" kern="1200" dirty="0"/>
            <a:t>Test on different power system datasets</a:t>
          </a:r>
          <a:endParaRPr lang="en-CA" sz="1900" kern="1200" dirty="0"/>
        </a:p>
      </dsp:txBody>
      <dsp:txXfrm>
        <a:off x="553160" y="961589"/>
        <a:ext cx="7306160" cy="506120"/>
      </dsp:txXfrm>
    </dsp:sp>
    <dsp:sp modelId="{9C84B5CB-5B72-4A23-A298-024215804488}">
      <dsp:nvSpPr>
        <dsp:cNvPr id="0" name=""/>
        <dsp:cNvSpPr/>
      </dsp:nvSpPr>
      <dsp:spPr>
        <a:xfrm>
          <a:off x="0" y="2076489"/>
          <a:ext cx="10515600" cy="478800"/>
        </a:xfrm>
        <a:prstGeom prst="rect">
          <a:avLst/>
        </a:prstGeom>
        <a:solidFill>
          <a:schemeClr val="lt1">
            <a:alpha val="90000"/>
            <a:hueOff val="0"/>
            <a:satOff val="0"/>
            <a:lumOff val="0"/>
            <a:alphaOff val="0"/>
          </a:schemeClr>
        </a:solidFill>
        <a:ln w="19050" cap="flat" cmpd="sng" algn="ctr">
          <a:solidFill>
            <a:schemeClr val="accent5">
              <a:hueOff val="-6076075"/>
              <a:satOff val="-413"/>
              <a:lumOff val="981"/>
              <a:alphaOff val="0"/>
            </a:schemeClr>
          </a:solidFill>
          <a:prstDash val="solid"/>
          <a:miter lim="800000"/>
        </a:ln>
        <a:effectLst/>
      </dsp:spPr>
      <dsp:style>
        <a:lnRef idx="2">
          <a:scrgbClr r="0" g="0" b="0"/>
        </a:lnRef>
        <a:fillRef idx="1">
          <a:scrgbClr r="0" g="0" b="0"/>
        </a:fillRef>
        <a:effectRef idx="0">
          <a:scrgbClr r="0" g="0" b="0"/>
        </a:effectRef>
        <a:fontRef idx="minor"/>
      </dsp:style>
    </dsp:sp>
    <dsp:sp modelId="{586A50D0-7B4B-4F5C-ACD4-5239D8C5F0D4}">
      <dsp:nvSpPr>
        <dsp:cNvPr id="0" name=""/>
        <dsp:cNvSpPr/>
      </dsp:nvSpPr>
      <dsp:spPr>
        <a:xfrm>
          <a:off x="525780" y="1796049"/>
          <a:ext cx="7360920" cy="560880"/>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44550">
            <a:lnSpc>
              <a:spcPct val="90000"/>
            </a:lnSpc>
            <a:spcBef>
              <a:spcPct val="0"/>
            </a:spcBef>
            <a:spcAft>
              <a:spcPct val="35000"/>
            </a:spcAft>
            <a:buNone/>
          </a:pPr>
          <a:r>
            <a:rPr lang="en-CA" sz="1900" kern="1200" dirty="0"/>
            <a:t>Explore deep learning approaches</a:t>
          </a:r>
        </a:p>
      </dsp:txBody>
      <dsp:txXfrm>
        <a:off x="553160" y="1823429"/>
        <a:ext cx="7306160" cy="506120"/>
      </dsp:txXfrm>
    </dsp:sp>
    <dsp:sp modelId="{BF48360B-D01E-4524-A90E-AF4579B96F89}">
      <dsp:nvSpPr>
        <dsp:cNvPr id="0" name=""/>
        <dsp:cNvSpPr/>
      </dsp:nvSpPr>
      <dsp:spPr>
        <a:xfrm>
          <a:off x="0" y="2938329"/>
          <a:ext cx="10515600" cy="478800"/>
        </a:xfrm>
        <a:prstGeom prst="rect">
          <a:avLst/>
        </a:prstGeom>
        <a:solidFill>
          <a:schemeClr val="lt1">
            <a:alpha val="90000"/>
            <a:hueOff val="0"/>
            <a:satOff val="0"/>
            <a:lumOff val="0"/>
            <a:alphaOff val="0"/>
          </a:schemeClr>
        </a:solidFill>
        <a:ln w="19050" cap="flat" cmpd="sng" algn="ctr">
          <a:solidFill>
            <a:schemeClr val="accent5">
              <a:hueOff val="-9114112"/>
              <a:satOff val="-620"/>
              <a:lumOff val="1471"/>
              <a:alphaOff val="0"/>
            </a:schemeClr>
          </a:solidFill>
          <a:prstDash val="solid"/>
          <a:miter lim="800000"/>
        </a:ln>
        <a:effectLst/>
      </dsp:spPr>
      <dsp:style>
        <a:lnRef idx="2">
          <a:scrgbClr r="0" g="0" b="0"/>
        </a:lnRef>
        <a:fillRef idx="1">
          <a:scrgbClr r="0" g="0" b="0"/>
        </a:fillRef>
        <a:effectRef idx="0">
          <a:scrgbClr r="0" g="0" b="0"/>
        </a:effectRef>
        <a:fontRef idx="minor"/>
      </dsp:style>
    </dsp:sp>
    <dsp:sp modelId="{EA94AF0E-5AF8-4979-A612-616D55B717F8}">
      <dsp:nvSpPr>
        <dsp:cNvPr id="0" name=""/>
        <dsp:cNvSpPr/>
      </dsp:nvSpPr>
      <dsp:spPr>
        <a:xfrm>
          <a:off x="525780" y="2657889"/>
          <a:ext cx="7360920" cy="560880"/>
        </a:xfrm>
        <a:prstGeom prst="roundRect">
          <a:avLst/>
        </a:prstGeom>
        <a:solidFill>
          <a:schemeClr val="accent5">
            <a:hueOff val="-9114112"/>
            <a:satOff val="-620"/>
            <a:lumOff val="147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44550">
            <a:lnSpc>
              <a:spcPct val="90000"/>
            </a:lnSpc>
            <a:spcBef>
              <a:spcPct val="0"/>
            </a:spcBef>
            <a:spcAft>
              <a:spcPct val="35000"/>
            </a:spcAft>
            <a:buNone/>
          </a:pPr>
          <a:r>
            <a:rPr lang="en-CA" sz="1900" kern="1200"/>
            <a:t>Improve feature interaction techniques</a:t>
          </a:r>
          <a:endParaRPr lang="en-CA" sz="1900" kern="1200" dirty="0"/>
        </a:p>
      </dsp:txBody>
      <dsp:txXfrm>
        <a:off x="553160" y="2685269"/>
        <a:ext cx="7306160" cy="506120"/>
      </dsp:txXfrm>
    </dsp:sp>
    <dsp:sp modelId="{16E970CB-76FD-43A7-A99C-91DDB22F2FF6}">
      <dsp:nvSpPr>
        <dsp:cNvPr id="0" name=""/>
        <dsp:cNvSpPr/>
      </dsp:nvSpPr>
      <dsp:spPr>
        <a:xfrm>
          <a:off x="0" y="3800169"/>
          <a:ext cx="10515600" cy="478800"/>
        </a:xfrm>
        <a:prstGeom prst="rect">
          <a:avLst/>
        </a:prstGeom>
        <a:solidFill>
          <a:schemeClr val="lt1">
            <a:alpha val="90000"/>
            <a:hueOff val="0"/>
            <a:satOff val="0"/>
            <a:lumOff val="0"/>
            <a:alphaOff val="0"/>
          </a:schemeClr>
        </a:solidFill>
        <a:ln w="19050" cap="flat" cmpd="sng" algn="ctr">
          <a:solidFill>
            <a:schemeClr val="accent5">
              <a:hueOff val="-12152150"/>
              <a:satOff val="-826"/>
              <a:lumOff val="1961"/>
              <a:alphaOff val="0"/>
            </a:schemeClr>
          </a:solidFill>
          <a:prstDash val="solid"/>
          <a:miter lim="800000"/>
        </a:ln>
        <a:effectLst/>
      </dsp:spPr>
      <dsp:style>
        <a:lnRef idx="2">
          <a:scrgbClr r="0" g="0" b="0"/>
        </a:lnRef>
        <a:fillRef idx="1">
          <a:scrgbClr r="0" g="0" b="0"/>
        </a:fillRef>
        <a:effectRef idx="0">
          <a:scrgbClr r="0" g="0" b="0"/>
        </a:effectRef>
        <a:fontRef idx="minor"/>
      </dsp:style>
    </dsp:sp>
    <dsp:sp modelId="{B6720B03-2810-489B-A211-A550C0CAE517}">
      <dsp:nvSpPr>
        <dsp:cNvPr id="0" name=""/>
        <dsp:cNvSpPr/>
      </dsp:nvSpPr>
      <dsp:spPr>
        <a:xfrm>
          <a:off x="525780" y="3519729"/>
          <a:ext cx="7360920" cy="560880"/>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44550">
            <a:lnSpc>
              <a:spcPct val="90000"/>
            </a:lnSpc>
            <a:spcBef>
              <a:spcPct val="0"/>
            </a:spcBef>
            <a:spcAft>
              <a:spcPct val="35000"/>
            </a:spcAft>
            <a:buNone/>
          </a:pPr>
          <a:r>
            <a:rPr lang="en-US" sz="1900" kern="1200"/>
            <a:t>Deploy system for real-world monitoring</a:t>
          </a:r>
          <a:endParaRPr lang="en-CA" sz="1900" kern="1200" dirty="0"/>
        </a:p>
      </dsp:txBody>
      <dsp:txXfrm>
        <a:off x="553160" y="3547109"/>
        <a:ext cx="7306160" cy="50612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Process10">
  <dgm:title val=""/>
  <dgm:desc val=""/>
  <dgm:catLst>
    <dgm:cat type="process" pri="3000"/>
    <dgm:cat type="picture" pri="30000"/>
    <dgm:cat type="pictureconvert" pri="3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op="equ" fact="0.3333"/>
      <dgm:constr type="primFontSz" for="des" forName="txNode" op="equ" val="65"/>
      <dgm:constr type="primFontSz" for="des" forName="connTx" op="equ" val="55"/>
      <dgm:constr type="primFontSz" for="des" forName="connTx" refType="primFontSz" refFor="des" refForName="txNode" op="lte" fact="0.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imagSh"/>
              <dgm:constr type="w" for="ch" forName="imagSh" refType="w" fact="0.86"/>
              <dgm:constr type="t" for="ch" forName="imagSh"/>
              <dgm:constr type="h" for="ch" forName="imagSh" refType="w" refFor="ch" refForName="imagSh"/>
              <dgm:constr type="l" for="ch" forName="txNode" refType="w" fact="0.14"/>
              <dgm:constr type="w" for="ch" forName="txNode" refType="w" refFor="ch" refForName="imagSh"/>
              <dgm:constr type="t" for="ch" forName="txNode" refType="h" refFor="ch" refForName="imagSh" fact="0.6"/>
              <dgm:constr type="h" for="ch" forName="txNode" refType="h" refFor="ch" refForName="imagSh"/>
            </dgm:constrLst>
          </dgm:if>
          <dgm:else name="Name7">
            <dgm:constrLst>
              <dgm:constr type="l" for="ch" forName="imagSh" refType="w" fact="0.14"/>
              <dgm:constr type="w" for="ch" forName="imagSh" refType="w" fact="0.86"/>
              <dgm:constr type="t" for="ch" forName="imagSh"/>
              <dgm:constr type="h" for="ch" forName="imagSh" refType="w" refFor="ch" refForName="imagSh"/>
              <dgm:constr type="l" for="ch" forName="txNode"/>
              <dgm:constr type="w" for="ch" forName="txNode" refType="w" refFor="ch" refForName="imagSh"/>
              <dgm:constr type="t" for="ch" forName="txNode" refType="h" refFor="ch" refForName="imagSh" fact="0.6"/>
              <dgm:constr type="h" for="ch" forName="txNode" refType="h" refFor="ch" refForName="imagSh"/>
            </dgm:constrLst>
          </dgm:else>
        </dgm:choose>
        <dgm:ruleLst/>
        <dgm:layoutNode name="imagSh" styleLbl="bgImgPlace1">
          <dgm:alg type="sp"/>
          <dgm:shape xmlns:r="http://schemas.openxmlformats.org/officeDocument/2006/relationships" type="roundRect" r:blip="" blipPhldr="1">
            <dgm:adjLst>
              <dgm:adj idx="1" val="0.1"/>
            </dgm:adjLst>
          </dgm:shape>
          <dgm:presOf/>
          <dgm:constrLst/>
          <dgm:ruleLst/>
        </dgm:layoutNode>
        <dgm:layoutNode name="txNode" styleLbl="node1">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sibTransForEach" axis="followSib" ptType="sibTrans" cnt="1">
        <dgm:layoutNode name="sibTrans">
          <dgm:alg type="conn">
            <dgm:param type="begPts" val="auto"/>
            <dgm:param type="endPts" val="auto"/>
            <dgm:param type="srcNode" val="imagSh"/>
            <dgm:param type="dstNode" val="imagSh"/>
          </dgm:alg>
          <dgm:shape xmlns:r="http://schemas.openxmlformats.org/officeDocument/2006/relationships" type="conn" r:blip="">
            <dgm:adjLst/>
          </dgm:shape>
          <dgm:presOf axis="self"/>
          <dgm:constrLst>
            <dgm:constr type="h" refType="w" fact="0.62"/>
            <dgm:constr type="connDist"/>
            <dgm:constr type="begPad" refType="connDist" fact="0.35"/>
            <dgm:constr type="endPad" refType="connDist" fact="0.3"/>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9.xml><?xml version="1.0" encoding="utf-8"?>
<dgm:layoutDef xmlns:dgm="http://schemas.openxmlformats.org/drawingml/2006/diagram" xmlns:a="http://schemas.openxmlformats.org/drawingml/2006/main" uniqueId="urn:microsoft.com/office/officeart/2005/8/layout/target1">
  <dgm:title val=""/>
  <dgm:desc val=""/>
  <dgm:catLst>
    <dgm:cat type="relationship" pri="25000"/>
    <dgm:cat type="convert" pri="2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resizeHandles val="exact"/>
    </dgm:varLst>
    <dgm:alg type="composite">
      <dgm:param type="ar" val="1.25"/>
    </dgm:alg>
    <dgm:shape xmlns:r="http://schemas.openxmlformats.org/officeDocument/2006/relationships" r:blip="">
      <dgm:adjLst/>
    </dgm:shape>
    <dgm:presOf/>
    <dgm:choose name="Name0">
      <dgm:if name="Name1" func="var" arg="dir" op="equ" val="norm">
        <dgm:choose name="Name2">
          <dgm:if name="Name3" axis="ch" ptType="node" func="cnt" op="equ" val="0">
            <dgm:constrLst/>
          </dgm:if>
          <dgm:if name="Name4"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r" for="ch" forName="line1" refType="l" refFor="ch" refForName="text1"/>
              <dgm:constr type="h" for="ch" forName="line1"/>
              <dgm:constr type="l" for="ch" forName="d1" refType="w" fact="0.3"/>
              <dgm:constr type="b" for="ch" forName="d1" refType="h" fact="0.625"/>
              <dgm:constr type="w" for="ch" forName="d1" refType="w" fact="0.32475"/>
              <dgm:constr type="h" for="ch" forName="d1" refType="h" fact="0.469"/>
            </dgm:constrLst>
          </dgm:if>
          <dgm:if name="Name5"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312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44325"/>
              <dgm:constr type="b" for="ch" forName="d2" refType="h" fact="0.7975"/>
              <dgm:constr type="w" for="ch" forName="d2" refType="w" fact="0.1815"/>
              <dgm:constr type="h" for="ch" forName="d2" refType="h" fact="0.3283"/>
            </dgm:constrLst>
          </dgm:if>
          <dgm:if name="Name6"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2187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2187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86"/>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7175"/>
              <dgm:constr type="b" for="ch" forName="d3" refType="h" fact="0.83375"/>
              <dgm:constr type="w" for="ch" forName="d3" refType="w" fact="0.1527"/>
              <dgm:constr type="h" for="ch" forName="d3" refType="h" fact="0.287"/>
            </dgm:constrLst>
          </dgm:if>
          <dgm:if name="Name7"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7938"/>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29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7938"/>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662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25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r" for="ch" forName="text4" refType="w"/>
              <dgm:constr type="t" for="ch" forName="text4" refType="b" refFor="ch" refForName="text3"/>
              <dgm:constr type="l" for="ch" forName="line4" refType="w" fact="0.625"/>
              <dgm:constr type="ctrY" for="ch" forName="line4" refType="ctrY" refFor="ch" refForName="text4"/>
              <dgm:constr type="w" for="ch" forName="line4" refType="w" fact="0.075"/>
              <dgm:constr type="h" for="ch" forName="line4"/>
              <dgm:constr type="l" for="ch" forName="d4" refType="w" fact="0.48525"/>
              <dgm:constr type="b" for="ch" forName="d4" refType="h" fact="0.85594"/>
              <dgm:constr type="w" for="ch" forName="d4" refType="w" fact="0.1394"/>
              <dgm:constr type="h" for="ch" forName="d4" refType="h" fact="0.2282"/>
            </dgm:constrLst>
          </dgm:if>
          <dgm:if name="Name8"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324"/>
              <dgm:constr type="r" for="ch" forName="text1" refType="w"/>
              <dgm:constr type="ctrY" for="ch" forName="text1" refType="h" fact="0.13"/>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324"/>
              <dgm:constr type="r" for="ch" forName="text2" refType="w"/>
              <dgm:constr type="ctrY" for="ch" forName="text2" refType="h" fact="0.27"/>
              <dgm:constr type="l" for="ch" forName="line2" refType="w" fact="0.625"/>
              <dgm:constr type="ctrY" for="ch" forName="line2" refType="ctrY" refFor="ch" refForName="text2"/>
              <dgm:constr type="w" for="ch" forName="line2" refType="w" fact="0.075"/>
              <dgm:constr type="h" for="ch" forName="line2"/>
              <dgm:constr type="l" for="ch" forName="d2" refType="w" fact="0.3498"/>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r" for="ch" forName="text3" refType="w"/>
              <dgm:constr type="ctrY" for="ch" forName="text3" refType="h" fact="0.41"/>
              <dgm:constr type="l" for="ch" forName="line3" refType="w" fact="0.625"/>
              <dgm:constr type="ctrY" for="ch" forName="line3" refType="ctrY" refFor="ch" refForName="text3"/>
              <dgm:constr type="w" for="ch" forName="line3" refType="w" fact="0.075"/>
              <dgm:constr type="h" for="ch" forName="line3"/>
              <dgm:constr type="l" for="ch" forName="d3" refType="w" fact="0.394"/>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r" for="ch" forName="text4" refType="w"/>
              <dgm:constr type="ctrY" for="ch" forName="text4" refType="h" fact="0.547"/>
              <dgm:constr type="l" for="ch" forName="line4" refType="w" fact="0.625"/>
              <dgm:constr type="ctrY" for="ch" forName="line4" refType="ctrY" refFor="ch" refForName="text4"/>
              <dgm:constr type="w" for="ch" forName="line4" refType="w" fact="0.075"/>
              <dgm:constr type="h" for="ch" forName="line4"/>
              <dgm:constr type="l" for="ch" forName="d4" refType="w" fact="0.446"/>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r" for="ch" forName="text5" refType="w"/>
              <dgm:constr type="ctrY" for="ch" forName="text5" refType="h" fact="0.68"/>
              <dgm:constr type="l" for="ch" forName="line5" refType="w" fact="0.625"/>
              <dgm:constr type="ctrY" for="ch" forName="line5" refType="ctrY" refFor="ch" refForName="text5"/>
              <dgm:constr type="w" for="ch" forName="line5" refType="w" fact="0.075"/>
              <dgm:constr type="h" for="ch" forName="line5"/>
              <dgm:constr type="l" for="ch" forName="d5" refType="w" fact="0.495"/>
              <dgm:constr type="b" for="ch" forName="d5" refType="h" fact="0.855"/>
              <dgm:constr type="w" for="ch" forName="d5" refType="w" fact="0.13"/>
              <dgm:constr type="h" for="ch" forName="d5" refType="h" fact="0.175"/>
            </dgm:constrLst>
          </dgm:if>
          <dgm:else name="Name9"/>
        </dgm:choose>
      </dgm:if>
      <dgm:else name="Name10">
        <dgm:choose name="Name11">
          <dgm:if name="Name12" axis="ch" ptType="node" func="cnt" op="equ" val="0">
            <dgm:constrLst/>
          </dgm:if>
          <dgm:if name="Name13"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Lst>
          </dgm:if>
          <dgm:if name="Name14"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312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55675"/>
              <dgm:constr type="b" for="ch" forName="d2" refType="h" fact="0.7975"/>
              <dgm:constr type="w" for="ch" forName="d2" refType="w" fact="0.1815"/>
              <dgm:constr type="h" for="ch" forName="d2" refType="h" fact="0.3283"/>
            </dgm:constrLst>
          </dgm:if>
          <dgm:if name="Name15"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2187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2187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14"/>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2825"/>
              <dgm:constr type="b" for="ch" forName="d3" refType="h" fact="0.83375"/>
              <dgm:constr type="w" for="ch" forName="d3" refType="w" fact="0.1527"/>
              <dgm:constr type="h" for="ch" forName="d3" refType="h" fact="0.287"/>
            </dgm:constrLst>
          </dgm:if>
          <dgm:if name="Name16"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7938"/>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0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7938"/>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337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74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l" for="ch" forName="text4"/>
              <dgm:constr type="t" for="ch" forName="text4" refType="b" refFor="ch" refForName="text3"/>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1475"/>
              <dgm:constr type="b" for="ch" forName="d4" refType="h" fact="0.85594"/>
              <dgm:constr type="w" for="ch" forName="d4" refType="w" fact="0.1394"/>
              <dgm:constr type="h" for="ch" forName="d4" refType="h" fact="0.2282"/>
            </dgm:constrLst>
          </dgm:if>
          <dgm:if name="Name17"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324"/>
              <dgm:constr type="l" for="ch" forName="text1"/>
              <dgm:constr type="ctrY" for="ch" forName="text1" refType="h" fact="0.13"/>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324"/>
              <dgm:constr type="l" for="ch" forName="text2"/>
              <dgm:constr type="ctrY" for="ch" forName="text2" refType="h" fact="0.27"/>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502"/>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l" for="ch" forName="text3"/>
              <dgm:constr type="ctrY" for="ch" forName="text3" refType="h" fact="0.41"/>
              <dgm:constr type="l" for="ch" forName="line3" refType="r" refFor="ch" refForName="text3"/>
              <dgm:constr type="ctrY" for="ch" forName="line3" refType="ctrY" refFor="ch" refForName="text3"/>
              <dgm:constr type="r" for="ch" forName="line3" refType="w" fact="0.375"/>
              <dgm:constr type="h" for="ch" forName="line3"/>
              <dgm:constr type="r" for="ch" forName="d3" refType="w" fact="0.606"/>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l" for="ch" forName="text4"/>
              <dgm:constr type="ctrY" for="ch" forName="text4" refType="h" fact="0.547"/>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54"/>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l" for="ch" forName="text5"/>
              <dgm:constr type="ctrY" for="ch" forName="text5" refType="h" fact="0.68"/>
              <dgm:constr type="l" for="ch" forName="line5" refType="r" refFor="ch" refForName="text5"/>
              <dgm:constr type="ctrY" for="ch" forName="line5" refType="ctrY" refFor="ch" refForName="text5"/>
              <dgm:constr type="r" for="ch" forName="line5" refType="w" fact="0.375"/>
              <dgm:constr type="h" for="ch" forName="line5"/>
              <dgm:constr type="r" for="ch" forName="d5" refType="w" fact="0.505"/>
              <dgm:constr type="b" for="ch" forName="d5" refType="h" fact="0.855"/>
              <dgm:constr type="w" for="ch" forName="d5" refType="w" fact="0.13"/>
              <dgm:constr type="h" for="ch" forName="d5" refType="h" fact="0.175"/>
            </dgm:constrLst>
          </dgm:if>
          <dgm:else name="Name18"/>
        </dgm:choose>
      </dgm:else>
    </dgm:choose>
    <dgm:ruleLst/>
    <dgm:forEach name="Name19" axis="ch" ptType="node" cnt="1">
      <dgm:layoutNode name="circle1" styleLbl="lnNode1">
        <dgm:alg type="sp"/>
        <dgm:shape xmlns:r="http://schemas.openxmlformats.org/officeDocument/2006/relationships" type="ellipse" r:blip="">
          <dgm:adjLst/>
        </dgm:shape>
        <dgm:presOf/>
        <dgm:constrLst/>
        <dgm:ruleLst/>
      </dgm:layoutNode>
      <dgm:layoutNode name="text1" styleLbl="revTx">
        <dgm:varLst>
          <dgm:bulletEnabled val="1"/>
        </dgm:varLst>
        <dgm:choose name="Name20">
          <dgm:if name="Name21" func="var" arg="dir" op="equ" val="norm">
            <dgm:choose name="Name22">
              <dgm:if name="Name23" axis="root des" ptType="all node" func="maxDepth" op="gt" val="1">
                <dgm:alg type="tx">
                  <dgm:param type="parTxLTRAlign" val="l"/>
                  <dgm:param type="parTxRTLAlign" val="r"/>
                </dgm:alg>
              </dgm:if>
              <dgm:else name="Name24">
                <dgm:alg type="tx">
                  <dgm:param type="parTxLTRAlign" val="l"/>
                  <dgm:param type="parTxRTLAlign" val="l"/>
                </dgm:alg>
              </dgm:else>
            </dgm:choose>
          </dgm:if>
          <dgm:else name="Name25">
            <dgm:choose name="Name26">
              <dgm:if name="Name27" axis="root des" ptType="all node" func="maxDepth" op="gt" val="1">
                <dgm:alg type="tx">
                  <dgm:param type="parTxLTRAlign" val="l"/>
                  <dgm:param type="parTxRTLAlign" val="r"/>
                </dgm:alg>
              </dgm:if>
              <dgm:else name="Name28">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29">
          <dgm:if name="Name30" func="var" arg="dir" op="equ" val="norm">
            <dgm:constrLst>
              <dgm:constr type="tMarg" refType="primFontSz" fact="0.1"/>
              <dgm:constr type="bMarg" refType="primFontSz" fact="0.1"/>
              <dgm:constr type="rMarg" refType="primFontSz" fact="0.1"/>
            </dgm:constrLst>
          </dgm:if>
          <dgm:else name="Name31">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1" styleLbl="callout">
        <dgm:alg type="sp"/>
        <dgm:shape xmlns:r="http://schemas.openxmlformats.org/officeDocument/2006/relationships" type="line" r:blip="">
          <dgm:adjLst/>
        </dgm:shape>
        <dgm:presOf/>
        <dgm:constrLst/>
        <dgm:ruleLst/>
      </dgm:layoutNode>
      <dgm:layoutNode name="d1" styleLbl="callout">
        <dgm:alg type="sp"/>
        <dgm:choose name="Name32">
          <dgm:if name="Name33" func="var" arg="dir" op="equ" val="norm">
            <dgm:shape xmlns:r="http://schemas.openxmlformats.org/officeDocument/2006/relationships" rot="90" type="line" r:blip="">
              <dgm:adjLst/>
            </dgm:shape>
          </dgm:if>
          <dgm:else name="Name34">
            <dgm:shape xmlns:r="http://schemas.openxmlformats.org/officeDocument/2006/relationships" rot="180" type="line" r:blip="">
              <dgm:adjLst/>
            </dgm:shape>
          </dgm:else>
        </dgm:choose>
        <dgm:presOf/>
        <dgm:constrLst/>
        <dgm:ruleLst/>
      </dgm:layoutNode>
    </dgm:forEach>
    <dgm:forEach name="Name35" axis="ch" ptType="node" st="2" cnt="1">
      <dgm:layoutNode name="circle2" styleLbl="lnNode1">
        <dgm:alg type="sp"/>
        <dgm:shape xmlns:r="http://schemas.openxmlformats.org/officeDocument/2006/relationships" type="ellipse" r:blip="" zOrderOff="-5">
          <dgm:adjLst/>
        </dgm:shape>
        <dgm:presOf/>
        <dgm:constrLst/>
        <dgm:ruleLst/>
      </dgm:layoutNode>
      <dgm:layoutNode name="text2" styleLbl="revTx">
        <dgm:varLst>
          <dgm:bulletEnabled val="1"/>
        </dgm:varLst>
        <dgm:choose name="Name36">
          <dgm:if name="Name37" func="var" arg="dir" op="equ" val="norm">
            <dgm:choose name="Name38">
              <dgm:if name="Name39" axis="root des" ptType="all node" func="maxDepth" op="gt" val="1">
                <dgm:alg type="tx">
                  <dgm:param type="parTxLTRAlign" val="l"/>
                  <dgm:param type="parTxRTLAlign" val="r"/>
                </dgm:alg>
              </dgm:if>
              <dgm:else name="Name40">
                <dgm:alg type="tx">
                  <dgm:param type="parTxLTRAlign" val="l"/>
                  <dgm:param type="parTxRTLAlign" val="l"/>
                </dgm:alg>
              </dgm:else>
            </dgm:choose>
          </dgm:if>
          <dgm:else name="Name41">
            <dgm:choose name="Name42">
              <dgm:if name="Name43" axis="root des" ptType="all node" func="maxDepth" op="gt" val="1">
                <dgm:alg type="tx">
                  <dgm:param type="parTxLTRAlign" val="l"/>
                  <dgm:param type="parTxRTLAlign" val="r"/>
                </dgm:alg>
              </dgm:if>
              <dgm:else name="Name44">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45">
          <dgm:if name="Name46" func="var" arg="dir" op="equ" val="norm">
            <dgm:constrLst>
              <dgm:constr type="tMarg" refType="primFontSz" fact="0.1"/>
              <dgm:constr type="bMarg" refType="primFontSz" fact="0.1"/>
              <dgm:constr type="rMarg" refType="primFontSz" fact="0.1"/>
            </dgm:constrLst>
          </dgm:if>
          <dgm:else name="Name47">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2" styleLbl="callout">
        <dgm:alg type="sp"/>
        <dgm:shape xmlns:r="http://schemas.openxmlformats.org/officeDocument/2006/relationships" type="line" r:blip="">
          <dgm:adjLst/>
        </dgm:shape>
        <dgm:presOf/>
        <dgm:constrLst/>
        <dgm:ruleLst/>
      </dgm:layoutNode>
      <dgm:layoutNode name="d2" styleLbl="callout">
        <dgm:alg type="sp"/>
        <dgm:choose name="Name48">
          <dgm:if name="Name49" func="var" arg="dir" op="equ" val="norm">
            <dgm:shape xmlns:r="http://schemas.openxmlformats.org/officeDocument/2006/relationships" rot="90" type="line" r:blip="">
              <dgm:adjLst/>
            </dgm:shape>
          </dgm:if>
          <dgm:else name="Name50">
            <dgm:shape xmlns:r="http://schemas.openxmlformats.org/officeDocument/2006/relationships" rot="180" type="line" r:blip="">
              <dgm:adjLst/>
            </dgm:shape>
          </dgm:else>
        </dgm:choose>
        <dgm:presOf/>
        <dgm:constrLst/>
        <dgm:ruleLst/>
      </dgm:layoutNode>
    </dgm:forEach>
    <dgm:forEach name="Name51" axis="ch" ptType="node" st="3" cnt="1">
      <dgm:layoutNode name="circle3" styleLbl="lnNode1">
        <dgm:alg type="sp"/>
        <dgm:shape xmlns:r="http://schemas.openxmlformats.org/officeDocument/2006/relationships" type="ellipse" r:blip="" zOrderOff="-10">
          <dgm:adjLst/>
        </dgm:shape>
        <dgm:presOf/>
        <dgm:constrLst/>
        <dgm:ruleLst/>
      </dgm:layoutNode>
      <dgm:layoutNode name="text3" styleLbl="revTx">
        <dgm:varLst>
          <dgm:bulletEnabled val="1"/>
        </dgm:varLst>
        <dgm:choose name="Name52">
          <dgm:if name="Name53" func="var" arg="dir" op="equ" val="norm">
            <dgm:choose name="Name54">
              <dgm:if name="Name55" axis="root des" ptType="all node" func="maxDepth" op="gt" val="1">
                <dgm:alg type="tx">
                  <dgm:param type="parTxLTRAlign" val="l"/>
                  <dgm:param type="parTxRTLAlign" val="r"/>
                </dgm:alg>
              </dgm:if>
              <dgm:else name="Name56">
                <dgm:alg type="tx">
                  <dgm:param type="parTxLTRAlign" val="l"/>
                  <dgm:param type="parTxRTLAlign" val="l"/>
                </dgm:alg>
              </dgm:else>
            </dgm:choose>
          </dgm:if>
          <dgm:else name="Name57">
            <dgm:choose name="Name58">
              <dgm:if name="Name59" axis="root des" ptType="all node" func="maxDepth" op="gt" val="1">
                <dgm:alg type="tx">
                  <dgm:param type="parTxLTRAlign" val="l"/>
                  <dgm:param type="parTxRTLAlign" val="r"/>
                </dgm:alg>
              </dgm:if>
              <dgm:else name="Name60">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61">
          <dgm:if name="Name62" func="var" arg="dir" op="equ" val="norm">
            <dgm:constrLst>
              <dgm:constr type="tMarg" refType="primFontSz" fact="0.1"/>
              <dgm:constr type="bMarg" refType="primFontSz" fact="0.1"/>
              <dgm:constr type="rMarg" refType="primFontSz" fact="0.1"/>
            </dgm:constrLst>
          </dgm:if>
          <dgm:else name="Name63">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3" styleLbl="callout">
        <dgm:alg type="sp"/>
        <dgm:shape xmlns:r="http://schemas.openxmlformats.org/officeDocument/2006/relationships" type="line" r:blip="">
          <dgm:adjLst/>
        </dgm:shape>
        <dgm:presOf/>
        <dgm:constrLst/>
        <dgm:ruleLst/>
      </dgm:layoutNode>
      <dgm:layoutNode name="d3" styleLbl="callout">
        <dgm:alg type="sp"/>
        <dgm:choose name="Name64">
          <dgm:if name="Name65" func="var" arg="dir" op="equ" val="norm">
            <dgm:shape xmlns:r="http://schemas.openxmlformats.org/officeDocument/2006/relationships" rot="90" type="line" r:blip="">
              <dgm:adjLst/>
            </dgm:shape>
          </dgm:if>
          <dgm:else name="Name66">
            <dgm:shape xmlns:r="http://schemas.openxmlformats.org/officeDocument/2006/relationships" rot="180" type="line" r:blip="">
              <dgm:adjLst/>
            </dgm:shape>
          </dgm:else>
        </dgm:choose>
        <dgm:presOf/>
        <dgm:constrLst/>
        <dgm:ruleLst/>
      </dgm:layoutNode>
    </dgm:forEach>
    <dgm:forEach name="Name67" axis="ch" ptType="node" st="4" cnt="1">
      <dgm:layoutNode name="circle4" styleLbl="lnNode1">
        <dgm:alg type="sp"/>
        <dgm:shape xmlns:r="http://schemas.openxmlformats.org/officeDocument/2006/relationships" type="ellipse" r:blip="" zOrderOff="-15">
          <dgm:adjLst/>
        </dgm:shape>
        <dgm:presOf/>
        <dgm:constrLst/>
        <dgm:ruleLst/>
      </dgm:layoutNode>
      <dgm:layoutNode name="text4" styleLbl="revTx">
        <dgm:varLst>
          <dgm:bulletEnabled val="1"/>
        </dgm:varLst>
        <dgm:choose name="Name68">
          <dgm:if name="Name69" func="var" arg="dir" op="equ" val="norm">
            <dgm:choose name="Name70">
              <dgm:if name="Name71" axis="root des" ptType="all node" func="maxDepth" op="gt" val="1">
                <dgm:alg type="tx">
                  <dgm:param type="parTxLTRAlign" val="l"/>
                  <dgm:param type="parTxRTLAlign" val="r"/>
                </dgm:alg>
              </dgm:if>
              <dgm:else name="Name72">
                <dgm:alg type="tx">
                  <dgm:param type="parTxLTRAlign" val="l"/>
                  <dgm:param type="parTxRTLAlign" val="l"/>
                </dgm:alg>
              </dgm:else>
            </dgm:choose>
          </dgm:if>
          <dgm:else name="Name73">
            <dgm:choose name="Name74">
              <dgm:if name="Name75" axis="root des" ptType="all node" func="maxDepth" op="gt" val="1">
                <dgm:alg type="tx">
                  <dgm:param type="parTxLTRAlign" val="l"/>
                  <dgm:param type="parTxRTLAlign" val="r"/>
                </dgm:alg>
              </dgm:if>
              <dgm:else name="Name76">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77">
          <dgm:if name="Name78" func="var" arg="dir" op="equ" val="norm">
            <dgm:constrLst>
              <dgm:constr type="tMarg" refType="primFontSz" fact="0.1"/>
              <dgm:constr type="bMarg" refType="primFontSz" fact="0.1"/>
              <dgm:constr type="rMarg" refType="primFontSz" fact="0.1"/>
            </dgm:constrLst>
          </dgm:if>
          <dgm:else name="Name79">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4" styleLbl="callout">
        <dgm:alg type="sp"/>
        <dgm:shape xmlns:r="http://schemas.openxmlformats.org/officeDocument/2006/relationships" type="line" r:blip="">
          <dgm:adjLst/>
        </dgm:shape>
        <dgm:presOf/>
        <dgm:constrLst/>
        <dgm:ruleLst/>
      </dgm:layoutNode>
      <dgm:layoutNode name="d4" styleLbl="callout">
        <dgm:alg type="sp"/>
        <dgm:choose name="Name80">
          <dgm:if name="Name81" func="var" arg="dir" op="equ" val="norm">
            <dgm:shape xmlns:r="http://schemas.openxmlformats.org/officeDocument/2006/relationships" rot="90" type="line" r:blip="">
              <dgm:adjLst/>
            </dgm:shape>
          </dgm:if>
          <dgm:else name="Name82">
            <dgm:shape xmlns:r="http://schemas.openxmlformats.org/officeDocument/2006/relationships" rot="180" type="line" r:blip="">
              <dgm:adjLst/>
            </dgm:shape>
          </dgm:else>
        </dgm:choose>
        <dgm:presOf/>
        <dgm:constrLst/>
        <dgm:ruleLst/>
      </dgm:layoutNode>
    </dgm:forEach>
    <dgm:forEach name="Name83" axis="ch" ptType="node" st="5" cnt="1">
      <dgm:layoutNode name="circle5" styleLbl="lnNode1">
        <dgm:alg type="sp"/>
        <dgm:shape xmlns:r="http://schemas.openxmlformats.org/officeDocument/2006/relationships" type="ellipse" r:blip="" zOrderOff="-20">
          <dgm:adjLst/>
        </dgm:shape>
        <dgm:presOf/>
        <dgm:constrLst/>
        <dgm:ruleLst/>
      </dgm:layoutNode>
      <dgm:layoutNode name="text5" styleLbl="revTx">
        <dgm:varLst>
          <dgm:bulletEnabled val="1"/>
        </dgm:varLst>
        <dgm:choose name="Name84">
          <dgm:if name="Name85" func="var" arg="dir" op="equ" val="norm">
            <dgm:choose name="Name86">
              <dgm:if name="Name87" axis="root des" ptType="all node" func="maxDepth" op="gt" val="1">
                <dgm:alg type="tx">
                  <dgm:param type="parTxLTRAlign" val="l"/>
                  <dgm:param type="parTxRTLAlign" val="r"/>
                </dgm:alg>
              </dgm:if>
              <dgm:else name="Name88">
                <dgm:alg type="tx">
                  <dgm:param type="parTxLTRAlign" val="l"/>
                  <dgm:param type="parTxRTLAlign" val="l"/>
                </dgm:alg>
              </dgm:else>
            </dgm:choose>
          </dgm:if>
          <dgm:else name="Name89">
            <dgm:choose name="Name90">
              <dgm:if name="Name91" axis="root des" ptType="all node" func="maxDepth" op="gt" val="1">
                <dgm:alg type="tx">
                  <dgm:param type="parTxLTRAlign" val="l"/>
                  <dgm:param type="parTxRTLAlign" val="r"/>
                </dgm:alg>
              </dgm:if>
              <dgm:else name="Name92">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tMarg" refType="primFontSz" fact="0.1"/>
              <dgm:constr type="bMarg" refType="primFontSz" fact="0.1"/>
              <dgm:constr type="rMarg" refType="primFontSz" fact="0.1"/>
            </dgm:constrLst>
          </dgm:if>
          <dgm:else name="Name95">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5" styleLbl="callout">
        <dgm:alg type="sp"/>
        <dgm:shape xmlns:r="http://schemas.openxmlformats.org/officeDocument/2006/relationships" type="line" r:blip="">
          <dgm:adjLst/>
        </dgm:shape>
        <dgm:presOf/>
        <dgm:constrLst/>
        <dgm:ruleLst/>
      </dgm:layoutNode>
      <dgm:layoutNode name="d5" styleLbl="callout">
        <dgm:alg type="sp"/>
        <dgm:choose name="Name96">
          <dgm:if name="Name97" func="var" arg="dir" op="equ" val="norm">
            <dgm:shape xmlns:r="http://schemas.openxmlformats.org/officeDocument/2006/relationships" rot="90" type="line" r:blip="">
              <dgm:adjLst/>
            </dgm:shape>
          </dgm:if>
          <dgm:else name="Name98">
            <dgm:shape xmlns:r="http://schemas.openxmlformats.org/officeDocument/2006/relationships" rot="180" type="line" r:blip="">
              <dgm:adjLst/>
            </dgm:shape>
          </dgm:else>
        </dgm:choose>
        <dgm:presOf/>
        <dgm:constrLst/>
        <dgm:ruleLst/>
      </dgm:layoutNode>
    </dgm:forEach>
  </dgm:layoutNode>
</dgm:layoutDef>
</file>

<file path=ppt/diagrams/layout10.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92B940-0F6C-424E-9627-B97B9AA58BCA}" type="datetimeFigureOut">
              <a:rPr lang="en-CA" smtClean="0"/>
              <a:t>2026-03-26</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EA585A-F667-432A-AB46-4F64AEA267FF}" type="slidenum">
              <a:rPr lang="en-CA" smtClean="0"/>
              <a:t>‹#›</a:t>
            </a:fld>
            <a:endParaRPr lang="en-CA"/>
          </a:p>
        </p:txBody>
      </p:sp>
    </p:spTree>
    <p:extLst>
      <p:ext uri="{BB962C8B-B14F-4D97-AF65-F5344CB8AC3E}">
        <p14:creationId xmlns:p14="http://schemas.microsoft.com/office/powerpoint/2010/main" val="270201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dirty="0"/>
          </a:p>
        </p:txBody>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EEA585A-F667-432A-AB46-4F64AEA267FF}" type="slidenum">
              <a:rPr lang="en-CA" smtClean="0"/>
              <a:t>11</a:t>
            </a:fld>
            <a:endParaRPr lang="en-CA" dirty="0"/>
          </a:p>
        </p:txBody>
      </p:sp>
    </p:spTree>
    <p:extLst>
      <p:ext uri="{BB962C8B-B14F-4D97-AF65-F5344CB8AC3E}">
        <p14:creationId xmlns:p14="http://schemas.microsoft.com/office/powerpoint/2010/main" val="19109043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9BE88-D114-D742-5A5A-443E1BF8ED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F8E7B7-8684-798B-4D37-FC5CD4D24FBE}"/>
              </a:ext>
            </a:extLst>
          </p:cNvPr>
          <p:cNvSpPr>
            <a:spLocks noGrp="1" noRot="1" noChangeAspect="1"/>
          </p:cNvSpPr>
          <p:nvPr>
            <p:ph type="sldImg"/>
          </p:nvPr>
        </p:nvSpPr>
        <p:spPr/>
        <p:txBody>
          <a:bodyPr/>
          <a:lstStyle/>
          <a:p>
            <a:endParaRPr lang="en-CA" dirty="0"/>
          </a:p>
        </p:txBody>
      </p:sp>
      <p:sp>
        <p:nvSpPr>
          <p:cNvPr id="3" name="Notes Placeholder 2">
            <a:extLst>
              <a:ext uri="{FF2B5EF4-FFF2-40B4-BE49-F238E27FC236}">
                <a16:creationId xmlns:a16="http://schemas.microsoft.com/office/drawing/2014/main" id="{27264708-36D0-AB4F-235E-83BF7194C9B0}"/>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57774448-3EFB-3158-534B-46A2A737FEDA}"/>
              </a:ext>
            </a:extLst>
          </p:cNvPr>
          <p:cNvSpPr>
            <a:spLocks noGrp="1"/>
          </p:cNvSpPr>
          <p:nvPr>
            <p:ph type="sldNum" sz="quarter" idx="5"/>
          </p:nvPr>
        </p:nvSpPr>
        <p:spPr/>
        <p:txBody>
          <a:bodyPr/>
          <a:lstStyle/>
          <a:p>
            <a:fld id="{4EEA585A-F667-432A-AB46-4F64AEA267FF}" type="slidenum">
              <a:rPr lang="en-CA" smtClean="0"/>
              <a:t>12</a:t>
            </a:fld>
            <a:endParaRPr lang="en-CA" dirty="0"/>
          </a:p>
        </p:txBody>
      </p:sp>
    </p:spTree>
    <p:extLst>
      <p:ext uri="{BB962C8B-B14F-4D97-AF65-F5344CB8AC3E}">
        <p14:creationId xmlns:p14="http://schemas.microsoft.com/office/powerpoint/2010/main" val="35286371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99219-2E02-EC57-AC0E-2C72B8F15B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6233A5-834E-E5F1-F32B-1809A0CA8D0A}"/>
              </a:ext>
            </a:extLst>
          </p:cNvPr>
          <p:cNvSpPr>
            <a:spLocks noGrp="1" noRot="1" noChangeAspect="1"/>
          </p:cNvSpPr>
          <p:nvPr>
            <p:ph type="sldImg"/>
          </p:nvPr>
        </p:nvSpPr>
        <p:spPr/>
        <p:txBody>
          <a:bodyPr/>
          <a:lstStyle/>
          <a:p>
            <a:endParaRPr lang="en-CA" dirty="0"/>
          </a:p>
        </p:txBody>
      </p:sp>
      <p:sp>
        <p:nvSpPr>
          <p:cNvPr id="3" name="Notes Placeholder 2">
            <a:extLst>
              <a:ext uri="{FF2B5EF4-FFF2-40B4-BE49-F238E27FC236}">
                <a16:creationId xmlns:a16="http://schemas.microsoft.com/office/drawing/2014/main" id="{9EC92496-10D6-EC36-AAF7-4A08B00F6F31}"/>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823B30EB-22DA-D928-B9A4-ACED91D189EF}"/>
              </a:ext>
            </a:extLst>
          </p:cNvPr>
          <p:cNvSpPr>
            <a:spLocks noGrp="1"/>
          </p:cNvSpPr>
          <p:nvPr>
            <p:ph type="sldNum" sz="quarter" idx="5"/>
          </p:nvPr>
        </p:nvSpPr>
        <p:spPr/>
        <p:txBody>
          <a:bodyPr/>
          <a:lstStyle/>
          <a:p>
            <a:fld id="{4EEA585A-F667-432A-AB46-4F64AEA267FF}" type="slidenum">
              <a:rPr lang="en-CA" smtClean="0"/>
              <a:t>13</a:t>
            </a:fld>
            <a:endParaRPr lang="en-CA" dirty="0"/>
          </a:p>
        </p:txBody>
      </p:sp>
    </p:spTree>
    <p:extLst>
      <p:ext uri="{BB962C8B-B14F-4D97-AF65-F5344CB8AC3E}">
        <p14:creationId xmlns:p14="http://schemas.microsoft.com/office/powerpoint/2010/main" val="17308771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93C09-14F2-96D2-B513-C4632B1826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B90BD9-FF93-50AC-BB71-FE72475E65D2}"/>
              </a:ext>
            </a:extLst>
          </p:cNvPr>
          <p:cNvSpPr>
            <a:spLocks noGrp="1" noRot="1" noChangeAspect="1"/>
          </p:cNvSpPr>
          <p:nvPr>
            <p:ph type="sldImg"/>
          </p:nvPr>
        </p:nvSpPr>
        <p:spPr/>
        <p:txBody>
          <a:bodyPr/>
          <a:lstStyle/>
          <a:p>
            <a:endParaRPr lang="en-CA" dirty="0"/>
          </a:p>
        </p:txBody>
      </p:sp>
      <p:sp>
        <p:nvSpPr>
          <p:cNvPr id="3" name="Notes Placeholder 2">
            <a:extLst>
              <a:ext uri="{FF2B5EF4-FFF2-40B4-BE49-F238E27FC236}">
                <a16:creationId xmlns:a16="http://schemas.microsoft.com/office/drawing/2014/main" id="{07E44E1B-3487-11D5-7D85-1EF17E79C836}"/>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9639FBFC-BB77-342B-AB89-BB6B591D9D34}"/>
              </a:ext>
            </a:extLst>
          </p:cNvPr>
          <p:cNvSpPr>
            <a:spLocks noGrp="1"/>
          </p:cNvSpPr>
          <p:nvPr>
            <p:ph type="sldNum" sz="quarter" idx="5"/>
          </p:nvPr>
        </p:nvSpPr>
        <p:spPr/>
        <p:txBody>
          <a:bodyPr/>
          <a:lstStyle/>
          <a:p>
            <a:fld id="{4EEA585A-F667-432A-AB46-4F64AEA267FF}" type="slidenum">
              <a:rPr lang="en-CA" smtClean="0"/>
              <a:t>14</a:t>
            </a:fld>
            <a:endParaRPr lang="en-CA" dirty="0"/>
          </a:p>
        </p:txBody>
      </p:sp>
    </p:spTree>
    <p:extLst>
      <p:ext uri="{BB962C8B-B14F-4D97-AF65-F5344CB8AC3E}">
        <p14:creationId xmlns:p14="http://schemas.microsoft.com/office/powerpoint/2010/main" val="19104539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928DD-041F-B3E1-08B9-95F371B51F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6F7F0F-48A7-2D91-D8C1-1AE7786908C5}"/>
              </a:ext>
            </a:extLst>
          </p:cNvPr>
          <p:cNvSpPr>
            <a:spLocks noGrp="1" noRot="1" noChangeAspect="1"/>
          </p:cNvSpPr>
          <p:nvPr>
            <p:ph type="sldImg"/>
          </p:nvPr>
        </p:nvSpPr>
        <p:spPr/>
        <p:txBody>
          <a:bodyPr/>
          <a:lstStyle/>
          <a:p>
            <a:endParaRPr lang="en-CA" dirty="0"/>
          </a:p>
        </p:txBody>
      </p:sp>
      <p:sp>
        <p:nvSpPr>
          <p:cNvPr id="3" name="Notes Placeholder 2">
            <a:extLst>
              <a:ext uri="{FF2B5EF4-FFF2-40B4-BE49-F238E27FC236}">
                <a16:creationId xmlns:a16="http://schemas.microsoft.com/office/drawing/2014/main" id="{9B2BAB2D-5735-CF12-2BB8-09ACA0F2D712}"/>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0AEB76D7-89EE-B944-08C2-148F79869F86}"/>
              </a:ext>
            </a:extLst>
          </p:cNvPr>
          <p:cNvSpPr>
            <a:spLocks noGrp="1"/>
          </p:cNvSpPr>
          <p:nvPr>
            <p:ph type="sldNum" sz="quarter" idx="5"/>
          </p:nvPr>
        </p:nvSpPr>
        <p:spPr/>
        <p:txBody>
          <a:bodyPr/>
          <a:lstStyle/>
          <a:p>
            <a:fld id="{4EEA585A-F667-432A-AB46-4F64AEA267FF}" type="slidenum">
              <a:rPr lang="en-CA" smtClean="0"/>
              <a:t>15</a:t>
            </a:fld>
            <a:endParaRPr lang="en-CA" dirty="0"/>
          </a:p>
        </p:txBody>
      </p:sp>
    </p:spTree>
    <p:extLst>
      <p:ext uri="{BB962C8B-B14F-4D97-AF65-F5344CB8AC3E}">
        <p14:creationId xmlns:p14="http://schemas.microsoft.com/office/powerpoint/2010/main" val="19376499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CAA70-4A4C-EADE-1379-9774F9D353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D8E0F7-8DC5-C837-4B9E-5B02941E5385}"/>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892D855F-8545-C7D6-A76B-CFD14B99B0DB}"/>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8E903CF9-171D-ADA6-F31F-9CC71896C74A}"/>
              </a:ext>
            </a:extLst>
          </p:cNvPr>
          <p:cNvSpPr>
            <a:spLocks noGrp="1"/>
          </p:cNvSpPr>
          <p:nvPr>
            <p:ph type="sldNum" sz="quarter" idx="5"/>
          </p:nvPr>
        </p:nvSpPr>
        <p:spPr/>
        <p:txBody>
          <a:bodyPr/>
          <a:lstStyle/>
          <a:p>
            <a:fld id="{4EEA585A-F667-432A-AB46-4F64AEA267FF}" type="slidenum">
              <a:rPr lang="en-CA" smtClean="0"/>
              <a:t>16</a:t>
            </a:fld>
            <a:endParaRPr lang="en-CA"/>
          </a:p>
        </p:txBody>
      </p:sp>
    </p:spTree>
    <p:extLst>
      <p:ext uri="{BB962C8B-B14F-4D97-AF65-F5344CB8AC3E}">
        <p14:creationId xmlns:p14="http://schemas.microsoft.com/office/powerpoint/2010/main" val="37251026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5D120-765D-8C5C-5F1F-0E7BD006F0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C4CADA-B714-E1A2-9D90-DB8936529842}"/>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A0A3498C-6A59-7305-3A3F-FC621A864BE0}"/>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1C6D37C5-A46D-3D45-CADE-F26A7309E7E7}"/>
              </a:ext>
            </a:extLst>
          </p:cNvPr>
          <p:cNvSpPr>
            <a:spLocks noGrp="1"/>
          </p:cNvSpPr>
          <p:nvPr>
            <p:ph type="sldNum" sz="quarter" idx="5"/>
          </p:nvPr>
        </p:nvSpPr>
        <p:spPr/>
        <p:txBody>
          <a:bodyPr/>
          <a:lstStyle/>
          <a:p>
            <a:fld id="{4EEA585A-F667-432A-AB46-4F64AEA267FF}" type="slidenum">
              <a:rPr lang="en-CA" smtClean="0"/>
              <a:t>17</a:t>
            </a:fld>
            <a:endParaRPr lang="en-CA"/>
          </a:p>
        </p:txBody>
      </p:sp>
    </p:spTree>
    <p:extLst>
      <p:ext uri="{BB962C8B-B14F-4D97-AF65-F5344CB8AC3E}">
        <p14:creationId xmlns:p14="http://schemas.microsoft.com/office/powerpoint/2010/main" val="3946841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98910-9F1E-2277-792E-064A4F395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F6B021-0E2E-E33C-0BD3-AFB0B3588E23}"/>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7FF22B00-FD37-F234-0ABE-2E6ECC5F8FE0}"/>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BCB4BC6A-6DF1-E806-7790-BA06E8CF6FCE}"/>
              </a:ext>
            </a:extLst>
          </p:cNvPr>
          <p:cNvSpPr>
            <a:spLocks noGrp="1"/>
          </p:cNvSpPr>
          <p:nvPr>
            <p:ph type="sldNum" sz="quarter" idx="5"/>
          </p:nvPr>
        </p:nvSpPr>
        <p:spPr/>
        <p:txBody>
          <a:bodyPr/>
          <a:lstStyle/>
          <a:p>
            <a:fld id="{4EEA585A-F667-432A-AB46-4F64AEA267FF}" type="slidenum">
              <a:rPr lang="en-CA" smtClean="0"/>
              <a:t>18</a:t>
            </a:fld>
            <a:endParaRPr lang="en-CA"/>
          </a:p>
        </p:txBody>
      </p:sp>
    </p:spTree>
    <p:extLst>
      <p:ext uri="{BB962C8B-B14F-4D97-AF65-F5344CB8AC3E}">
        <p14:creationId xmlns:p14="http://schemas.microsoft.com/office/powerpoint/2010/main" val="5193595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194D4-664A-23E7-F290-817BF671FA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8EB173-8B1B-9536-2CBB-0C0FCBE95287}"/>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0C3AE337-587B-BA95-2208-12CC62DE6F29}"/>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F0402FB4-E21D-F278-BF6F-F257507062F7}"/>
              </a:ext>
            </a:extLst>
          </p:cNvPr>
          <p:cNvSpPr>
            <a:spLocks noGrp="1"/>
          </p:cNvSpPr>
          <p:nvPr>
            <p:ph type="sldNum" sz="quarter" idx="5"/>
          </p:nvPr>
        </p:nvSpPr>
        <p:spPr/>
        <p:txBody>
          <a:bodyPr/>
          <a:lstStyle/>
          <a:p>
            <a:fld id="{4EEA585A-F667-432A-AB46-4F64AEA267FF}" type="slidenum">
              <a:rPr lang="en-CA" smtClean="0"/>
              <a:t>19</a:t>
            </a:fld>
            <a:endParaRPr lang="en-CA"/>
          </a:p>
        </p:txBody>
      </p:sp>
    </p:spTree>
    <p:extLst>
      <p:ext uri="{BB962C8B-B14F-4D97-AF65-F5344CB8AC3E}">
        <p14:creationId xmlns:p14="http://schemas.microsoft.com/office/powerpoint/2010/main" val="13487474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2FDD1-AE64-3EBF-3413-F2662DF223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A525E0-A1BF-81D1-92A3-D6AB27D5FBC8}"/>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6B118E3A-63D3-6785-2608-F4673DB3BAD5}"/>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18ACAB83-DEAC-25B0-BD10-F679E2ABC838}"/>
              </a:ext>
            </a:extLst>
          </p:cNvPr>
          <p:cNvSpPr>
            <a:spLocks noGrp="1"/>
          </p:cNvSpPr>
          <p:nvPr>
            <p:ph type="sldNum" sz="quarter" idx="5"/>
          </p:nvPr>
        </p:nvSpPr>
        <p:spPr/>
        <p:txBody>
          <a:bodyPr/>
          <a:lstStyle/>
          <a:p>
            <a:fld id="{4EEA585A-F667-432A-AB46-4F64AEA267FF}" type="slidenum">
              <a:rPr lang="en-CA" smtClean="0"/>
              <a:t>20</a:t>
            </a:fld>
            <a:endParaRPr lang="en-CA"/>
          </a:p>
        </p:txBody>
      </p:sp>
    </p:spTree>
    <p:extLst>
      <p:ext uri="{BB962C8B-B14F-4D97-AF65-F5344CB8AC3E}">
        <p14:creationId xmlns:p14="http://schemas.microsoft.com/office/powerpoint/2010/main" val="12482302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004F7-EFB6-6A6E-759F-5F3926C1FF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8EBF8A-CD24-1212-57A7-056DC1CB3102}"/>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3F11862A-0691-13B2-F760-1B0954A38A3C}"/>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96A04D7F-06B4-E1B6-6DB4-7C1B9FFB1452}"/>
              </a:ext>
            </a:extLst>
          </p:cNvPr>
          <p:cNvSpPr>
            <a:spLocks noGrp="1"/>
          </p:cNvSpPr>
          <p:nvPr>
            <p:ph type="sldNum" sz="quarter" idx="5"/>
          </p:nvPr>
        </p:nvSpPr>
        <p:spPr/>
        <p:txBody>
          <a:bodyPr/>
          <a:lstStyle/>
          <a:p>
            <a:fld id="{4EEA585A-F667-432A-AB46-4F64AEA267FF}" type="slidenum">
              <a:rPr lang="en-CA" smtClean="0"/>
              <a:t>21</a:t>
            </a:fld>
            <a:endParaRPr lang="en-CA"/>
          </a:p>
        </p:txBody>
      </p:sp>
    </p:spTree>
    <p:extLst>
      <p:ext uri="{BB962C8B-B14F-4D97-AF65-F5344CB8AC3E}">
        <p14:creationId xmlns:p14="http://schemas.microsoft.com/office/powerpoint/2010/main" val="18454558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F84CF-DB61-D5F9-AB41-E8EF915BB3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D082B5-1CE0-BC66-6A3B-B901E518A5BA}"/>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28E0ECFE-0FBF-1616-3E65-3A55E5869CA5}"/>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1B235AAC-37BD-C325-051F-7709DE237C8E}"/>
              </a:ext>
            </a:extLst>
          </p:cNvPr>
          <p:cNvSpPr>
            <a:spLocks noGrp="1"/>
          </p:cNvSpPr>
          <p:nvPr>
            <p:ph type="sldNum" sz="quarter" idx="5"/>
          </p:nvPr>
        </p:nvSpPr>
        <p:spPr/>
        <p:txBody>
          <a:bodyPr/>
          <a:lstStyle/>
          <a:p>
            <a:fld id="{4EEA585A-F667-432A-AB46-4F64AEA267FF}" type="slidenum">
              <a:rPr lang="en-CA" smtClean="0"/>
              <a:t>22</a:t>
            </a:fld>
            <a:endParaRPr lang="en-CA"/>
          </a:p>
        </p:txBody>
      </p:sp>
    </p:spTree>
    <p:extLst>
      <p:ext uri="{BB962C8B-B14F-4D97-AF65-F5344CB8AC3E}">
        <p14:creationId xmlns:p14="http://schemas.microsoft.com/office/powerpoint/2010/main" val="2824501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F38A1-BF27-0A4A-CDBE-83AB51070E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81122D-A292-31DC-1E4F-80F4432046D2}"/>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1AD42EB7-F6EF-C94C-723F-98F4D6F1DA30}"/>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6D4047F8-0188-0180-A7FA-FB8EEBE741A9}"/>
              </a:ext>
            </a:extLst>
          </p:cNvPr>
          <p:cNvSpPr>
            <a:spLocks noGrp="1"/>
          </p:cNvSpPr>
          <p:nvPr>
            <p:ph type="sldNum" sz="quarter" idx="5"/>
          </p:nvPr>
        </p:nvSpPr>
        <p:spPr/>
        <p:txBody>
          <a:bodyPr/>
          <a:lstStyle/>
          <a:p>
            <a:fld id="{4EEA585A-F667-432A-AB46-4F64AEA267FF}" type="slidenum">
              <a:rPr lang="en-CA" smtClean="0"/>
              <a:t>23</a:t>
            </a:fld>
            <a:endParaRPr lang="en-CA"/>
          </a:p>
        </p:txBody>
      </p:sp>
    </p:spTree>
    <p:extLst>
      <p:ext uri="{BB962C8B-B14F-4D97-AF65-F5344CB8AC3E}">
        <p14:creationId xmlns:p14="http://schemas.microsoft.com/office/powerpoint/2010/main" val="38875892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322BE-82F1-2C5C-9C69-829FFA96F8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431041-D5A0-BCEA-D721-AC505437E899}"/>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9B508439-328B-E90B-0451-4D4F3145764D}"/>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E389EF6A-C758-9212-C054-ECB49E2E4A74}"/>
              </a:ext>
            </a:extLst>
          </p:cNvPr>
          <p:cNvSpPr>
            <a:spLocks noGrp="1"/>
          </p:cNvSpPr>
          <p:nvPr>
            <p:ph type="sldNum" sz="quarter" idx="5"/>
          </p:nvPr>
        </p:nvSpPr>
        <p:spPr/>
        <p:txBody>
          <a:bodyPr/>
          <a:lstStyle/>
          <a:p>
            <a:fld id="{4EEA585A-F667-432A-AB46-4F64AEA267FF}" type="slidenum">
              <a:rPr lang="en-CA" smtClean="0"/>
              <a:t>24</a:t>
            </a:fld>
            <a:endParaRPr lang="en-CA"/>
          </a:p>
        </p:txBody>
      </p:sp>
    </p:spTree>
    <p:extLst>
      <p:ext uri="{BB962C8B-B14F-4D97-AF65-F5344CB8AC3E}">
        <p14:creationId xmlns:p14="http://schemas.microsoft.com/office/powerpoint/2010/main" val="26603860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A6FFB-831A-0344-1317-425512E505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1FB320-7468-D9E0-24CE-8982D8833496}"/>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54BDED83-BA3F-0E09-F2DC-55ECF91533F5}"/>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4F4D55FF-D691-6580-8AB4-F53CD2A57A85}"/>
              </a:ext>
            </a:extLst>
          </p:cNvPr>
          <p:cNvSpPr>
            <a:spLocks noGrp="1"/>
          </p:cNvSpPr>
          <p:nvPr>
            <p:ph type="sldNum" sz="quarter" idx="5"/>
          </p:nvPr>
        </p:nvSpPr>
        <p:spPr/>
        <p:txBody>
          <a:bodyPr/>
          <a:lstStyle/>
          <a:p>
            <a:fld id="{4EEA585A-F667-432A-AB46-4F64AEA267FF}" type="slidenum">
              <a:rPr lang="en-CA" smtClean="0"/>
              <a:t>25</a:t>
            </a:fld>
            <a:endParaRPr lang="en-CA"/>
          </a:p>
        </p:txBody>
      </p:sp>
    </p:spTree>
    <p:extLst>
      <p:ext uri="{BB962C8B-B14F-4D97-AF65-F5344CB8AC3E}">
        <p14:creationId xmlns:p14="http://schemas.microsoft.com/office/powerpoint/2010/main" val="25582678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16234-1A43-3A6B-C480-33A06C211B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576EA5-7CDB-BC59-60FD-34B3FCDEC88D}"/>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0D4F5EE7-A19A-4F73-D035-5C8CC95ADD48}"/>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D4601A24-02BF-ED08-41F9-C9384D7D02C3}"/>
              </a:ext>
            </a:extLst>
          </p:cNvPr>
          <p:cNvSpPr>
            <a:spLocks noGrp="1"/>
          </p:cNvSpPr>
          <p:nvPr>
            <p:ph type="sldNum" sz="quarter" idx="5"/>
          </p:nvPr>
        </p:nvSpPr>
        <p:spPr/>
        <p:txBody>
          <a:bodyPr/>
          <a:lstStyle/>
          <a:p>
            <a:fld id="{4EEA585A-F667-432A-AB46-4F64AEA267FF}" type="slidenum">
              <a:rPr lang="en-CA" smtClean="0"/>
              <a:t>26</a:t>
            </a:fld>
            <a:endParaRPr lang="en-CA"/>
          </a:p>
        </p:txBody>
      </p:sp>
    </p:spTree>
    <p:extLst>
      <p:ext uri="{BB962C8B-B14F-4D97-AF65-F5344CB8AC3E}">
        <p14:creationId xmlns:p14="http://schemas.microsoft.com/office/powerpoint/2010/main" val="6758546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36E3F-756F-E921-E478-52502CDDF0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6BCFB9-47BE-3D85-2340-60AD070CAE16}"/>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BA727F5F-8363-4EB1-8E12-61A708C8CAE1}"/>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BE9DEC21-B2E8-60EE-A351-486E1548788D}"/>
              </a:ext>
            </a:extLst>
          </p:cNvPr>
          <p:cNvSpPr>
            <a:spLocks noGrp="1"/>
          </p:cNvSpPr>
          <p:nvPr>
            <p:ph type="sldNum" sz="quarter" idx="5"/>
          </p:nvPr>
        </p:nvSpPr>
        <p:spPr/>
        <p:txBody>
          <a:bodyPr/>
          <a:lstStyle/>
          <a:p>
            <a:fld id="{4EEA585A-F667-432A-AB46-4F64AEA267FF}" type="slidenum">
              <a:rPr lang="en-CA" smtClean="0"/>
              <a:t>27</a:t>
            </a:fld>
            <a:endParaRPr lang="en-CA"/>
          </a:p>
        </p:txBody>
      </p:sp>
    </p:spTree>
    <p:extLst>
      <p:ext uri="{BB962C8B-B14F-4D97-AF65-F5344CB8AC3E}">
        <p14:creationId xmlns:p14="http://schemas.microsoft.com/office/powerpoint/2010/main" val="2713985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D7D6D-63BF-204E-346D-977278B827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0B532E-2C3D-345C-4FF2-7815D1206886}"/>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F356BD4E-645A-45EB-EEAA-D99F08AC9BE4}"/>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B43364AA-1233-1D9B-2776-2463C5AE2C05}"/>
              </a:ext>
            </a:extLst>
          </p:cNvPr>
          <p:cNvSpPr>
            <a:spLocks noGrp="1"/>
          </p:cNvSpPr>
          <p:nvPr>
            <p:ph type="sldNum" sz="quarter" idx="5"/>
          </p:nvPr>
        </p:nvSpPr>
        <p:spPr/>
        <p:txBody>
          <a:bodyPr/>
          <a:lstStyle/>
          <a:p>
            <a:fld id="{4EEA585A-F667-432A-AB46-4F64AEA267FF}" type="slidenum">
              <a:rPr lang="en-CA" smtClean="0"/>
              <a:t>28</a:t>
            </a:fld>
            <a:endParaRPr lang="en-CA"/>
          </a:p>
        </p:txBody>
      </p:sp>
    </p:spTree>
    <p:extLst>
      <p:ext uri="{BB962C8B-B14F-4D97-AF65-F5344CB8AC3E}">
        <p14:creationId xmlns:p14="http://schemas.microsoft.com/office/powerpoint/2010/main" val="21617524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61FEE-D1F7-BA45-A8A3-B1B8229C19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DC87C1-316F-93A8-FD4B-7E234A166A40}"/>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3CC2D885-873A-4735-D076-A583EB877C84}"/>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392031CC-27C3-0AF3-3102-F0B2B37C9DF5}"/>
              </a:ext>
            </a:extLst>
          </p:cNvPr>
          <p:cNvSpPr>
            <a:spLocks noGrp="1"/>
          </p:cNvSpPr>
          <p:nvPr>
            <p:ph type="sldNum" sz="quarter" idx="5"/>
          </p:nvPr>
        </p:nvSpPr>
        <p:spPr/>
        <p:txBody>
          <a:bodyPr/>
          <a:lstStyle/>
          <a:p>
            <a:fld id="{4EEA585A-F667-432A-AB46-4F64AEA267FF}" type="slidenum">
              <a:rPr lang="en-CA" smtClean="0"/>
              <a:t>29</a:t>
            </a:fld>
            <a:endParaRPr lang="en-CA"/>
          </a:p>
        </p:txBody>
      </p:sp>
    </p:spTree>
    <p:extLst>
      <p:ext uri="{BB962C8B-B14F-4D97-AF65-F5344CB8AC3E}">
        <p14:creationId xmlns:p14="http://schemas.microsoft.com/office/powerpoint/2010/main" val="7079226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0C755-B1F6-8E4A-6789-62D1FB8CCE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3F2C2-C258-110F-3E32-F71B879343E4}"/>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990FE6CF-F134-3EC2-2ADF-53BD9B17DBD6}"/>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9B9CAEB5-258B-58FC-D580-E5B90B6393B0}"/>
              </a:ext>
            </a:extLst>
          </p:cNvPr>
          <p:cNvSpPr>
            <a:spLocks noGrp="1"/>
          </p:cNvSpPr>
          <p:nvPr>
            <p:ph type="sldNum" sz="quarter" idx="5"/>
          </p:nvPr>
        </p:nvSpPr>
        <p:spPr/>
        <p:txBody>
          <a:bodyPr/>
          <a:lstStyle/>
          <a:p>
            <a:fld id="{4EEA585A-F667-432A-AB46-4F64AEA267FF}" type="slidenum">
              <a:rPr lang="en-CA" smtClean="0"/>
              <a:t>30</a:t>
            </a:fld>
            <a:endParaRPr lang="en-CA"/>
          </a:p>
        </p:txBody>
      </p:sp>
    </p:spTree>
    <p:extLst>
      <p:ext uri="{BB962C8B-B14F-4D97-AF65-F5344CB8AC3E}">
        <p14:creationId xmlns:p14="http://schemas.microsoft.com/office/powerpoint/2010/main" val="13058710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862D3-E4EB-09C8-B303-6FC301178B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9C087E-B2BB-B2D1-0E50-0997661C2476}"/>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00ADEB32-4817-8AD3-110C-3CDA3D87E121}"/>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33DA2EAD-FB4B-7F24-FC80-8BECA79B2FEA}"/>
              </a:ext>
            </a:extLst>
          </p:cNvPr>
          <p:cNvSpPr>
            <a:spLocks noGrp="1"/>
          </p:cNvSpPr>
          <p:nvPr>
            <p:ph type="sldNum" sz="quarter" idx="5"/>
          </p:nvPr>
        </p:nvSpPr>
        <p:spPr/>
        <p:txBody>
          <a:bodyPr/>
          <a:lstStyle/>
          <a:p>
            <a:fld id="{4EEA585A-F667-432A-AB46-4F64AEA267FF}" type="slidenum">
              <a:rPr lang="en-CA" smtClean="0"/>
              <a:t>31</a:t>
            </a:fld>
            <a:endParaRPr lang="en-CA"/>
          </a:p>
        </p:txBody>
      </p:sp>
    </p:spTree>
    <p:extLst>
      <p:ext uri="{BB962C8B-B14F-4D97-AF65-F5344CB8AC3E}">
        <p14:creationId xmlns:p14="http://schemas.microsoft.com/office/powerpoint/2010/main" val="15390595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DC9AB-9091-F7FE-54A4-19899A8DED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75368E-585B-737C-09A8-9A8ECD51413B}"/>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CB598882-EC0A-5F00-DF58-CF5C8F0AF946}"/>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F90E9BEE-BF79-05B8-D25F-54A81301C1BA}"/>
              </a:ext>
            </a:extLst>
          </p:cNvPr>
          <p:cNvSpPr>
            <a:spLocks noGrp="1"/>
          </p:cNvSpPr>
          <p:nvPr>
            <p:ph type="sldNum" sz="quarter" idx="5"/>
          </p:nvPr>
        </p:nvSpPr>
        <p:spPr/>
        <p:txBody>
          <a:bodyPr/>
          <a:lstStyle/>
          <a:p>
            <a:fld id="{4EEA585A-F667-432A-AB46-4F64AEA267FF}" type="slidenum">
              <a:rPr lang="en-CA" smtClean="0"/>
              <a:t>32</a:t>
            </a:fld>
            <a:endParaRPr lang="en-CA"/>
          </a:p>
        </p:txBody>
      </p:sp>
    </p:spTree>
    <p:extLst>
      <p:ext uri="{BB962C8B-B14F-4D97-AF65-F5344CB8AC3E}">
        <p14:creationId xmlns:p14="http://schemas.microsoft.com/office/powerpoint/2010/main" val="35551670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79FC8-6704-07B2-7CEB-F85767388D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980C07-28AA-C9B5-689A-146E13EBE7DA}"/>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B660AD37-010A-0B40-5CEC-AAD36F3606E1}"/>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F1889EBD-D812-6FC2-FE27-3F45B81B343A}"/>
              </a:ext>
            </a:extLst>
          </p:cNvPr>
          <p:cNvSpPr>
            <a:spLocks noGrp="1"/>
          </p:cNvSpPr>
          <p:nvPr>
            <p:ph type="sldNum" sz="quarter" idx="5"/>
          </p:nvPr>
        </p:nvSpPr>
        <p:spPr/>
        <p:txBody>
          <a:bodyPr/>
          <a:lstStyle/>
          <a:p>
            <a:fld id="{4EEA585A-F667-432A-AB46-4F64AEA267FF}" type="slidenum">
              <a:rPr lang="en-CA" smtClean="0"/>
              <a:t>33</a:t>
            </a:fld>
            <a:endParaRPr lang="en-CA"/>
          </a:p>
        </p:txBody>
      </p:sp>
    </p:spTree>
    <p:extLst>
      <p:ext uri="{BB962C8B-B14F-4D97-AF65-F5344CB8AC3E}">
        <p14:creationId xmlns:p14="http://schemas.microsoft.com/office/powerpoint/2010/main" val="40578752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9E5FD-EC86-9F94-0D5B-9CBEE3350A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0C5999-9B98-67E4-3730-A76D41B8F6FF}"/>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70BBF59B-1E6C-32BE-7E8A-399C2C32FCAC}"/>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60CB17D4-27CC-55FB-195C-191298A31402}"/>
              </a:ext>
            </a:extLst>
          </p:cNvPr>
          <p:cNvSpPr>
            <a:spLocks noGrp="1"/>
          </p:cNvSpPr>
          <p:nvPr>
            <p:ph type="sldNum" sz="quarter" idx="5"/>
          </p:nvPr>
        </p:nvSpPr>
        <p:spPr/>
        <p:txBody>
          <a:bodyPr/>
          <a:lstStyle/>
          <a:p>
            <a:fld id="{4EEA585A-F667-432A-AB46-4F64AEA267FF}" type="slidenum">
              <a:rPr lang="en-CA" smtClean="0"/>
              <a:t>34</a:t>
            </a:fld>
            <a:endParaRPr lang="en-CA"/>
          </a:p>
        </p:txBody>
      </p:sp>
    </p:spTree>
    <p:extLst>
      <p:ext uri="{BB962C8B-B14F-4D97-AF65-F5344CB8AC3E}">
        <p14:creationId xmlns:p14="http://schemas.microsoft.com/office/powerpoint/2010/main" val="14524690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F6ABE-8E7A-14B4-4B12-E4D40D2E9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7ED824-17CE-B062-3B64-DB529F69796C}"/>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B87E8767-AA5F-97AC-3EBF-56B2DB41B341}"/>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9403825F-7660-0B05-B1B3-721F498E8F6F}"/>
              </a:ext>
            </a:extLst>
          </p:cNvPr>
          <p:cNvSpPr>
            <a:spLocks noGrp="1"/>
          </p:cNvSpPr>
          <p:nvPr>
            <p:ph type="sldNum" sz="quarter" idx="5"/>
          </p:nvPr>
        </p:nvSpPr>
        <p:spPr/>
        <p:txBody>
          <a:bodyPr/>
          <a:lstStyle/>
          <a:p>
            <a:fld id="{4EEA585A-F667-432A-AB46-4F64AEA267FF}" type="slidenum">
              <a:rPr lang="en-CA" smtClean="0"/>
              <a:t>35</a:t>
            </a:fld>
            <a:endParaRPr lang="en-CA"/>
          </a:p>
        </p:txBody>
      </p:sp>
    </p:spTree>
    <p:extLst>
      <p:ext uri="{BB962C8B-B14F-4D97-AF65-F5344CB8AC3E}">
        <p14:creationId xmlns:p14="http://schemas.microsoft.com/office/powerpoint/2010/main" val="17898293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A7E76-CD8F-DCFA-FB5D-8BB92F8BC6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05024A-CDC3-63A2-7829-95059FB5B6A7}"/>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AB754D90-2CCC-CCE1-04CC-2B0DCBCAFE02}"/>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C536EE99-0AA0-6EB4-2201-D0E44CDE892C}"/>
              </a:ext>
            </a:extLst>
          </p:cNvPr>
          <p:cNvSpPr>
            <a:spLocks noGrp="1"/>
          </p:cNvSpPr>
          <p:nvPr>
            <p:ph type="sldNum" sz="quarter" idx="5"/>
          </p:nvPr>
        </p:nvSpPr>
        <p:spPr/>
        <p:txBody>
          <a:bodyPr/>
          <a:lstStyle/>
          <a:p>
            <a:fld id="{4EEA585A-F667-432A-AB46-4F64AEA267FF}" type="slidenum">
              <a:rPr lang="en-CA" smtClean="0"/>
              <a:t>36</a:t>
            </a:fld>
            <a:endParaRPr lang="en-CA"/>
          </a:p>
        </p:txBody>
      </p:sp>
    </p:spTree>
    <p:extLst>
      <p:ext uri="{BB962C8B-B14F-4D97-AF65-F5344CB8AC3E}">
        <p14:creationId xmlns:p14="http://schemas.microsoft.com/office/powerpoint/2010/main" val="36368201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A9186-5A67-6713-E4EF-F7ED680373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ADF74B-2DBE-BE9D-533E-8D8574A8E867}"/>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7C20C5E4-7F78-958F-5AA6-45BFB86CD01A}"/>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E10B3F42-89A3-DF17-F1C7-FD0498B89D08}"/>
              </a:ext>
            </a:extLst>
          </p:cNvPr>
          <p:cNvSpPr>
            <a:spLocks noGrp="1"/>
          </p:cNvSpPr>
          <p:nvPr>
            <p:ph type="sldNum" sz="quarter" idx="5"/>
          </p:nvPr>
        </p:nvSpPr>
        <p:spPr/>
        <p:txBody>
          <a:bodyPr/>
          <a:lstStyle/>
          <a:p>
            <a:fld id="{4EEA585A-F667-432A-AB46-4F64AEA267FF}" type="slidenum">
              <a:rPr lang="en-CA" smtClean="0"/>
              <a:t>37</a:t>
            </a:fld>
            <a:endParaRPr lang="en-CA"/>
          </a:p>
        </p:txBody>
      </p:sp>
    </p:spTree>
    <p:extLst>
      <p:ext uri="{BB962C8B-B14F-4D97-AF65-F5344CB8AC3E}">
        <p14:creationId xmlns:p14="http://schemas.microsoft.com/office/powerpoint/2010/main" val="7282536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043DA-D085-C0D8-8338-018748860E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A33BD3-CDD3-1282-E08D-2827D12F7FDF}"/>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58A8C8EA-4B92-0535-ECA5-74E60593D68E}"/>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269AF80C-4010-7A97-94B4-FDA8471265C2}"/>
              </a:ext>
            </a:extLst>
          </p:cNvPr>
          <p:cNvSpPr>
            <a:spLocks noGrp="1"/>
          </p:cNvSpPr>
          <p:nvPr>
            <p:ph type="sldNum" sz="quarter" idx="5"/>
          </p:nvPr>
        </p:nvSpPr>
        <p:spPr/>
        <p:txBody>
          <a:bodyPr/>
          <a:lstStyle/>
          <a:p>
            <a:fld id="{4EEA585A-F667-432A-AB46-4F64AEA267FF}" type="slidenum">
              <a:rPr lang="en-CA" smtClean="0"/>
              <a:t>38</a:t>
            </a:fld>
            <a:endParaRPr lang="en-CA"/>
          </a:p>
        </p:txBody>
      </p:sp>
    </p:spTree>
    <p:extLst>
      <p:ext uri="{BB962C8B-B14F-4D97-AF65-F5344CB8AC3E}">
        <p14:creationId xmlns:p14="http://schemas.microsoft.com/office/powerpoint/2010/main" val="9375154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C3463-686E-4FBD-CD7E-2419DA746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178178-7702-CE02-E8DC-227759E97B42}"/>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18F9D5D2-877B-2AC8-36A3-77DB3319BF85}"/>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A4FE2EA1-81D3-F955-9EBA-8DC904894E4B}"/>
              </a:ext>
            </a:extLst>
          </p:cNvPr>
          <p:cNvSpPr>
            <a:spLocks noGrp="1"/>
          </p:cNvSpPr>
          <p:nvPr>
            <p:ph type="sldNum" sz="quarter" idx="5"/>
          </p:nvPr>
        </p:nvSpPr>
        <p:spPr/>
        <p:txBody>
          <a:bodyPr/>
          <a:lstStyle/>
          <a:p>
            <a:fld id="{4EEA585A-F667-432A-AB46-4F64AEA267FF}" type="slidenum">
              <a:rPr lang="en-CA" smtClean="0"/>
              <a:t>39</a:t>
            </a:fld>
            <a:endParaRPr lang="en-CA"/>
          </a:p>
        </p:txBody>
      </p:sp>
    </p:spTree>
    <p:extLst>
      <p:ext uri="{BB962C8B-B14F-4D97-AF65-F5344CB8AC3E}">
        <p14:creationId xmlns:p14="http://schemas.microsoft.com/office/powerpoint/2010/main" val="20695626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3E93D-AAEA-EFB1-711E-B43537D771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3EDFC9-32F2-9BB3-AEE2-EDF3D2DF6BC5}"/>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ABCBB98A-CA5C-8C4F-FE62-043C0592A0DB}"/>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1CCF9A19-76F8-762E-F27B-92D062C1AE1C}"/>
              </a:ext>
            </a:extLst>
          </p:cNvPr>
          <p:cNvSpPr>
            <a:spLocks noGrp="1"/>
          </p:cNvSpPr>
          <p:nvPr>
            <p:ph type="sldNum" sz="quarter" idx="5"/>
          </p:nvPr>
        </p:nvSpPr>
        <p:spPr/>
        <p:txBody>
          <a:bodyPr/>
          <a:lstStyle/>
          <a:p>
            <a:fld id="{4EEA585A-F667-432A-AB46-4F64AEA267FF}" type="slidenum">
              <a:rPr lang="en-CA" smtClean="0"/>
              <a:t>40</a:t>
            </a:fld>
            <a:endParaRPr lang="en-CA"/>
          </a:p>
        </p:txBody>
      </p:sp>
    </p:spTree>
    <p:extLst>
      <p:ext uri="{BB962C8B-B14F-4D97-AF65-F5344CB8AC3E}">
        <p14:creationId xmlns:p14="http://schemas.microsoft.com/office/powerpoint/2010/main" val="9637873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D7B77-8DF3-23D0-F9EC-72F6DF4788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8CA32A-30D9-DA70-D1B4-41875A811320}"/>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F13E1A80-D615-1CCD-E687-F7276D9D78F2}"/>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7BDE7ACE-EB70-BE75-D03C-F20AC8D3B4A5}"/>
              </a:ext>
            </a:extLst>
          </p:cNvPr>
          <p:cNvSpPr>
            <a:spLocks noGrp="1"/>
          </p:cNvSpPr>
          <p:nvPr>
            <p:ph type="sldNum" sz="quarter" idx="5"/>
          </p:nvPr>
        </p:nvSpPr>
        <p:spPr/>
        <p:txBody>
          <a:bodyPr/>
          <a:lstStyle/>
          <a:p>
            <a:fld id="{4EEA585A-F667-432A-AB46-4F64AEA267FF}" type="slidenum">
              <a:rPr lang="en-CA" smtClean="0"/>
              <a:t>41</a:t>
            </a:fld>
            <a:endParaRPr lang="en-CA"/>
          </a:p>
        </p:txBody>
      </p:sp>
    </p:spTree>
    <p:extLst>
      <p:ext uri="{BB962C8B-B14F-4D97-AF65-F5344CB8AC3E}">
        <p14:creationId xmlns:p14="http://schemas.microsoft.com/office/powerpoint/2010/main" val="16610269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2D300-B1CA-4A96-AE7E-7442224FA2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3A7669-24F5-D505-533A-3D33EAFB4A42}"/>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9E2C8380-8DBC-79C3-4FD8-085F61B2F81D}"/>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50024A68-7B9C-0BCF-1DCA-B44870FB8C38}"/>
              </a:ext>
            </a:extLst>
          </p:cNvPr>
          <p:cNvSpPr>
            <a:spLocks noGrp="1"/>
          </p:cNvSpPr>
          <p:nvPr>
            <p:ph type="sldNum" sz="quarter" idx="5"/>
          </p:nvPr>
        </p:nvSpPr>
        <p:spPr/>
        <p:txBody>
          <a:bodyPr/>
          <a:lstStyle/>
          <a:p>
            <a:fld id="{4EEA585A-F667-432A-AB46-4F64AEA267FF}" type="slidenum">
              <a:rPr lang="en-CA" smtClean="0"/>
              <a:t>42</a:t>
            </a:fld>
            <a:endParaRPr lang="en-CA"/>
          </a:p>
        </p:txBody>
      </p:sp>
    </p:spTree>
    <p:extLst>
      <p:ext uri="{BB962C8B-B14F-4D97-AF65-F5344CB8AC3E}">
        <p14:creationId xmlns:p14="http://schemas.microsoft.com/office/powerpoint/2010/main" val="7102085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55E7C-A8CA-DF83-9737-85A394E6A4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25CEC5-65F5-3BD1-8A66-E07E0F81AFE4}"/>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F77D5CB8-08D2-F69D-EF8B-F7B1DE1B22BD}"/>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B8EFC817-8B78-7B64-AAC2-3AC2801AD1EE}"/>
              </a:ext>
            </a:extLst>
          </p:cNvPr>
          <p:cNvSpPr>
            <a:spLocks noGrp="1"/>
          </p:cNvSpPr>
          <p:nvPr>
            <p:ph type="sldNum" sz="quarter" idx="5"/>
          </p:nvPr>
        </p:nvSpPr>
        <p:spPr/>
        <p:txBody>
          <a:bodyPr/>
          <a:lstStyle/>
          <a:p>
            <a:fld id="{4EEA585A-F667-432A-AB46-4F64AEA267FF}" type="slidenum">
              <a:rPr lang="en-CA" smtClean="0"/>
              <a:t>43</a:t>
            </a:fld>
            <a:endParaRPr lang="en-CA"/>
          </a:p>
        </p:txBody>
      </p:sp>
    </p:spTree>
    <p:extLst>
      <p:ext uri="{BB962C8B-B14F-4D97-AF65-F5344CB8AC3E}">
        <p14:creationId xmlns:p14="http://schemas.microsoft.com/office/powerpoint/2010/main" val="387989237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EC618-1022-2035-BF3E-92972707DE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B920FA-F996-0CF6-7B7F-D9B60C8FD5FC}"/>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56D2560D-F809-78E9-CF05-EB2B139117B5}"/>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422C739A-375A-6BB7-8B2C-07F8897FF079}"/>
              </a:ext>
            </a:extLst>
          </p:cNvPr>
          <p:cNvSpPr>
            <a:spLocks noGrp="1"/>
          </p:cNvSpPr>
          <p:nvPr>
            <p:ph type="sldNum" sz="quarter" idx="5"/>
          </p:nvPr>
        </p:nvSpPr>
        <p:spPr/>
        <p:txBody>
          <a:bodyPr/>
          <a:lstStyle/>
          <a:p>
            <a:fld id="{4EEA585A-F667-432A-AB46-4F64AEA267FF}" type="slidenum">
              <a:rPr lang="en-CA" smtClean="0"/>
              <a:t>44</a:t>
            </a:fld>
            <a:endParaRPr lang="en-CA"/>
          </a:p>
        </p:txBody>
      </p:sp>
    </p:spTree>
    <p:extLst>
      <p:ext uri="{BB962C8B-B14F-4D97-AF65-F5344CB8AC3E}">
        <p14:creationId xmlns:p14="http://schemas.microsoft.com/office/powerpoint/2010/main" val="133802042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63F2D-60CF-4D9C-6480-4D2E2E9242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1E3EF8-C0F4-50AD-D91A-1CC3BFC98E14}"/>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89CE64D3-354A-6181-BE1B-02EADCD901DD}"/>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AFB35FDD-88C3-6A7A-7A71-69607B4CCA6C}"/>
              </a:ext>
            </a:extLst>
          </p:cNvPr>
          <p:cNvSpPr>
            <a:spLocks noGrp="1"/>
          </p:cNvSpPr>
          <p:nvPr>
            <p:ph type="sldNum" sz="quarter" idx="5"/>
          </p:nvPr>
        </p:nvSpPr>
        <p:spPr/>
        <p:txBody>
          <a:bodyPr/>
          <a:lstStyle/>
          <a:p>
            <a:fld id="{4EEA585A-F667-432A-AB46-4F64AEA267FF}" type="slidenum">
              <a:rPr lang="en-CA" smtClean="0"/>
              <a:t>45</a:t>
            </a:fld>
            <a:endParaRPr lang="en-CA"/>
          </a:p>
        </p:txBody>
      </p:sp>
    </p:spTree>
    <p:extLst>
      <p:ext uri="{BB962C8B-B14F-4D97-AF65-F5344CB8AC3E}">
        <p14:creationId xmlns:p14="http://schemas.microsoft.com/office/powerpoint/2010/main" val="22730988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66FC-05D1-7480-BC1D-F9910261FC4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6A36FB5F-3481-2531-8A06-1663746C33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8DDD2B15-2D38-0D25-F3E7-7629433D38DB}"/>
              </a:ext>
            </a:extLst>
          </p:cNvPr>
          <p:cNvSpPr>
            <a:spLocks noGrp="1"/>
          </p:cNvSpPr>
          <p:nvPr>
            <p:ph type="dt" sz="half" idx="10"/>
          </p:nvPr>
        </p:nvSpPr>
        <p:spPr/>
        <p:txBody>
          <a:bodyPr/>
          <a:lstStyle/>
          <a:p>
            <a:fld id="{69624F02-61FA-4A50-8B4F-7C5B563C6E0D}" type="datetime1">
              <a:rPr lang="en-CA" smtClean="0"/>
              <a:t>2026-03-26</a:t>
            </a:fld>
            <a:endParaRPr lang="en-CA"/>
          </a:p>
        </p:txBody>
      </p:sp>
      <p:sp>
        <p:nvSpPr>
          <p:cNvPr id="5" name="Footer Placeholder 4">
            <a:extLst>
              <a:ext uri="{FF2B5EF4-FFF2-40B4-BE49-F238E27FC236}">
                <a16:creationId xmlns:a16="http://schemas.microsoft.com/office/drawing/2014/main" id="{5A656E5D-9231-F302-5BD7-857727D21BC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B4DDDA1A-C572-7BD1-4FF6-B14E8E7559B8}"/>
              </a:ext>
            </a:extLst>
          </p:cNvPr>
          <p:cNvSpPr>
            <a:spLocks noGrp="1"/>
          </p:cNvSpPr>
          <p:nvPr>
            <p:ph type="sldNum" sz="quarter" idx="12"/>
          </p:nvPr>
        </p:nvSpPr>
        <p:spPr/>
        <p:txBody>
          <a:bodyPr/>
          <a:lstStyle/>
          <a:p>
            <a:fld id="{E370B7C0-46F6-4DF2-8928-276E092CFE71}" type="slidenum">
              <a:rPr lang="en-CA" smtClean="0"/>
              <a:t>‹#›</a:t>
            </a:fld>
            <a:endParaRPr lang="en-CA"/>
          </a:p>
        </p:txBody>
      </p:sp>
    </p:spTree>
    <p:extLst>
      <p:ext uri="{BB962C8B-B14F-4D97-AF65-F5344CB8AC3E}">
        <p14:creationId xmlns:p14="http://schemas.microsoft.com/office/powerpoint/2010/main" val="32010925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0DE16-21F5-B084-2BFC-F16A420C5636}"/>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401E21CA-A729-B508-4C3B-5A4E098C87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451B630-82F3-4C96-61A7-D505682AAE50}"/>
              </a:ext>
            </a:extLst>
          </p:cNvPr>
          <p:cNvSpPr>
            <a:spLocks noGrp="1"/>
          </p:cNvSpPr>
          <p:nvPr>
            <p:ph type="dt" sz="half" idx="10"/>
          </p:nvPr>
        </p:nvSpPr>
        <p:spPr/>
        <p:txBody>
          <a:bodyPr/>
          <a:lstStyle/>
          <a:p>
            <a:fld id="{C53B45E8-1B40-475C-A574-22EC098D7C96}" type="datetime1">
              <a:rPr lang="en-CA" smtClean="0"/>
              <a:t>2026-03-26</a:t>
            </a:fld>
            <a:endParaRPr lang="en-CA"/>
          </a:p>
        </p:txBody>
      </p:sp>
      <p:sp>
        <p:nvSpPr>
          <p:cNvPr id="5" name="Footer Placeholder 4">
            <a:extLst>
              <a:ext uri="{FF2B5EF4-FFF2-40B4-BE49-F238E27FC236}">
                <a16:creationId xmlns:a16="http://schemas.microsoft.com/office/drawing/2014/main" id="{2CEB9806-F2B3-96C8-0C29-6B1A55170FB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4381A97-CD88-25D2-7ABA-B52990DD08B6}"/>
              </a:ext>
            </a:extLst>
          </p:cNvPr>
          <p:cNvSpPr>
            <a:spLocks noGrp="1"/>
          </p:cNvSpPr>
          <p:nvPr>
            <p:ph type="sldNum" sz="quarter" idx="12"/>
          </p:nvPr>
        </p:nvSpPr>
        <p:spPr/>
        <p:txBody>
          <a:bodyPr/>
          <a:lstStyle/>
          <a:p>
            <a:fld id="{E370B7C0-46F6-4DF2-8928-276E092CFE71}" type="slidenum">
              <a:rPr lang="en-CA" smtClean="0"/>
              <a:t>‹#›</a:t>
            </a:fld>
            <a:endParaRPr lang="en-CA"/>
          </a:p>
        </p:txBody>
      </p:sp>
    </p:spTree>
    <p:extLst>
      <p:ext uri="{BB962C8B-B14F-4D97-AF65-F5344CB8AC3E}">
        <p14:creationId xmlns:p14="http://schemas.microsoft.com/office/powerpoint/2010/main" val="5685140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F25A5-14F5-CE7E-CDC7-8A70565481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D7A4BA8D-FBC0-559C-B419-7958D0806FC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DABEF7-2B7C-D6AB-4B66-18687A991DA2}"/>
              </a:ext>
            </a:extLst>
          </p:cNvPr>
          <p:cNvSpPr>
            <a:spLocks noGrp="1"/>
          </p:cNvSpPr>
          <p:nvPr>
            <p:ph type="dt" sz="half" idx="10"/>
          </p:nvPr>
        </p:nvSpPr>
        <p:spPr/>
        <p:txBody>
          <a:bodyPr/>
          <a:lstStyle/>
          <a:p>
            <a:fld id="{D0BF1967-056B-4244-9AC9-8DDEC128D747}" type="datetime1">
              <a:rPr lang="en-CA" smtClean="0"/>
              <a:t>2026-03-26</a:t>
            </a:fld>
            <a:endParaRPr lang="en-CA"/>
          </a:p>
        </p:txBody>
      </p:sp>
      <p:sp>
        <p:nvSpPr>
          <p:cNvPr id="5" name="Footer Placeholder 4">
            <a:extLst>
              <a:ext uri="{FF2B5EF4-FFF2-40B4-BE49-F238E27FC236}">
                <a16:creationId xmlns:a16="http://schemas.microsoft.com/office/drawing/2014/main" id="{974C7E12-8C87-D5CE-4307-DE23F5ED0E7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3A9C486-EEE2-4D80-6B89-EAEE622A0749}"/>
              </a:ext>
            </a:extLst>
          </p:cNvPr>
          <p:cNvSpPr>
            <a:spLocks noGrp="1"/>
          </p:cNvSpPr>
          <p:nvPr>
            <p:ph type="sldNum" sz="quarter" idx="12"/>
          </p:nvPr>
        </p:nvSpPr>
        <p:spPr/>
        <p:txBody>
          <a:bodyPr/>
          <a:lstStyle/>
          <a:p>
            <a:fld id="{E370B7C0-46F6-4DF2-8928-276E092CFE71}" type="slidenum">
              <a:rPr lang="en-CA" smtClean="0"/>
              <a:t>‹#›</a:t>
            </a:fld>
            <a:endParaRPr lang="en-CA"/>
          </a:p>
        </p:txBody>
      </p:sp>
    </p:spTree>
    <p:extLst>
      <p:ext uri="{BB962C8B-B14F-4D97-AF65-F5344CB8AC3E}">
        <p14:creationId xmlns:p14="http://schemas.microsoft.com/office/powerpoint/2010/main" val="12644116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7D180-0ABD-F828-A7E4-B5CF154ED5CF}"/>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E243E643-F5BE-5752-36EA-EA5633F610E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D6122BEA-31F0-CD1B-4D11-801B1CD7BB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281BCDF3-D374-2A27-FCDB-EA82BCA0E721}"/>
              </a:ext>
            </a:extLst>
          </p:cNvPr>
          <p:cNvSpPr>
            <a:spLocks noGrp="1"/>
          </p:cNvSpPr>
          <p:nvPr>
            <p:ph type="dt" sz="half" idx="10"/>
          </p:nvPr>
        </p:nvSpPr>
        <p:spPr/>
        <p:txBody>
          <a:bodyPr/>
          <a:lstStyle/>
          <a:p>
            <a:fld id="{4B497B20-324A-46B9-B3D2-5461774C1994}" type="datetime1">
              <a:rPr lang="en-CA" smtClean="0"/>
              <a:t>2026-03-26</a:t>
            </a:fld>
            <a:endParaRPr lang="en-CA"/>
          </a:p>
        </p:txBody>
      </p:sp>
      <p:sp>
        <p:nvSpPr>
          <p:cNvPr id="6" name="Footer Placeholder 5">
            <a:extLst>
              <a:ext uri="{FF2B5EF4-FFF2-40B4-BE49-F238E27FC236}">
                <a16:creationId xmlns:a16="http://schemas.microsoft.com/office/drawing/2014/main" id="{9C4DF86D-D536-2DA1-5739-DA5FD3A3CA83}"/>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75436D47-248E-BDF6-71B6-4AF70D47C16F}"/>
              </a:ext>
            </a:extLst>
          </p:cNvPr>
          <p:cNvSpPr>
            <a:spLocks noGrp="1"/>
          </p:cNvSpPr>
          <p:nvPr>
            <p:ph type="sldNum" sz="quarter" idx="12"/>
          </p:nvPr>
        </p:nvSpPr>
        <p:spPr/>
        <p:txBody>
          <a:bodyPr/>
          <a:lstStyle/>
          <a:p>
            <a:fld id="{E370B7C0-46F6-4DF2-8928-276E092CFE71}" type="slidenum">
              <a:rPr lang="en-CA" smtClean="0"/>
              <a:t>‹#›</a:t>
            </a:fld>
            <a:endParaRPr lang="en-CA"/>
          </a:p>
        </p:txBody>
      </p:sp>
    </p:spTree>
    <p:extLst>
      <p:ext uri="{BB962C8B-B14F-4D97-AF65-F5344CB8AC3E}">
        <p14:creationId xmlns:p14="http://schemas.microsoft.com/office/powerpoint/2010/main" val="2206326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BF942-C026-E0CC-CF66-240CAEDAB467}"/>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98D8F780-90DE-423F-9312-D240F68477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467062-F054-03A1-9624-E120C4E4D10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D295C2C1-D50C-A989-161F-3C807EB920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44696DA-2F41-17A1-695A-6758802D030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B1558774-73DA-9298-465E-E826CA439744}"/>
              </a:ext>
            </a:extLst>
          </p:cNvPr>
          <p:cNvSpPr>
            <a:spLocks noGrp="1"/>
          </p:cNvSpPr>
          <p:nvPr>
            <p:ph type="dt" sz="half" idx="10"/>
          </p:nvPr>
        </p:nvSpPr>
        <p:spPr/>
        <p:txBody>
          <a:bodyPr/>
          <a:lstStyle/>
          <a:p>
            <a:fld id="{F91E5031-7555-4221-8018-2B5312F22DC6}" type="datetime1">
              <a:rPr lang="en-CA" smtClean="0"/>
              <a:t>2026-03-26</a:t>
            </a:fld>
            <a:endParaRPr lang="en-CA"/>
          </a:p>
        </p:txBody>
      </p:sp>
      <p:sp>
        <p:nvSpPr>
          <p:cNvPr id="8" name="Footer Placeholder 7">
            <a:extLst>
              <a:ext uri="{FF2B5EF4-FFF2-40B4-BE49-F238E27FC236}">
                <a16:creationId xmlns:a16="http://schemas.microsoft.com/office/drawing/2014/main" id="{B3984880-285B-7F62-A206-8DC1AF30003A}"/>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4A05949B-E7AC-AF1E-0D29-7446D4805926}"/>
              </a:ext>
            </a:extLst>
          </p:cNvPr>
          <p:cNvSpPr>
            <a:spLocks noGrp="1"/>
          </p:cNvSpPr>
          <p:nvPr>
            <p:ph type="sldNum" sz="quarter" idx="12"/>
          </p:nvPr>
        </p:nvSpPr>
        <p:spPr/>
        <p:txBody>
          <a:bodyPr/>
          <a:lstStyle/>
          <a:p>
            <a:fld id="{E370B7C0-46F6-4DF2-8928-276E092CFE71}" type="slidenum">
              <a:rPr lang="en-CA" smtClean="0"/>
              <a:t>‹#›</a:t>
            </a:fld>
            <a:endParaRPr lang="en-CA"/>
          </a:p>
        </p:txBody>
      </p:sp>
    </p:spTree>
    <p:extLst>
      <p:ext uri="{BB962C8B-B14F-4D97-AF65-F5344CB8AC3E}">
        <p14:creationId xmlns:p14="http://schemas.microsoft.com/office/powerpoint/2010/main" val="31211254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D6D54-C820-A1FF-353E-1FE01DA33868}"/>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5E97A2D9-FBB3-E3CB-07E5-A6AA321801B7}"/>
              </a:ext>
            </a:extLst>
          </p:cNvPr>
          <p:cNvSpPr>
            <a:spLocks noGrp="1"/>
          </p:cNvSpPr>
          <p:nvPr>
            <p:ph type="dt" sz="half" idx="10"/>
          </p:nvPr>
        </p:nvSpPr>
        <p:spPr/>
        <p:txBody>
          <a:bodyPr/>
          <a:lstStyle/>
          <a:p>
            <a:fld id="{6653B822-1EA8-4929-A6A9-165208256842}" type="datetime1">
              <a:rPr lang="en-CA" smtClean="0"/>
              <a:t>2026-03-26</a:t>
            </a:fld>
            <a:endParaRPr lang="en-CA"/>
          </a:p>
        </p:txBody>
      </p:sp>
      <p:sp>
        <p:nvSpPr>
          <p:cNvPr id="4" name="Footer Placeholder 3">
            <a:extLst>
              <a:ext uri="{FF2B5EF4-FFF2-40B4-BE49-F238E27FC236}">
                <a16:creationId xmlns:a16="http://schemas.microsoft.com/office/drawing/2014/main" id="{B9B37406-354A-6FF7-0907-DFEE6D1176A3}"/>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35D250C1-8A5E-9A8D-0452-68A7EBAAC916}"/>
              </a:ext>
            </a:extLst>
          </p:cNvPr>
          <p:cNvSpPr>
            <a:spLocks noGrp="1"/>
          </p:cNvSpPr>
          <p:nvPr>
            <p:ph type="sldNum" sz="quarter" idx="12"/>
          </p:nvPr>
        </p:nvSpPr>
        <p:spPr/>
        <p:txBody>
          <a:bodyPr/>
          <a:lstStyle/>
          <a:p>
            <a:fld id="{E370B7C0-46F6-4DF2-8928-276E092CFE71}" type="slidenum">
              <a:rPr lang="en-CA" smtClean="0"/>
              <a:t>‹#›</a:t>
            </a:fld>
            <a:endParaRPr lang="en-CA"/>
          </a:p>
        </p:txBody>
      </p:sp>
    </p:spTree>
    <p:extLst>
      <p:ext uri="{BB962C8B-B14F-4D97-AF65-F5344CB8AC3E}">
        <p14:creationId xmlns:p14="http://schemas.microsoft.com/office/powerpoint/2010/main" val="15450298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336169-C0EA-7C60-638C-60E82B381A79}"/>
              </a:ext>
            </a:extLst>
          </p:cNvPr>
          <p:cNvSpPr>
            <a:spLocks noGrp="1"/>
          </p:cNvSpPr>
          <p:nvPr>
            <p:ph type="dt" sz="half" idx="10"/>
          </p:nvPr>
        </p:nvSpPr>
        <p:spPr/>
        <p:txBody>
          <a:bodyPr/>
          <a:lstStyle/>
          <a:p>
            <a:fld id="{C72F7510-74C9-4C92-BF79-BF9CCBC6E016}" type="datetime1">
              <a:rPr lang="en-CA" smtClean="0"/>
              <a:t>2026-03-26</a:t>
            </a:fld>
            <a:endParaRPr lang="en-CA"/>
          </a:p>
        </p:txBody>
      </p:sp>
      <p:sp>
        <p:nvSpPr>
          <p:cNvPr id="3" name="Footer Placeholder 2">
            <a:extLst>
              <a:ext uri="{FF2B5EF4-FFF2-40B4-BE49-F238E27FC236}">
                <a16:creationId xmlns:a16="http://schemas.microsoft.com/office/drawing/2014/main" id="{5223CC80-15CB-19C3-D96F-B3032C6AF178}"/>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A49CAFB8-1E3B-6F88-C76D-EC59ACAA6A43}"/>
              </a:ext>
            </a:extLst>
          </p:cNvPr>
          <p:cNvSpPr>
            <a:spLocks noGrp="1"/>
          </p:cNvSpPr>
          <p:nvPr>
            <p:ph type="sldNum" sz="quarter" idx="12"/>
          </p:nvPr>
        </p:nvSpPr>
        <p:spPr/>
        <p:txBody>
          <a:bodyPr/>
          <a:lstStyle/>
          <a:p>
            <a:fld id="{E370B7C0-46F6-4DF2-8928-276E092CFE71}" type="slidenum">
              <a:rPr lang="en-CA" smtClean="0"/>
              <a:t>‹#›</a:t>
            </a:fld>
            <a:endParaRPr lang="en-CA"/>
          </a:p>
        </p:txBody>
      </p:sp>
    </p:spTree>
    <p:extLst>
      <p:ext uri="{BB962C8B-B14F-4D97-AF65-F5344CB8AC3E}">
        <p14:creationId xmlns:p14="http://schemas.microsoft.com/office/powerpoint/2010/main" val="2625950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B26B3-D0EE-24BD-209C-4AE8778E8A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A99BBD1F-0238-366F-F03F-783225962E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6491B8F8-BB68-DF34-DB91-62BBD0BF5D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FA89A4-42B5-EE4D-0CF1-5DF6DC477FF3}"/>
              </a:ext>
            </a:extLst>
          </p:cNvPr>
          <p:cNvSpPr>
            <a:spLocks noGrp="1"/>
          </p:cNvSpPr>
          <p:nvPr>
            <p:ph type="dt" sz="half" idx="10"/>
          </p:nvPr>
        </p:nvSpPr>
        <p:spPr/>
        <p:txBody>
          <a:bodyPr/>
          <a:lstStyle/>
          <a:p>
            <a:fld id="{DB071505-32D9-4746-8CCA-B76D2BE504BC}" type="datetime1">
              <a:rPr lang="en-CA" smtClean="0"/>
              <a:t>2026-03-26</a:t>
            </a:fld>
            <a:endParaRPr lang="en-CA"/>
          </a:p>
        </p:txBody>
      </p:sp>
      <p:sp>
        <p:nvSpPr>
          <p:cNvPr id="6" name="Footer Placeholder 5">
            <a:extLst>
              <a:ext uri="{FF2B5EF4-FFF2-40B4-BE49-F238E27FC236}">
                <a16:creationId xmlns:a16="http://schemas.microsoft.com/office/drawing/2014/main" id="{5C53152C-C5E8-CC1E-3E10-7955FE233764}"/>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9152D048-348F-52FE-14A3-EDC044408A7C}"/>
              </a:ext>
            </a:extLst>
          </p:cNvPr>
          <p:cNvSpPr>
            <a:spLocks noGrp="1"/>
          </p:cNvSpPr>
          <p:nvPr>
            <p:ph type="sldNum" sz="quarter" idx="12"/>
          </p:nvPr>
        </p:nvSpPr>
        <p:spPr/>
        <p:txBody>
          <a:bodyPr/>
          <a:lstStyle/>
          <a:p>
            <a:fld id="{E370B7C0-46F6-4DF2-8928-276E092CFE71}" type="slidenum">
              <a:rPr lang="en-CA" smtClean="0"/>
              <a:t>‹#›</a:t>
            </a:fld>
            <a:endParaRPr lang="en-CA"/>
          </a:p>
        </p:txBody>
      </p:sp>
    </p:spTree>
    <p:extLst>
      <p:ext uri="{BB962C8B-B14F-4D97-AF65-F5344CB8AC3E}">
        <p14:creationId xmlns:p14="http://schemas.microsoft.com/office/powerpoint/2010/main" val="4975178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500DD-D485-C856-6C3D-EAA44B9DD5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0D147D48-E81E-B4A8-F0FE-14CC4E6474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B3011CFF-53B0-242C-7C33-C493200FF1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1E6A4F-82EE-50A8-4990-CE6F781ABB93}"/>
              </a:ext>
            </a:extLst>
          </p:cNvPr>
          <p:cNvSpPr>
            <a:spLocks noGrp="1"/>
          </p:cNvSpPr>
          <p:nvPr>
            <p:ph type="dt" sz="half" idx="10"/>
          </p:nvPr>
        </p:nvSpPr>
        <p:spPr/>
        <p:txBody>
          <a:bodyPr/>
          <a:lstStyle/>
          <a:p>
            <a:fld id="{C88B4677-67AC-4296-A335-EE373A0C6916}" type="datetime1">
              <a:rPr lang="en-CA" smtClean="0"/>
              <a:t>2026-03-26</a:t>
            </a:fld>
            <a:endParaRPr lang="en-CA"/>
          </a:p>
        </p:txBody>
      </p:sp>
      <p:sp>
        <p:nvSpPr>
          <p:cNvPr id="6" name="Footer Placeholder 5">
            <a:extLst>
              <a:ext uri="{FF2B5EF4-FFF2-40B4-BE49-F238E27FC236}">
                <a16:creationId xmlns:a16="http://schemas.microsoft.com/office/drawing/2014/main" id="{9DF5EAE2-083F-8E0F-2309-18A91BD45239}"/>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7CA49818-B227-64C1-386C-1861CD05E4EB}"/>
              </a:ext>
            </a:extLst>
          </p:cNvPr>
          <p:cNvSpPr>
            <a:spLocks noGrp="1"/>
          </p:cNvSpPr>
          <p:nvPr>
            <p:ph type="sldNum" sz="quarter" idx="12"/>
          </p:nvPr>
        </p:nvSpPr>
        <p:spPr/>
        <p:txBody>
          <a:bodyPr/>
          <a:lstStyle/>
          <a:p>
            <a:fld id="{E370B7C0-46F6-4DF2-8928-276E092CFE71}" type="slidenum">
              <a:rPr lang="en-CA" smtClean="0"/>
              <a:t>‹#›</a:t>
            </a:fld>
            <a:endParaRPr lang="en-CA"/>
          </a:p>
        </p:txBody>
      </p:sp>
    </p:spTree>
    <p:extLst>
      <p:ext uri="{BB962C8B-B14F-4D97-AF65-F5344CB8AC3E}">
        <p14:creationId xmlns:p14="http://schemas.microsoft.com/office/powerpoint/2010/main" val="42807593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0DA63-086E-8749-C627-5913253C9857}"/>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6E8DCC7E-6A19-7509-3C15-CD86F2916B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3B1B913-1E09-CECA-9C45-DDADE7F6F8A6}"/>
              </a:ext>
            </a:extLst>
          </p:cNvPr>
          <p:cNvSpPr>
            <a:spLocks noGrp="1"/>
          </p:cNvSpPr>
          <p:nvPr>
            <p:ph type="dt" sz="half" idx="10"/>
          </p:nvPr>
        </p:nvSpPr>
        <p:spPr/>
        <p:txBody>
          <a:bodyPr/>
          <a:lstStyle/>
          <a:p>
            <a:fld id="{49CD8759-D867-4175-96A6-0AC37647805D}" type="datetime1">
              <a:rPr lang="en-CA" smtClean="0"/>
              <a:t>2026-03-26</a:t>
            </a:fld>
            <a:endParaRPr lang="en-CA"/>
          </a:p>
        </p:txBody>
      </p:sp>
      <p:sp>
        <p:nvSpPr>
          <p:cNvPr id="5" name="Footer Placeholder 4">
            <a:extLst>
              <a:ext uri="{FF2B5EF4-FFF2-40B4-BE49-F238E27FC236}">
                <a16:creationId xmlns:a16="http://schemas.microsoft.com/office/drawing/2014/main" id="{68B9489C-C7C3-45E9-6043-0E7F47F41D4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A0D0841-7F02-BDF2-7E3E-7691A3D0D77A}"/>
              </a:ext>
            </a:extLst>
          </p:cNvPr>
          <p:cNvSpPr>
            <a:spLocks noGrp="1"/>
          </p:cNvSpPr>
          <p:nvPr>
            <p:ph type="sldNum" sz="quarter" idx="12"/>
          </p:nvPr>
        </p:nvSpPr>
        <p:spPr/>
        <p:txBody>
          <a:bodyPr/>
          <a:lstStyle/>
          <a:p>
            <a:fld id="{E370B7C0-46F6-4DF2-8928-276E092CFE71}" type="slidenum">
              <a:rPr lang="en-CA" smtClean="0"/>
              <a:t>‹#›</a:t>
            </a:fld>
            <a:endParaRPr lang="en-CA"/>
          </a:p>
        </p:txBody>
      </p:sp>
    </p:spTree>
    <p:extLst>
      <p:ext uri="{BB962C8B-B14F-4D97-AF65-F5344CB8AC3E}">
        <p14:creationId xmlns:p14="http://schemas.microsoft.com/office/powerpoint/2010/main" val="3514973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DE27C9-0DA3-7B55-4F1E-C5718FBF24E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59DCFF0C-B849-8E12-CAEE-B0DE93947A5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FC378F8D-EFB2-6579-5B30-652236D730A1}"/>
              </a:ext>
            </a:extLst>
          </p:cNvPr>
          <p:cNvSpPr>
            <a:spLocks noGrp="1"/>
          </p:cNvSpPr>
          <p:nvPr>
            <p:ph type="dt" sz="half" idx="10"/>
          </p:nvPr>
        </p:nvSpPr>
        <p:spPr/>
        <p:txBody>
          <a:bodyPr/>
          <a:lstStyle/>
          <a:p>
            <a:fld id="{08D4FA23-71F0-409C-B053-9A24C1A49F0F}" type="datetime1">
              <a:rPr lang="en-CA" smtClean="0"/>
              <a:t>2026-03-26</a:t>
            </a:fld>
            <a:endParaRPr lang="en-CA"/>
          </a:p>
        </p:txBody>
      </p:sp>
      <p:sp>
        <p:nvSpPr>
          <p:cNvPr id="5" name="Footer Placeholder 4">
            <a:extLst>
              <a:ext uri="{FF2B5EF4-FFF2-40B4-BE49-F238E27FC236}">
                <a16:creationId xmlns:a16="http://schemas.microsoft.com/office/drawing/2014/main" id="{62C00DC9-E7E0-E5A4-5285-23D49A1D978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7F3B0A8-CF80-AF63-8154-64AEE4F77CC1}"/>
              </a:ext>
            </a:extLst>
          </p:cNvPr>
          <p:cNvSpPr>
            <a:spLocks noGrp="1"/>
          </p:cNvSpPr>
          <p:nvPr>
            <p:ph type="sldNum" sz="quarter" idx="12"/>
          </p:nvPr>
        </p:nvSpPr>
        <p:spPr/>
        <p:txBody>
          <a:bodyPr/>
          <a:lstStyle/>
          <a:p>
            <a:fld id="{E370B7C0-46F6-4DF2-8928-276E092CFE71}" type="slidenum">
              <a:rPr lang="en-CA" smtClean="0"/>
              <a:t>‹#›</a:t>
            </a:fld>
            <a:endParaRPr lang="en-CA"/>
          </a:p>
        </p:txBody>
      </p:sp>
    </p:spTree>
    <p:extLst>
      <p:ext uri="{BB962C8B-B14F-4D97-AF65-F5344CB8AC3E}">
        <p14:creationId xmlns:p14="http://schemas.microsoft.com/office/powerpoint/2010/main" val="1537717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21BAAF-B52E-33B7-E901-9A7055C96E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C5E3522F-C142-B990-8F3F-21E1114A5B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C18D199-1AE1-F31A-BD97-F8B318BCE2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7E98659-C396-4CFB-8BC7-4801E1649297}" type="datetime1">
              <a:rPr lang="en-CA" smtClean="0"/>
              <a:t>2026-03-26</a:t>
            </a:fld>
            <a:endParaRPr lang="en-CA"/>
          </a:p>
        </p:txBody>
      </p:sp>
      <p:sp>
        <p:nvSpPr>
          <p:cNvPr id="5" name="Footer Placeholder 4">
            <a:extLst>
              <a:ext uri="{FF2B5EF4-FFF2-40B4-BE49-F238E27FC236}">
                <a16:creationId xmlns:a16="http://schemas.microsoft.com/office/drawing/2014/main" id="{2223BCC9-4FD6-ACD6-5E90-963561B793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20E0E245-0015-9E4C-0722-C97AAE353F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370B7C0-46F6-4DF2-8928-276E092CFE71}" type="slidenum">
              <a:rPr lang="en-CA" smtClean="0"/>
              <a:t>‹#›</a:t>
            </a:fld>
            <a:endParaRPr lang="en-CA"/>
          </a:p>
        </p:txBody>
      </p:sp>
    </p:spTree>
    <p:extLst>
      <p:ext uri="{BB962C8B-B14F-4D97-AF65-F5344CB8AC3E}">
        <p14:creationId xmlns:p14="http://schemas.microsoft.com/office/powerpoint/2010/main" val="4636148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2.png"/><Relationship Id="rId7" Type="http://schemas.openxmlformats.org/officeDocument/2006/relationships/diagramColors" Target="../diagrams/colors6.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12.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2.png"/><Relationship Id="rId7" Type="http://schemas.openxmlformats.org/officeDocument/2006/relationships/diagramColors" Target="../diagrams/colors7.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13.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2.png"/><Relationship Id="rId7" Type="http://schemas.openxmlformats.org/officeDocument/2006/relationships/diagramColors" Target="../diagrams/colors8.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14.xml.rels><?xml version="1.0" encoding="UTF-8" standalone="yes"?>
<Relationships xmlns="http://schemas.openxmlformats.org/package/2006/relationships"><Relationship Id="rId8" Type="http://schemas.openxmlformats.org/officeDocument/2006/relationships/image" Target="../media/image2.png"/><Relationship Id="rId13" Type="http://schemas.microsoft.com/office/2007/relationships/diagramDrawing" Target="../diagrams/drawing10.xml"/><Relationship Id="rId3" Type="http://schemas.openxmlformats.org/officeDocument/2006/relationships/diagramData" Target="../diagrams/data9.xml"/><Relationship Id="rId7" Type="http://schemas.microsoft.com/office/2007/relationships/diagramDrawing" Target="../diagrams/drawing9.xml"/><Relationship Id="rId12" Type="http://schemas.openxmlformats.org/officeDocument/2006/relationships/diagramColors" Target="../diagrams/colors10.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9.xml"/><Relationship Id="rId11" Type="http://schemas.openxmlformats.org/officeDocument/2006/relationships/diagramQuickStyle" Target="../diagrams/quickStyle10.xml"/><Relationship Id="rId5" Type="http://schemas.openxmlformats.org/officeDocument/2006/relationships/diagramQuickStyle" Target="../diagrams/quickStyle9.xml"/><Relationship Id="rId10" Type="http://schemas.openxmlformats.org/officeDocument/2006/relationships/diagramLayout" Target="../diagrams/layout10.xml"/><Relationship Id="rId4" Type="http://schemas.openxmlformats.org/officeDocument/2006/relationships/diagramLayout" Target="../diagrams/layout9.xml"/><Relationship Id="rId9" Type="http://schemas.openxmlformats.org/officeDocument/2006/relationships/diagramData" Target="../diagrams/data10.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microsoft.com/office/2007/relationships/diagramDrawing" Target="../diagrams/drawing11.xml"/><Relationship Id="rId3" Type="http://schemas.openxmlformats.org/officeDocument/2006/relationships/image" Target="../media/image2.png"/><Relationship Id="rId7" Type="http://schemas.openxmlformats.org/officeDocument/2006/relationships/diagramColors" Target="../diagrams/colors11.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diagramQuickStyle" Target="../diagrams/quickStyle11.xml"/><Relationship Id="rId5" Type="http://schemas.openxmlformats.org/officeDocument/2006/relationships/diagramLayout" Target="../diagrams/layout11.xml"/><Relationship Id="rId4" Type="http://schemas.openxmlformats.org/officeDocument/2006/relationships/diagramData" Target="../diagrams/data1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27.xml.rels><?xml version="1.0" encoding="UTF-8" standalone="yes"?>
<Relationships xmlns="http://schemas.openxmlformats.org/package/2006/relationships"><Relationship Id="rId8" Type="http://schemas.microsoft.com/office/2007/relationships/diagramDrawing" Target="../diagrams/drawing12.xml"/><Relationship Id="rId3" Type="http://schemas.openxmlformats.org/officeDocument/2006/relationships/image" Target="../media/image2.png"/><Relationship Id="rId7" Type="http://schemas.openxmlformats.org/officeDocument/2006/relationships/diagramColors" Target="../diagrams/colors12.xm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diagramQuickStyle" Target="../diagrams/quickStyle12.xml"/><Relationship Id="rId5" Type="http://schemas.openxmlformats.org/officeDocument/2006/relationships/diagramLayout" Target="../diagrams/layout12.xml"/><Relationship Id="rId4" Type="http://schemas.openxmlformats.org/officeDocument/2006/relationships/diagramData" Target="../diagrams/data1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microsoft.com/office/2018/10/relationships/comments" Target="../comments/modernComment_125_E203732.xml"/><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8" Type="http://schemas.microsoft.com/office/2007/relationships/diagramDrawing" Target="../diagrams/drawing13.xml"/><Relationship Id="rId3" Type="http://schemas.openxmlformats.org/officeDocument/2006/relationships/image" Target="../media/image2.png"/><Relationship Id="rId7" Type="http://schemas.openxmlformats.org/officeDocument/2006/relationships/diagramColors" Target="../diagrams/colors13.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diagramQuickStyle" Target="../diagrams/quickStyle13.xml"/><Relationship Id="rId5" Type="http://schemas.openxmlformats.org/officeDocument/2006/relationships/diagramLayout" Target="../diagrams/layout13.xml"/><Relationship Id="rId4" Type="http://schemas.openxmlformats.org/officeDocument/2006/relationships/diagramData" Target="../diagrams/data13.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A9499-F1C4-A58D-C40E-E127AB185D1E}"/>
              </a:ext>
            </a:extLst>
          </p:cNvPr>
          <p:cNvSpPr>
            <a:spLocks noGrp="1"/>
          </p:cNvSpPr>
          <p:nvPr>
            <p:ph type="title"/>
          </p:nvPr>
        </p:nvSpPr>
        <p:spPr/>
        <p:txBody>
          <a:bodyPr/>
          <a:lstStyle/>
          <a:p>
            <a:endParaRPr lang="en-CA" dirty="0"/>
          </a:p>
        </p:txBody>
      </p:sp>
      <p:sp>
        <p:nvSpPr>
          <p:cNvPr id="3" name="Content Placeholder 2">
            <a:extLst>
              <a:ext uri="{FF2B5EF4-FFF2-40B4-BE49-F238E27FC236}">
                <a16:creationId xmlns:a16="http://schemas.microsoft.com/office/drawing/2014/main" id="{15680C5C-758E-3A4B-0AB9-51038B91B3C2}"/>
              </a:ext>
            </a:extLst>
          </p:cNvPr>
          <p:cNvSpPr>
            <a:spLocks noGrp="1"/>
          </p:cNvSpPr>
          <p:nvPr>
            <p:ph idx="1"/>
          </p:nvPr>
        </p:nvSpPr>
        <p:spPr/>
        <p:txBody>
          <a:bodyPr/>
          <a:lstStyle/>
          <a:p>
            <a:endParaRPr lang="en-CA" dirty="0"/>
          </a:p>
        </p:txBody>
      </p:sp>
      <p:pic>
        <p:nvPicPr>
          <p:cNvPr id="4" name="Picture 3" descr="A white background with purple and orange rectangles&#10;&#10;Description automatically generated">
            <a:extLst>
              <a:ext uri="{FF2B5EF4-FFF2-40B4-BE49-F238E27FC236}">
                <a16:creationId xmlns:a16="http://schemas.microsoft.com/office/drawing/2014/main" id="{ADE0017D-2CAC-5787-A647-4DF404134C37}"/>
              </a:ext>
            </a:extLst>
          </p:cNvPr>
          <p:cNvPicPr>
            <a:picLocks noChangeAspect="1"/>
          </p:cNvPicPr>
          <p:nvPr/>
        </p:nvPicPr>
        <p:blipFill>
          <a:blip r:embed="rId2"/>
          <a:stretch>
            <a:fillRect/>
          </a:stretch>
        </p:blipFill>
        <p:spPr>
          <a:xfrm>
            <a:off x="0" y="20782"/>
            <a:ext cx="12192001" cy="6858000"/>
          </a:xfrm>
          <a:prstGeom prst="rect">
            <a:avLst/>
          </a:prstGeom>
        </p:spPr>
      </p:pic>
      <p:sp>
        <p:nvSpPr>
          <p:cNvPr id="6" name="TextBox 5">
            <a:extLst>
              <a:ext uri="{FF2B5EF4-FFF2-40B4-BE49-F238E27FC236}">
                <a16:creationId xmlns:a16="http://schemas.microsoft.com/office/drawing/2014/main" id="{3C73F8FC-0F97-64D6-571E-8F2DA60E72DD}"/>
              </a:ext>
            </a:extLst>
          </p:cNvPr>
          <p:cNvSpPr txBox="1"/>
          <p:nvPr/>
        </p:nvSpPr>
        <p:spPr>
          <a:xfrm>
            <a:off x="364549" y="465441"/>
            <a:ext cx="10681398" cy="2308324"/>
          </a:xfrm>
          <a:prstGeom prst="rect">
            <a:avLst/>
          </a:prstGeom>
          <a:noFill/>
        </p:spPr>
        <p:txBody>
          <a:bodyPr wrap="square" rtlCol="0">
            <a:spAutoFit/>
          </a:bodyPr>
          <a:lstStyle/>
          <a:p>
            <a:endParaRPr lang="en-US" sz="3600" b="1" dirty="0"/>
          </a:p>
          <a:p>
            <a:r>
              <a:rPr lang="en-US" sz="3600" b="1" dirty="0"/>
              <a:t>Explainable AI–Driven Feature Engineering Framework for Accurate Detection of False Data Injection Attacks in Smart Grids</a:t>
            </a:r>
            <a:endParaRPr lang="en-CA" sz="3600" b="1" dirty="0"/>
          </a:p>
        </p:txBody>
      </p:sp>
      <p:sp>
        <p:nvSpPr>
          <p:cNvPr id="7" name="TextBox 6">
            <a:extLst>
              <a:ext uri="{FF2B5EF4-FFF2-40B4-BE49-F238E27FC236}">
                <a16:creationId xmlns:a16="http://schemas.microsoft.com/office/drawing/2014/main" id="{4CDBA41E-5957-9F52-C6AA-65412EDC5BAE}"/>
              </a:ext>
            </a:extLst>
          </p:cNvPr>
          <p:cNvSpPr txBox="1"/>
          <p:nvPr/>
        </p:nvSpPr>
        <p:spPr>
          <a:xfrm>
            <a:off x="364549" y="3819833"/>
            <a:ext cx="8700793" cy="1631216"/>
          </a:xfrm>
          <a:prstGeom prst="rect">
            <a:avLst/>
          </a:prstGeom>
          <a:noFill/>
        </p:spPr>
        <p:txBody>
          <a:bodyPr wrap="square" rtlCol="0">
            <a:spAutoFit/>
          </a:bodyPr>
          <a:lstStyle/>
          <a:p>
            <a:r>
              <a:rPr lang="en-US" sz="2000" dirty="0">
                <a:solidFill>
                  <a:srgbClr val="0070C0"/>
                </a:solidFill>
                <a:latin typeface="Georgia" panose="02040502050405020303" pitchFamily="18" charset="0"/>
              </a:rPr>
              <a:t>Under the guidance of Dr. </a:t>
            </a:r>
            <a:r>
              <a:rPr lang="en-US" sz="2000" dirty="0" err="1">
                <a:solidFill>
                  <a:srgbClr val="0070C0"/>
                </a:solidFill>
                <a:latin typeface="Georgia" panose="02040502050405020303" pitchFamily="18" charset="0"/>
              </a:rPr>
              <a:t>Kshirasagar</a:t>
            </a:r>
            <a:r>
              <a:rPr lang="en-US" sz="2000" dirty="0">
                <a:solidFill>
                  <a:srgbClr val="0070C0"/>
                </a:solidFill>
                <a:latin typeface="Georgia" panose="02040502050405020303" pitchFamily="18" charset="0"/>
              </a:rPr>
              <a:t> Naik, Dr. Marzia Zaman, </a:t>
            </a:r>
          </a:p>
          <a:p>
            <a:r>
              <a:rPr lang="en-US" sz="2000" dirty="0">
                <a:solidFill>
                  <a:srgbClr val="0070C0"/>
                </a:solidFill>
                <a:latin typeface="Georgia" panose="02040502050405020303" pitchFamily="18" charset="0"/>
              </a:rPr>
              <a:t>Dr. Darshana Upadhyay​</a:t>
            </a:r>
          </a:p>
          <a:p>
            <a:r>
              <a:rPr lang="en-US" sz="2000" dirty="0">
                <a:solidFill>
                  <a:srgbClr val="0070C0"/>
                </a:solidFill>
                <a:latin typeface="Georgia" panose="02040502050405020303" pitchFamily="18" charset="0"/>
              </a:rPr>
              <a:t>Date : 26</a:t>
            </a:r>
            <a:r>
              <a:rPr lang="en-US" sz="2000" baseline="30000" dirty="0">
                <a:solidFill>
                  <a:srgbClr val="0070C0"/>
                </a:solidFill>
                <a:latin typeface="Georgia" panose="02040502050405020303" pitchFamily="18" charset="0"/>
              </a:rPr>
              <a:t>th</a:t>
            </a:r>
            <a:r>
              <a:rPr lang="en-US" sz="2000" dirty="0">
                <a:solidFill>
                  <a:srgbClr val="0070C0"/>
                </a:solidFill>
                <a:latin typeface="Georgia" panose="02040502050405020303" pitchFamily="18" charset="0"/>
              </a:rPr>
              <a:t> March 2026</a:t>
            </a:r>
          </a:p>
          <a:p>
            <a:endParaRPr lang="en-US" sz="2000" dirty="0">
              <a:latin typeface="Georgia" panose="02040502050405020303" pitchFamily="18" charset="0"/>
            </a:endParaRPr>
          </a:p>
          <a:p>
            <a:endParaRPr lang="en-CA" sz="2000" dirty="0">
              <a:latin typeface="Georgia" panose="02040502050405020303" pitchFamily="18" charset="0"/>
            </a:endParaRPr>
          </a:p>
        </p:txBody>
      </p:sp>
      <p:sp>
        <p:nvSpPr>
          <p:cNvPr id="8" name="TextBox 7">
            <a:extLst>
              <a:ext uri="{FF2B5EF4-FFF2-40B4-BE49-F238E27FC236}">
                <a16:creationId xmlns:a16="http://schemas.microsoft.com/office/drawing/2014/main" id="{E64271C8-427E-B3C4-0CFC-1CE3DCF0F0F8}"/>
              </a:ext>
            </a:extLst>
          </p:cNvPr>
          <p:cNvSpPr txBox="1"/>
          <p:nvPr/>
        </p:nvSpPr>
        <p:spPr>
          <a:xfrm>
            <a:off x="364549" y="5167978"/>
            <a:ext cx="3647768" cy="707886"/>
          </a:xfrm>
          <a:prstGeom prst="rect">
            <a:avLst/>
          </a:prstGeom>
          <a:noFill/>
        </p:spPr>
        <p:txBody>
          <a:bodyPr wrap="square" rtlCol="0">
            <a:spAutoFit/>
          </a:bodyPr>
          <a:lstStyle/>
          <a:p>
            <a:r>
              <a:rPr lang="en-US" sz="2000" dirty="0">
                <a:solidFill>
                  <a:srgbClr val="0070C0"/>
                </a:solidFill>
                <a:latin typeface="Georgia" panose="02040502050405020303" pitchFamily="18" charset="0"/>
              </a:rPr>
              <a:t>Tirth Patel,21176699​</a:t>
            </a:r>
            <a:br>
              <a:rPr lang="en-US" sz="2000" dirty="0">
                <a:solidFill>
                  <a:srgbClr val="0070C0"/>
                </a:solidFill>
                <a:latin typeface="Georgia" panose="02040502050405020303" pitchFamily="18" charset="0"/>
              </a:rPr>
            </a:br>
            <a:r>
              <a:rPr lang="en-US" sz="2000" dirty="0">
                <a:solidFill>
                  <a:srgbClr val="0070C0"/>
                </a:solidFill>
                <a:latin typeface="Georgia" panose="02040502050405020303" pitchFamily="18" charset="0"/>
              </a:rPr>
              <a:t>Meng ECE.​</a:t>
            </a:r>
            <a:endParaRPr lang="en-CA" sz="2000" dirty="0">
              <a:solidFill>
                <a:srgbClr val="0070C0"/>
              </a:solidFill>
              <a:latin typeface="Georgia" panose="02040502050405020303" pitchFamily="18" charset="0"/>
            </a:endParaRPr>
          </a:p>
        </p:txBody>
      </p:sp>
      <p:sp>
        <p:nvSpPr>
          <p:cNvPr id="5" name="Date Placeholder 4">
            <a:extLst>
              <a:ext uri="{FF2B5EF4-FFF2-40B4-BE49-F238E27FC236}">
                <a16:creationId xmlns:a16="http://schemas.microsoft.com/office/drawing/2014/main" id="{80980340-7053-1A76-86C8-A2E7F9F28FA0}"/>
              </a:ext>
            </a:extLst>
          </p:cNvPr>
          <p:cNvSpPr>
            <a:spLocks noGrp="1"/>
          </p:cNvSpPr>
          <p:nvPr>
            <p:ph type="dt" sz="half" idx="10"/>
          </p:nvPr>
        </p:nvSpPr>
        <p:spPr>
          <a:xfrm>
            <a:off x="364549" y="6432085"/>
            <a:ext cx="2743200" cy="365125"/>
          </a:xfrm>
        </p:spPr>
        <p:txBody>
          <a:bodyPr/>
          <a:lstStyle/>
          <a:p>
            <a:r>
              <a:rPr lang="en-CA" dirty="0"/>
              <a:t>2026-03-26</a:t>
            </a:r>
          </a:p>
        </p:txBody>
      </p:sp>
      <p:sp>
        <p:nvSpPr>
          <p:cNvPr id="10" name="Slide Number Placeholder 5">
            <a:extLst>
              <a:ext uri="{FF2B5EF4-FFF2-40B4-BE49-F238E27FC236}">
                <a16:creationId xmlns:a16="http://schemas.microsoft.com/office/drawing/2014/main" id="{49FDF508-2F27-BEDA-20FB-0D0C4A3DBA5D}"/>
              </a:ext>
            </a:extLst>
          </p:cNvPr>
          <p:cNvSpPr>
            <a:spLocks noGrp="1"/>
          </p:cNvSpPr>
          <p:nvPr>
            <p:ph type="sldNum" sz="quarter" idx="12"/>
          </p:nvPr>
        </p:nvSpPr>
        <p:spPr>
          <a:xfrm>
            <a:off x="3581400" y="6405423"/>
            <a:ext cx="2743200" cy="365125"/>
          </a:xfrm>
        </p:spPr>
        <p:txBody>
          <a:bodyPr/>
          <a:lstStyle/>
          <a:p>
            <a:fld id="{E370B7C0-46F6-4DF2-8928-276E092CFE71}" type="slidenum">
              <a:rPr lang="en-CA" sz="1800" b="1" smtClean="0"/>
              <a:t>1</a:t>
            </a:fld>
            <a:endParaRPr lang="en-CA" sz="1800" b="1" dirty="0"/>
          </a:p>
        </p:txBody>
      </p:sp>
    </p:spTree>
    <p:extLst>
      <p:ext uri="{BB962C8B-B14F-4D97-AF65-F5344CB8AC3E}">
        <p14:creationId xmlns:p14="http://schemas.microsoft.com/office/powerpoint/2010/main" val="3829764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1E87F-B6AA-A2B3-3EE2-42F4340F16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D999A2-AB19-1B6B-B21E-01FD50610025}"/>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BFD41B06-DB25-5369-7AAE-58B9EAED5254}"/>
              </a:ext>
            </a:extLst>
          </p:cNvPr>
          <p:cNvSpPr>
            <a:spLocks noGrp="1"/>
          </p:cNvSpPr>
          <p:nvPr>
            <p:ph idx="1"/>
          </p:nvPr>
        </p:nvSpPr>
        <p:spPr/>
        <p:txBody>
          <a:bodyPr/>
          <a:lstStyle/>
          <a:p>
            <a:endParaRPr lang="en-CA"/>
          </a:p>
        </p:txBody>
      </p:sp>
      <p:pic>
        <p:nvPicPr>
          <p:cNvPr id="5" name="Picture 4">
            <a:extLst>
              <a:ext uri="{FF2B5EF4-FFF2-40B4-BE49-F238E27FC236}">
                <a16:creationId xmlns:a16="http://schemas.microsoft.com/office/drawing/2014/main" id="{6C68DF1B-B10D-5773-ADDF-F76BC9EDA40D}"/>
              </a:ext>
            </a:extLst>
          </p:cNvPr>
          <p:cNvPicPr>
            <a:picLocks noChangeAspect="1"/>
          </p:cNvPicPr>
          <p:nvPr/>
        </p:nvPicPr>
        <p:blipFill>
          <a:blip r:embed="rId2"/>
          <a:stretch>
            <a:fillRect/>
          </a:stretch>
        </p:blipFill>
        <p:spPr>
          <a:xfrm>
            <a:off x="0" y="-38378"/>
            <a:ext cx="12192000" cy="6858000"/>
          </a:xfrm>
          <a:prstGeom prst="rect">
            <a:avLst/>
          </a:prstGeom>
        </p:spPr>
      </p:pic>
      <p:sp>
        <p:nvSpPr>
          <p:cNvPr id="4" name="Date Placeholder 3">
            <a:extLst>
              <a:ext uri="{FF2B5EF4-FFF2-40B4-BE49-F238E27FC236}">
                <a16:creationId xmlns:a16="http://schemas.microsoft.com/office/drawing/2014/main" id="{312536E0-448F-00A7-A89F-0165A1C85C49}"/>
              </a:ext>
            </a:extLst>
          </p:cNvPr>
          <p:cNvSpPr>
            <a:spLocks noGrp="1"/>
          </p:cNvSpPr>
          <p:nvPr>
            <p:ph type="dt" sz="half" idx="10"/>
          </p:nvPr>
        </p:nvSpPr>
        <p:spPr>
          <a:xfrm>
            <a:off x="412955" y="6405423"/>
            <a:ext cx="2743200" cy="365125"/>
          </a:xfrm>
        </p:spPr>
        <p:txBody>
          <a:bodyPr/>
          <a:lstStyle/>
          <a:p>
            <a:fld id="{28467AEC-821C-477F-B8AC-3B3F13C8F6C5}" type="datetime1">
              <a:rPr lang="en-CA" smtClean="0"/>
              <a:t>2026-03-26</a:t>
            </a:fld>
            <a:endParaRPr lang="en-CA" dirty="0"/>
          </a:p>
        </p:txBody>
      </p:sp>
      <p:sp>
        <p:nvSpPr>
          <p:cNvPr id="6" name="Slide Number Placeholder 5">
            <a:extLst>
              <a:ext uri="{FF2B5EF4-FFF2-40B4-BE49-F238E27FC236}">
                <a16:creationId xmlns:a16="http://schemas.microsoft.com/office/drawing/2014/main" id="{16F28AFE-ABF4-8A2D-6224-40409DCDF257}"/>
              </a:ext>
            </a:extLst>
          </p:cNvPr>
          <p:cNvSpPr>
            <a:spLocks noGrp="1"/>
          </p:cNvSpPr>
          <p:nvPr>
            <p:ph type="sldNum" sz="quarter" idx="12"/>
          </p:nvPr>
        </p:nvSpPr>
        <p:spPr>
          <a:xfrm>
            <a:off x="3581400" y="6405423"/>
            <a:ext cx="2743200" cy="365125"/>
          </a:xfrm>
        </p:spPr>
        <p:txBody>
          <a:bodyPr/>
          <a:lstStyle/>
          <a:p>
            <a:fld id="{E370B7C0-46F6-4DF2-8928-276E092CFE71}" type="slidenum">
              <a:rPr lang="en-CA" sz="1800" b="1" smtClean="0"/>
              <a:t>2</a:t>
            </a:fld>
            <a:endParaRPr lang="en-CA" sz="1800" b="1" dirty="0"/>
          </a:p>
        </p:txBody>
      </p:sp>
      <p:sp>
        <p:nvSpPr>
          <p:cNvPr id="10" name="TextBox 9">
            <a:extLst>
              <a:ext uri="{FF2B5EF4-FFF2-40B4-BE49-F238E27FC236}">
                <a16:creationId xmlns:a16="http://schemas.microsoft.com/office/drawing/2014/main" id="{FF7F7BCF-D348-F789-EF7B-B22E63B05A4F}"/>
              </a:ext>
            </a:extLst>
          </p:cNvPr>
          <p:cNvSpPr txBox="1"/>
          <p:nvPr/>
        </p:nvSpPr>
        <p:spPr>
          <a:xfrm>
            <a:off x="412955" y="452284"/>
            <a:ext cx="11149780" cy="646331"/>
          </a:xfrm>
          <a:prstGeom prst="rect">
            <a:avLst/>
          </a:prstGeom>
          <a:noFill/>
        </p:spPr>
        <p:txBody>
          <a:bodyPr wrap="square" rtlCol="0">
            <a:spAutoFit/>
          </a:bodyPr>
          <a:lstStyle/>
          <a:p>
            <a:r>
              <a:rPr lang="en-CA" sz="3600" b="1" dirty="0">
                <a:latin typeface="Barlow Condensed Bold" panose="00000806000000000000" pitchFamily="2" charset="0"/>
              </a:rPr>
              <a:t>OUTLINE</a:t>
            </a:r>
          </a:p>
        </p:txBody>
      </p:sp>
      <p:graphicFrame>
        <p:nvGraphicFramePr>
          <p:cNvPr id="11" name="Content Placeholder 2">
            <a:extLst>
              <a:ext uri="{FF2B5EF4-FFF2-40B4-BE49-F238E27FC236}">
                <a16:creationId xmlns:a16="http://schemas.microsoft.com/office/drawing/2014/main" id="{B3FB4487-91F0-78C5-5EC0-FBFABE27EFBC}"/>
              </a:ext>
            </a:extLst>
          </p:cNvPr>
          <p:cNvGraphicFramePr>
            <a:graphicFrameLocks noGrp="1"/>
          </p:cNvGraphicFramePr>
          <p:nvPr>
            <p:extLst>
              <p:ext uri="{D42A27DB-BD31-4B8C-83A1-F6EECF244321}">
                <p14:modId xmlns:p14="http://schemas.microsoft.com/office/powerpoint/2010/main" val="105351015"/>
              </p:ext>
            </p:extLst>
          </p:nvPr>
        </p:nvGraphicFramePr>
        <p:xfrm>
          <a:off x="447441" y="1133764"/>
          <a:ext cx="11297118" cy="45904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93977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368CF-46C3-7EA5-6AD1-29AFC8BF0206}"/>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796E8535-DFA4-49D2-D62A-A6EED2428F99}"/>
              </a:ext>
            </a:extLst>
          </p:cNvPr>
          <p:cNvSpPr>
            <a:spLocks noGrp="1"/>
          </p:cNvSpPr>
          <p:nvPr>
            <p:ph idx="1"/>
          </p:nvPr>
        </p:nvSpPr>
        <p:spPr/>
        <p:txBody>
          <a:bodyPr/>
          <a:lstStyle/>
          <a:p>
            <a:endParaRPr lang="en-CA"/>
          </a:p>
        </p:txBody>
      </p:sp>
      <p:pic>
        <p:nvPicPr>
          <p:cNvPr id="5" name="Picture 4">
            <a:extLst>
              <a:ext uri="{FF2B5EF4-FFF2-40B4-BE49-F238E27FC236}">
                <a16:creationId xmlns:a16="http://schemas.microsoft.com/office/drawing/2014/main" id="{18A3520E-54DA-0B94-72CD-0AA900122E94}"/>
              </a:ext>
            </a:extLst>
          </p:cNvPr>
          <p:cNvPicPr>
            <a:picLocks noChangeAspect="1"/>
          </p:cNvPicPr>
          <p:nvPr/>
        </p:nvPicPr>
        <p:blipFill>
          <a:blip r:embed="rId2"/>
          <a:stretch>
            <a:fillRect/>
          </a:stretch>
        </p:blipFill>
        <p:spPr>
          <a:xfrm>
            <a:off x="0" y="-38378"/>
            <a:ext cx="12192000" cy="6858000"/>
          </a:xfrm>
          <a:prstGeom prst="rect">
            <a:avLst/>
          </a:prstGeom>
        </p:spPr>
      </p:pic>
      <p:sp>
        <p:nvSpPr>
          <p:cNvPr id="7" name="TextBox 6">
            <a:extLst>
              <a:ext uri="{FF2B5EF4-FFF2-40B4-BE49-F238E27FC236}">
                <a16:creationId xmlns:a16="http://schemas.microsoft.com/office/drawing/2014/main" id="{D5ACB1D9-9F17-A94D-0385-ED733154A6A2}"/>
              </a:ext>
            </a:extLst>
          </p:cNvPr>
          <p:cNvSpPr txBox="1"/>
          <p:nvPr/>
        </p:nvSpPr>
        <p:spPr>
          <a:xfrm>
            <a:off x="3008671" y="3005902"/>
            <a:ext cx="6174658" cy="769441"/>
          </a:xfrm>
          <a:prstGeom prst="rect">
            <a:avLst/>
          </a:prstGeom>
          <a:noFill/>
        </p:spPr>
        <p:txBody>
          <a:bodyPr wrap="square">
            <a:spAutoFit/>
          </a:bodyPr>
          <a:lstStyle/>
          <a:p>
            <a:pPr algn="ctr"/>
            <a:r>
              <a:rPr lang="en-US" sz="4400" b="1" dirty="0">
                <a:solidFill>
                  <a:schemeClr val="accent5"/>
                </a:solidFill>
                <a:latin typeface="Georgia" panose="02040502050405020303" pitchFamily="18" charset="0"/>
              </a:rPr>
              <a:t>INTRODUCTION</a:t>
            </a:r>
            <a:endParaRPr lang="en-CA" sz="4400" dirty="0"/>
          </a:p>
        </p:txBody>
      </p:sp>
      <p:sp>
        <p:nvSpPr>
          <p:cNvPr id="6" name="Slide Number Placeholder 5">
            <a:extLst>
              <a:ext uri="{FF2B5EF4-FFF2-40B4-BE49-F238E27FC236}">
                <a16:creationId xmlns:a16="http://schemas.microsoft.com/office/drawing/2014/main" id="{D77DE136-1CC3-9552-ACC7-7F539EDC0540}"/>
              </a:ext>
            </a:extLst>
          </p:cNvPr>
          <p:cNvSpPr>
            <a:spLocks noGrp="1"/>
          </p:cNvSpPr>
          <p:nvPr>
            <p:ph type="sldNum" sz="quarter" idx="12"/>
          </p:nvPr>
        </p:nvSpPr>
        <p:spPr>
          <a:xfrm>
            <a:off x="3581400" y="6405423"/>
            <a:ext cx="2743200" cy="365125"/>
          </a:xfrm>
        </p:spPr>
        <p:txBody>
          <a:bodyPr/>
          <a:lstStyle/>
          <a:p>
            <a:fld id="{E370B7C0-46F6-4DF2-8928-276E092CFE71}" type="slidenum">
              <a:rPr lang="en-CA" sz="1800" b="1" smtClean="0"/>
              <a:t>3</a:t>
            </a:fld>
            <a:endParaRPr lang="en-CA" sz="1800" b="1" dirty="0"/>
          </a:p>
        </p:txBody>
      </p:sp>
      <p:sp>
        <p:nvSpPr>
          <p:cNvPr id="10" name="Date Placeholder 4">
            <a:extLst>
              <a:ext uri="{FF2B5EF4-FFF2-40B4-BE49-F238E27FC236}">
                <a16:creationId xmlns:a16="http://schemas.microsoft.com/office/drawing/2014/main" id="{543837F5-2B2D-C5AB-79A1-FA7089524DE8}"/>
              </a:ext>
            </a:extLst>
          </p:cNvPr>
          <p:cNvSpPr>
            <a:spLocks noGrp="1"/>
          </p:cNvSpPr>
          <p:nvPr>
            <p:ph type="dt" sz="half" idx="10"/>
          </p:nvPr>
        </p:nvSpPr>
        <p:spPr>
          <a:xfrm>
            <a:off x="265471" y="6380397"/>
            <a:ext cx="2743200" cy="365125"/>
          </a:xfrm>
        </p:spPr>
        <p:txBody>
          <a:bodyPr/>
          <a:lstStyle/>
          <a:p>
            <a:r>
              <a:rPr lang="en-CA" dirty="0"/>
              <a:t>2026-03-26</a:t>
            </a:r>
          </a:p>
        </p:txBody>
      </p:sp>
    </p:spTree>
    <p:extLst>
      <p:ext uri="{BB962C8B-B14F-4D97-AF65-F5344CB8AC3E}">
        <p14:creationId xmlns:p14="http://schemas.microsoft.com/office/powerpoint/2010/main" val="20019417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D6395-DC1D-E51C-C5F5-488B2E4AD43A}"/>
              </a:ext>
            </a:extLst>
          </p:cNvPr>
          <p:cNvSpPr>
            <a:spLocks noGrp="1"/>
          </p:cNvSpPr>
          <p:nvPr>
            <p:ph type="ctrTitle"/>
          </p:nvPr>
        </p:nvSpPr>
        <p:spPr/>
        <p:txBody>
          <a:bodyPr/>
          <a:lstStyle/>
          <a:p>
            <a:endParaRPr lang="en-CA"/>
          </a:p>
        </p:txBody>
      </p:sp>
      <p:sp>
        <p:nvSpPr>
          <p:cNvPr id="3" name="Subtitle 2">
            <a:extLst>
              <a:ext uri="{FF2B5EF4-FFF2-40B4-BE49-F238E27FC236}">
                <a16:creationId xmlns:a16="http://schemas.microsoft.com/office/drawing/2014/main" id="{03155848-9205-D67A-D7C7-43BE41FACD93}"/>
              </a:ext>
            </a:extLst>
          </p:cNvPr>
          <p:cNvSpPr>
            <a:spLocks noGrp="1"/>
          </p:cNvSpPr>
          <p:nvPr>
            <p:ph type="subTitle" idx="1"/>
          </p:nvPr>
        </p:nvSpPr>
        <p:spPr/>
        <p:txBody>
          <a:bodyPr/>
          <a:lstStyle/>
          <a:p>
            <a:endParaRPr lang="en-CA"/>
          </a:p>
        </p:txBody>
      </p:sp>
      <p:pic>
        <p:nvPicPr>
          <p:cNvPr id="5" name="Picture 4">
            <a:extLst>
              <a:ext uri="{FF2B5EF4-FFF2-40B4-BE49-F238E27FC236}">
                <a16:creationId xmlns:a16="http://schemas.microsoft.com/office/drawing/2014/main" id="{EA3E1FA6-6D4D-D3A7-2ED4-AA21E54B0CC7}"/>
              </a:ext>
            </a:extLst>
          </p:cNvPr>
          <p:cNvPicPr>
            <a:picLocks noChangeAspect="1"/>
          </p:cNvPicPr>
          <p:nvPr/>
        </p:nvPicPr>
        <p:blipFill>
          <a:blip r:embed="rId2"/>
          <a:stretch>
            <a:fillRect/>
          </a:stretch>
        </p:blipFill>
        <p:spPr>
          <a:xfrm>
            <a:off x="0" y="0"/>
            <a:ext cx="12192000" cy="6742444"/>
          </a:xfrm>
          <a:prstGeom prst="rect">
            <a:avLst/>
          </a:prstGeom>
        </p:spPr>
      </p:pic>
      <p:sp>
        <p:nvSpPr>
          <p:cNvPr id="6" name="TextBox 5">
            <a:extLst>
              <a:ext uri="{FF2B5EF4-FFF2-40B4-BE49-F238E27FC236}">
                <a16:creationId xmlns:a16="http://schemas.microsoft.com/office/drawing/2014/main" id="{36CFDB4B-45C9-C2A1-20FE-87BAF0BAE62F}"/>
              </a:ext>
            </a:extLst>
          </p:cNvPr>
          <p:cNvSpPr txBox="1"/>
          <p:nvPr/>
        </p:nvSpPr>
        <p:spPr>
          <a:xfrm>
            <a:off x="301451" y="452176"/>
            <a:ext cx="11605846" cy="5632311"/>
          </a:xfrm>
          <a:prstGeom prst="rect">
            <a:avLst/>
          </a:prstGeom>
          <a:noFill/>
        </p:spPr>
        <p:txBody>
          <a:bodyPr wrap="square" rtlCol="0">
            <a:spAutoFit/>
          </a:bodyPr>
          <a:lstStyle/>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p:txBody>
      </p:sp>
      <p:sp>
        <p:nvSpPr>
          <p:cNvPr id="12" name="Rectangle 5">
            <a:extLst>
              <a:ext uri="{FF2B5EF4-FFF2-40B4-BE49-F238E27FC236}">
                <a16:creationId xmlns:a16="http://schemas.microsoft.com/office/drawing/2014/main" id="{2689130B-2FEA-A0D5-D6A2-DF8C6C14B5C0}"/>
              </a:ext>
            </a:extLst>
          </p:cNvPr>
          <p:cNvSpPr>
            <a:spLocks noChangeArrowheads="1"/>
          </p:cNvSpPr>
          <p:nvPr/>
        </p:nvSpPr>
        <p:spPr bwMode="auto">
          <a:xfrm>
            <a:off x="147484" y="375869"/>
            <a:ext cx="11743065" cy="7577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200000"/>
              </a:lnSpc>
              <a:spcBef>
                <a:spcPct val="0"/>
              </a:spcBef>
              <a:spcAft>
                <a:spcPct val="0"/>
              </a:spcAft>
            </a:pPr>
            <a:r>
              <a:rPr lang="en-US" dirty="0"/>
              <a: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endParaRPr lang="en-US" altLang="en-US" sz="2000" dirty="0">
              <a:latin typeface="Arial" panose="020B0604020202020204" pitchFamily="34" charset="0"/>
            </a:endParaRPr>
          </a:p>
          <a:p>
            <a:pPr marL="285750" lvl="0" indent="-285750" eaLnBrk="0" fontAlgn="base" hangingPunct="0">
              <a:lnSpc>
                <a:spcPct val="200000"/>
              </a:lnSpc>
              <a:spcBef>
                <a:spcPct val="0"/>
              </a:spcBef>
              <a:spcAft>
                <a:spcPct val="0"/>
              </a:spcAft>
              <a:buFont typeface="Arial" panose="020B0604020202020204" pitchFamily="34" charset="0"/>
              <a:buChar char="•"/>
            </a:pPr>
            <a:r>
              <a:rPr lang="en-US" sz="2000" dirty="0"/>
              <a:t>Smart grids rely on SCADA systems for real-time monitoring of power systems.</a:t>
            </a:r>
            <a:endParaRPr kumimoji="0" lang="en-US" altLang="en-US" sz="1900" b="0" i="0" u="none" strike="noStrike" cap="none" normalizeH="0" baseline="0" dirty="0">
              <a:ln>
                <a:noFill/>
              </a:ln>
              <a:solidFill>
                <a:schemeClr val="tx1"/>
              </a:solidFill>
              <a:effectLst/>
              <a:latin typeface="Arial" panose="020B0604020202020204" pitchFamily="34" charset="0"/>
            </a:endParaRPr>
          </a:p>
          <a:p>
            <a:pPr marL="285750" lvl="0" indent="-285750" eaLnBrk="0" fontAlgn="base" hangingPunct="0">
              <a:lnSpc>
                <a:spcPct val="200000"/>
              </a:lnSpc>
              <a:spcBef>
                <a:spcPct val="0"/>
              </a:spcBef>
              <a:spcAft>
                <a:spcPct val="0"/>
              </a:spcAft>
              <a:buFont typeface="Arial" panose="020B0604020202020204" pitchFamily="34" charset="0"/>
              <a:buChar char="•"/>
            </a:pPr>
            <a:r>
              <a:rPr lang="en-US" sz="2000" dirty="0"/>
              <a:t>These systems collect large volumes of sensor data such as voltage, current, and phase angle.</a:t>
            </a:r>
            <a:endParaRPr kumimoji="0" lang="en-US" altLang="en-US" sz="1900" b="0" i="0" u="none" strike="noStrike" cap="none" normalizeH="0" baseline="0" dirty="0">
              <a:ln>
                <a:noFill/>
              </a:ln>
              <a:solidFill>
                <a:schemeClr val="tx1"/>
              </a:solidFill>
              <a:effectLst/>
              <a:latin typeface="Arial" panose="020B0604020202020204" pitchFamily="34" charset="0"/>
            </a:endParaRPr>
          </a:p>
          <a:p>
            <a:pPr marL="285750" lvl="0" indent="-285750" eaLnBrk="0" fontAlgn="base" hangingPunct="0">
              <a:lnSpc>
                <a:spcPct val="200000"/>
              </a:lnSpc>
              <a:spcBef>
                <a:spcPct val="0"/>
              </a:spcBef>
              <a:spcAft>
                <a:spcPct val="0"/>
              </a:spcAft>
              <a:buFont typeface="Arial" panose="020B0604020202020204" pitchFamily="34" charset="0"/>
              <a:buChar char="•"/>
            </a:pPr>
            <a:r>
              <a:rPr lang="en-US" sz="2000" dirty="0"/>
              <a:t>Due to their critical nature, smart grids are vulnerable to cyber-attacks.</a:t>
            </a:r>
            <a:endParaRPr kumimoji="0" lang="en-US" altLang="en-US" sz="1900" b="0" i="0" u="none" strike="noStrike" cap="none" normalizeH="0" baseline="0" dirty="0">
              <a:ln>
                <a:noFill/>
              </a:ln>
              <a:solidFill>
                <a:schemeClr val="tx1"/>
              </a:solidFill>
              <a:effectLst/>
              <a:latin typeface="Arial" panose="020B0604020202020204" pitchFamily="34" charset="0"/>
            </a:endParaRPr>
          </a:p>
          <a:p>
            <a:pPr marL="285750" lvl="0" indent="-285750" eaLnBrk="0" fontAlgn="base" hangingPunct="0">
              <a:lnSpc>
                <a:spcPct val="200000"/>
              </a:lnSpc>
              <a:spcBef>
                <a:spcPct val="0"/>
              </a:spcBef>
              <a:spcAft>
                <a:spcPct val="0"/>
              </a:spcAft>
              <a:buFont typeface="Arial" panose="020B0604020202020204" pitchFamily="34" charset="0"/>
              <a:buChar char="•"/>
            </a:pPr>
            <a:r>
              <a:rPr lang="en-US" sz="2000" dirty="0"/>
              <a:t>One major attack is False Data Injection (FDI), where attackers manipulate sensor readings.</a:t>
            </a:r>
            <a:endParaRPr lang="en-US" altLang="en-US" sz="1900" dirty="0">
              <a:latin typeface="Arial" panose="020B0604020202020204" pitchFamily="34" charset="0"/>
            </a:endParaRPr>
          </a:p>
          <a:p>
            <a:pPr marL="285750" lvl="0" indent="-285750" eaLnBrk="0" fontAlgn="base" hangingPunct="0">
              <a:lnSpc>
                <a:spcPct val="200000"/>
              </a:lnSpc>
              <a:spcBef>
                <a:spcPct val="0"/>
              </a:spcBef>
              <a:spcAft>
                <a:spcPct val="0"/>
              </a:spcAft>
              <a:buFont typeface="Arial" panose="020B0604020202020204" pitchFamily="34" charset="0"/>
              <a:buChar char="•"/>
            </a:pPr>
            <a:r>
              <a:rPr lang="en-US" sz="2000" dirty="0"/>
              <a:t>Machine learning can help detect such attacks by learning hidden patterns in the data.</a:t>
            </a:r>
            <a:endParaRPr kumimoji="0" lang="en-US" altLang="en-US" sz="19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endParaRPr lang="en-US" altLang="en-US" dirty="0">
              <a:latin typeface="Arial" panose="020B0604020202020204" pitchFamily="34" charset="0"/>
            </a:endParaRP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endParaRPr lang="en-US" altLang="en-US" dirty="0">
              <a:latin typeface="Arial" panose="020B0604020202020204" pitchFamily="34" charset="0"/>
            </a:endParaRP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endParaRPr lang="en-US" altLang="en-US" dirty="0">
              <a:latin typeface="Arial" panose="020B0604020202020204" pitchFamily="34" charset="0"/>
            </a:endParaRP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5" name="TextBox 14">
            <a:extLst>
              <a:ext uri="{FF2B5EF4-FFF2-40B4-BE49-F238E27FC236}">
                <a16:creationId xmlns:a16="http://schemas.microsoft.com/office/drawing/2014/main" id="{59501D86-B585-816D-4673-4C93A366EEC5}"/>
              </a:ext>
            </a:extLst>
          </p:cNvPr>
          <p:cNvSpPr txBox="1"/>
          <p:nvPr/>
        </p:nvSpPr>
        <p:spPr>
          <a:xfrm>
            <a:off x="412955" y="452284"/>
            <a:ext cx="11149780" cy="646331"/>
          </a:xfrm>
          <a:prstGeom prst="rect">
            <a:avLst/>
          </a:prstGeom>
          <a:noFill/>
        </p:spPr>
        <p:txBody>
          <a:bodyPr wrap="square" rtlCol="0">
            <a:spAutoFit/>
          </a:bodyPr>
          <a:lstStyle/>
          <a:p>
            <a:r>
              <a:rPr lang="en-CA" sz="3600" b="1" dirty="0">
                <a:latin typeface="Barlow Condensed Bold" panose="00000806000000000000" pitchFamily="2" charset="0"/>
              </a:rPr>
              <a:t>INTRODUCTION</a:t>
            </a:r>
          </a:p>
        </p:txBody>
      </p:sp>
      <p:sp>
        <p:nvSpPr>
          <p:cNvPr id="4" name="Slide Number Placeholder 5">
            <a:extLst>
              <a:ext uri="{FF2B5EF4-FFF2-40B4-BE49-F238E27FC236}">
                <a16:creationId xmlns:a16="http://schemas.microsoft.com/office/drawing/2014/main" id="{4D79A43D-E5B2-4870-DB41-41B74734B89B}"/>
              </a:ext>
            </a:extLst>
          </p:cNvPr>
          <p:cNvSpPr>
            <a:spLocks noGrp="1"/>
          </p:cNvSpPr>
          <p:nvPr>
            <p:ph type="sldNum" sz="quarter" idx="12"/>
          </p:nvPr>
        </p:nvSpPr>
        <p:spPr>
          <a:xfrm>
            <a:off x="3581400" y="6405423"/>
            <a:ext cx="2743200" cy="365125"/>
          </a:xfrm>
        </p:spPr>
        <p:txBody>
          <a:bodyPr/>
          <a:lstStyle/>
          <a:p>
            <a:fld id="{E370B7C0-46F6-4DF2-8928-276E092CFE71}" type="slidenum">
              <a:rPr lang="en-CA" sz="1800" b="1" smtClean="0"/>
              <a:t>4</a:t>
            </a:fld>
            <a:endParaRPr lang="en-CA" sz="1800" b="1" dirty="0"/>
          </a:p>
        </p:txBody>
      </p:sp>
      <p:sp>
        <p:nvSpPr>
          <p:cNvPr id="7" name="Date Placeholder 4">
            <a:extLst>
              <a:ext uri="{FF2B5EF4-FFF2-40B4-BE49-F238E27FC236}">
                <a16:creationId xmlns:a16="http://schemas.microsoft.com/office/drawing/2014/main" id="{A60458EB-14F4-CA1D-0DDD-8A0DB5203CBF}"/>
              </a:ext>
            </a:extLst>
          </p:cNvPr>
          <p:cNvSpPr>
            <a:spLocks noGrp="1"/>
          </p:cNvSpPr>
          <p:nvPr>
            <p:ph type="dt" sz="half" idx="10"/>
          </p:nvPr>
        </p:nvSpPr>
        <p:spPr>
          <a:xfrm>
            <a:off x="301451" y="6377319"/>
            <a:ext cx="2743200" cy="365125"/>
          </a:xfrm>
        </p:spPr>
        <p:txBody>
          <a:bodyPr/>
          <a:lstStyle/>
          <a:p>
            <a:r>
              <a:rPr lang="en-CA" dirty="0"/>
              <a:t>2026-03-26</a:t>
            </a:r>
          </a:p>
        </p:txBody>
      </p:sp>
    </p:spTree>
    <p:extLst>
      <p:ext uri="{BB962C8B-B14F-4D97-AF65-F5344CB8AC3E}">
        <p14:creationId xmlns:p14="http://schemas.microsoft.com/office/powerpoint/2010/main" val="2247338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0BBDF-E3BA-7EB4-24DB-7C21440BBF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D13A68-7426-C30E-F840-9E712ADC3DBD}"/>
              </a:ext>
            </a:extLst>
          </p:cNvPr>
          <p:cNvSpPr>
            <a:spLocks noGrp="1"/>
          </p:cNvSpPr>
          <p:nvPr>
            <p:ph type="ctrTitle"/>
          </p:nvPr>
        </p:nvSpPr>
        <p:spPr/>
        <p:txBody>
          <a:bodyPr/>
          <a:lstStyle/>
          <a:p>
            <a:endParaRPr lang="en-CA"/>
          </a:p>
        </p:txBody>
      </p:sp>
      <p:sp>
        <p:nvSpPr>
          <p:cNvPr id="3" name="Subtitle 2">
            <a:extLst>
              <a:ext uri="{FF2B5EF4-FFF2-40B4-BE49-F238E27FC236}">
                <a16:creationId xmlns:a16="http://schemas.microsoft.com/office/drawing/2014/main" id="{31537C50-7CB0-9055-1F4E-E00A6C5085AD}"/>
              </a:ext>
            </a:extLst>
          </p:cNvPr>
          <p:cNvSpPr>
            <a:spLocks noGrp="1"/>
          </p:cNvSpPr>
          <p:nvPr>
            <p:ph type="subTitle" idx="1"/>
          </p:nvPr>
        </p:nvSpPr>
        <p:spPr/>
        <p:txBody>
          <a:bodyPr/>
          <a:lstStyle/>
          <a:p>
            <a:endParaRPr lang="en-CA"/>
          </a:p>
        </p:txBody>
      </p:sp>
      <p:pic>
        <p:nvPicPr>
          <p:cNvPr id="5" name="Picture 4">
            <a:extLst>
              <a:ext uri="{FF2B5EF4-FFF2-40B4-BE49-F238E27FC236}">
                <a16:creationId xmlns:a16="http://schemas.microsoft.com/office/drawing/2014/main" id="{7A3535B0-E053-7892-9527-67D3A3D49E6A}"/>
              </a:ext>
            </a:extLst>
          </p:cNvPr>
          <p:cNvPicPr>
            <a:picLocks noChangeAspect="1"/>
          </p:cNvPicPr>
          <p:nvPr/>
        </p:nvPicPr>
        <p:blipFill>
          <a:blip r:embed="rId2"/>
          <a:stretch>
            <a:fillRect/>
          </a:stretch>
        </p:blipFill>
        <p:spPr>
          <a:xfrm>
            <a:off x="0" y="0"/>
            <a:ext cx="12192000" cy="6742444"/>
          </a:xfrm>
          <a:prstGeom prst="rect">
            <a:avLst/>
          </a:prstGeom>
        </p:spPr>
      </p:pic>
      <p:sp>
        <p:nvSpPr>
          <p:cNvPr id="6" name="TextBox 5">
            <a:extLst>
              <a:ext uri="{FF2B5EF4-FFF2-40B4-BE49-F238E27FC236}">
                <a16:creationId xmlns:a16="http://schemas.microsoft.com/office/drawing/2014/main" id="{FADFE510-D46E-8B8E-C9F4-EBEC92CC0450}"/>
              </a:ext>
            </a:extLst>
          </p:cNvPr>
          <p:cNvSpPr txBox="1"/>
          <p:nvPr/>
        </p:nvSpPr>
        <p:spPr>
          <a:xfrm>
            <a:off x="301451" y="452176"/>
            <a:ext cx="11605846" cy="5632311"/>
          </a:xfrm>
          <a:prstGeom prst="rect">
            <a:avLst/>
          </a:prstGeom>
          <a:noFill/>
        </p:spPr>
        <p:txBody>
          <a:bodyPr wrap="square" rtlCol="0">
            <a:spAutoFit/>
          </a:bodyPr>
          <a:lstStyle/>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p:txBody>
      </p:sp>
      <p:sp>
        <p:nvSpPr>
          <p:cNvPr id="12" name="Rectangle 5">
            <a:extLst>
              <a:ext uri="{FF2B5EF4-FFF2-40B4-BE49-F238E27FC236}">
                <a16:creationId xmlns:a16="http://schemas.microsoft.com/office/drawing/2014/main" id="{FBA04F74-D691-70B2-A47C-1CFE710BD5FE}"/>
              </a:ext>
            </a:extLst>
          </p:cNvPr>
          <p:cNvSpPr>
            <a:spLocks noChangeArrowheads="1"/>
          </p:cNvSpPr>
          <p:nvPr/>
        </p:nvSpPr>
        <p:spPr bwMode="auto">
          <a:xfrm>
            <a:off x="147484" y="1914751"/>
            <a:ext cx="11743065" cy="449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200000"/>
              </a:lnSpc>
              <a:spcBef>
                <a:spcPct val="0"/>
              </a:spcBef>
              <a:spcAft>
                <a:spcPct val="0"/>
              </a:spcAft>
            </a:pPr>
            <a:r>
              <a:rPr lang="en-US" dirty="0"/>
              <a: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endParaRPr lang="en-US" altLang="en-US" sz="2000" dirty="0">
              <a:latin typeface="Arial" panose="020B0604020202020204" pitchFamily="34" charset="0"/>
            </a:endParaRP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endParaRPr lang="en-US" altLang="en-US" dirty="0">
              <a:latin typeface="Arial" panose="020B0604020202020204" pitchFamily="34" charset="0"/>
            </a:endParaRP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endParaRPr lang="en-US" altLang="en-US" dirty="0">
              <a:latin typeface="Arial" panose="020B0604020202020204" pitchFamily="34" charset="0"/>
            </a:endParaRP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endParaRPr lang="en-US" altLang="en-US" dirty="0">
              <a:latin typeface="Arial" panose="020B0604020202020204" pitchFamily="34" charset="0"/>
            </a:endParaRP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5" name="TextBox 14">
            <a:extLst>
              <a:ext uri="{FF2B5EF4-FFF2-40B4-BE49-F238E27FC236}">
                <a16:creationId xmlns:a16="http://schemas.microsoft.com/office/drawing/2014/main" id="{89AEA22D-FD87-B808-9552-F2503E1E11D0}"/>
              </a:ext>
            </a:extLst>
          </p:cNvPr>
          <p:cNvSpPr txBox="1"/>
          <p:nvPr/>
        </p:nvSpPr>
        <p:spPr>
          <a:xfrm>
            <a:off x="412955" y="452284"/>
            <a:ext cx="11149780" cy="646331"/>
          </a:xfrm>
          <a:prstGeom prst="rect">
            <a:avLst/>
          </a:prstGeom>
          <a:noFill/>
        </p:spPr>
        <p:txBody>
          <a:bodyPr wrap="square" rtlCol="0">
            <a:spAutoFit/>
          </a:bodyPr>
          <a:lstStyle/>
          <a:p>
            <a:r>
              <a:rPr lang="en-CA" sz="3600" b="1" dirty="0">
                <a:latin typeface="Barlow Condensed Bold" panose="00000806000000000000" pitchFamily="2" charset="0"/>
              </a:rPr>
              <a:t>FDI Attack Impact</a:t>
            </a:r>
          </a:p>
        </p:txBody>
      </p:sp>
      <p:sp>
        <p:nvSpPr>
          <p:cNvPr id="4" name="Slide Number Placeholder 5">
            <a:extLst>
              <a:ext uri="{FF2B5EF4-FFF2-40B4-BE49-F238E27FC236}">
                <a16:creationId xmlns:a16="http://schemas.microsoft.com/office/drawing/2014/main" id="{C6729366-E7E9-068C-A7DC-5DD1CBB2698F}"/>
              </a:ext>
            </a:extLst>
          </p:cNvPr>
          <p:cNvSpPr>
            <a:spLocks noGrp="1"/>
          </p:cNvSpPr>
          <p:nvPr>
            <p:ph type="sldNum" sz="quarter" idx="12"/>
          </p:nvPr>
        </p:nvSpPr>
        <p:spPr>
          <a:xfrm>
            <a:off x="3581400" y="6405423"/>
            <a:ext cx="2743200" cy="365125"/>
          </a:xfrm>
        </p:spPr>
        <p:txBody>
          <a:bodyPr/>
          <a:lstStyle/>
          <a:p>
            <a:fld id="{E370B7C0-46F6-4DF2-8928-276E092CFE71}" type="slidenum">
              <a:rPr lang="en-CA" sz="1800" b="1" smtClean="0"/>
              <a:t>5</a:t>
            </a:fld>
            <a:endParaRPr lang="en-CA" sz="1800" b="1" dirty="0"/>
          </a:p>
        </p:txBody>
      </p:sp>
      <p:graphicFrame>
        <p:nvGraphicFramePr>
          <p:cNvPr id="10" name="Diagram 9">
            <a:extLst>
              <a:ext uri="{FF2B5EF4-FFF2-40B4-BE49-F238E27FC236}">
                <a16:creationId xmlns:a16="http://schemas.microsoft.com/office/drawing/2014/main" id="{B8B047B4-3A93-E2DC-42FB-EB908D89C935}"/>
              </a:ext>
            </a:extLst>
          </p:cNvPr>
          <p:cNvGraphicFramePr/>
          <p:nvPr>
            <p:extLst>
              <p:ext uri="{D42A27DB-BD31-4B8C-83A1-F6EECF244321}">
                <p14:modId xmlns:p14="http://schemas.microsoft.com/office/powerpoint/2010/main" val="2387084744"/>
              </p:ext>
            </p:extLst>
          </p:nvPr>
        </p:nvGraphicFramePr>
        <p:xfrm>
          <a:off x="1039146" y="1419551"/>
          <a:ext cx="9897398" cy="41225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Date Placeholder 4">
            <a:extLst>
              <a:ext uri="{FF2B5EF4-FFF2-40B4-BE49-F238E27FC236}">
                <a16:creationId xmlns:a16="http://schemas.microsoft.com/office/drawing/2014/main" id="{C883FE21-1D42-A74B-57FD-D065558C788D}"/>
              </a:ext>
            </a:extLst>
          </p:cNvPr>
          <p:cNvSpPr>
            <a:spLocks noGrp="1"/>
          </p:cNvSpPr>
          <p:nvPr>
            <p:ph type="dt" sz="half" idx="10"/>
          </p:nvPr>
        </p:nvSpPr>
        <p:spPr>
          <a:xfrm>
            <a:off x="364549" y="6432085"/>
            <a:ext cx="2743200" cy="365125"/>
          </a:xfrm>
        </p:spPr>
        <p:txBody>
          <a:bodyPr/>
          <a:lstStyle/>
          <a:p>
            <a:r>
              <a:rPr lang="en-CA" dirty="0"/>
              <a:t>2026-03-26</a:t>
            </a:r>
          </a:p>
        </p:txBody>
      </p:sp>
    </p:spTree>
    <p:extLst>
      <p:ext uri="{BB962C8B-B14F-4D97-AF65-F5344CB8AC3E}">
        <p14:creationId xmlns:p14="http://schemas.microsoft.com/office/powerpoint/2010/main" val="2308678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048DF-3063-A7CD-AE77-032977B311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CCADCC-108E-7122-3A7F-1ED5CBB4DE96}"/>
              </a:ext>
            </a:extLst>
          </p:cNvPr>
          <p:cNvSpPr>
            <a:spLocks noGrp="1"/>
          </p:cNvSpPr>
          <p:nvPr>
            <p:ph type="ctrTitle"/>
          </p:nvPr>
        </p:nvSpPr>
        <p:spPr/>
        <p:txBody>
          <a:bodyPr/>
          <a:lstStyle/>
          <a:p>
            <a:endParaRPr lang="en-CA"/>
          </a:p>
        </p:txBody>
      </p:sp>
      <p:sp>
        <p:nvSpPr>
          <p:cNvPr id="3" name="Subtitle 2">
            <a:extLst>
              <a:ext uri="{FF2B5EF4-FFF2-40B4-BE49-F238E27FC236}">
                <a16:creationId xmlns:a16="http://schemas.microsoft.com/office/drawing/2014/main" id="{76100487-E8D3-F908-1D57-D67F45D6D054}"/>
              </a:ext>
            </a:extLst>
          </p:cNvPr>
          <p:cNvSpPr>
            <a:spLocks noGrp="1"/>
          </p:cNvSpPr>
          <p:nvPr>
            <p:ph type="subTitle" idx="1"/>
          </p:nvPr>
        </p:nvSpPr>
        <p:spPr/>
        <p:txBody>
          <a:bodyPr/>
          <a:lstStyle/>
          <a:p>
            <a:endParaRPr lang="en-CA"/>
          </a:p>
        </p:txBody>
      </p:sp>
      <p:pic>
        <p:nvPicPr>
          <p:cNvPr id="5" name="Picture 4">
            <a:extLst>
              <a:ext uri="{FF2B5EF4-FFF2-40B4-BE49-F238E27FC236}">
                <a16:creationId xmlns:a16="http://schemas.microsoft.com/office/drawing/2014/main" id="{D6E27ED4-930D-694E-3F25-610CEFECD4A1}"/>
              </a:ext>
            </a:extLst>
          </p:cNvPr>
          <p:cNvPicPr>
            <a:picLocks noChangeAspect="1"/>
          </p:cNvPicPr>
          <p:nvPr/>
        </p:nvPicPr>
        <p:blipFill>
          <a:blip r:embed="rId2"/>
          <a:stretch>
            <a:fillRect/>
          </a:stretch>
        </p:blipFill>
        <p:spPr>
          <a:xfrm>
            <a:off x="0" y="0"/>
            <a:ext cx="12192000" cy="6742444"/>
          </a:xfrm>
          <a:prstGeom prst="rect">
            <a:avLst/>
          </a:prstGeom>
        </p:spPr>
      </p:pic>
      <p:sp>
        <p:nvSpPr>
          <p:cNvPr id="6" name="TextBox 5">
            <a:extLst>
              <a:ext uri="{FF2B5EF4-FFF2-40B4-BE49-F238E27FC236}">
                <a16:creationId xmlns:a16="http://schemas.microsoft.com/office/drawing/2014/main" id="{373AC178-B73F-BE84-5DD2-C61131FA480F}"/>
              </a:ext>
            </a:extLst>
          </p:cNvPr>
          <p:cNvSpPr txBox="1"/>
          <p:nvPr/>
        </p:nvSpPr>
        <p:spPr>
          <a:xfrm>
            <a:off x="301451" y="452176"/>
            <a:ext cx="11605846" cy="8956298"/>
          </a:xfrm>
          <a:prstGeom prst="rect">
            <a:avLst/>
          </a:prstGeom>
          <a:noFill/>
        </p:spPr>
        <p:txBody>
          <a:bodyPr wrap="square" rtlCol="0">
            <a:spAutoFit/>
          </a:bodyPr>
          <a:lstStyle/>
          <a:p>
            <a:endParaRPr lang="en-CA" dirty="0"/>
          </a:p>
          <a:p>
            <a:endParaRPr lang="en-CA" dirty="0"/>
          </a:p>
          <a:p>
            <a:endParaRPr lang="en-CA" dirty="0"/>
          </a:p>
          <a:p>
            <a:endParaRPr lang="en-CA" dirty="0"/>
          </a:p>
          <a:p>
            <a:pPr marL="285750" indent="-285750">
              <a:lnSpc>
                <a:spcPct val="150000"/>
              </a:lnSpc>
              <a:buFont typeface="Arial" panose="020B0604020202020204" pitchFamily="34" charset="0"/>
              <a:buChar char="•"/>
            </a:pPr>
            <a:r>
              <a:rPr lang="en-US" dirty="0"/>
              <a:t>Traditional detection methods rely on fixed rules and thresholds</a:t>
            </a:r>
          </a:p>
          <a:p>
            <a:pPr marL="285750" indent="-285750">
              <a:lnSpc>
                <a:spcPct val="150000"/>
              </a:lnSpc>
              <a:buFont typeface="Arial" panose="020B0604020202020204" pitchFamily="34" charset="0"/>
              <a:buChar char="•"/>
            </a:pPr>
            <a:r>
              <a:rPr lang="en-US" dirty="0"/>
              <a:t>These methods fail against stealthy and intelligent attacks</a:t>
            </a:r>
          </a:p>
          <a:p>
            <a:pPr marL="285750" indent="-285750">
              <a:buFont typeface="Arial" panose="020B0604020202020204" pitchFamily="34" charset="0"/>
              <a:buChar char="•"/>
            </a:pPr>
            <a:endParaRPr lang="en-US" dirty="0"/>
          </a:p>
          <a:p>
            <a:r>
              <a:rPr lang="en-US" dirty="0"/>
              <a:t>Machine Learning Provides:</a:t>
            </a:r>
          </a:p>
          <a:p>
            <a:pPr marL="742950" lvl="1" indent="-285750">
              <a:lnSpc>
                <a:spcPct val="200000"/>
              </a:lnSpc>
              <a:buFont typeface="Courier New" panose="02070309020205020404" pitchFamily="49" charset="0"/>
              <a:buChar char="o"/>
            </a:pPr>
            <a:r>
              <a:rPr lang="en-US" dirty="0"/>
              <a:t> Ability to learn hidden patterns from large SCADA datasets</a:t>
            </a:r>
          </a:p>
          <a:p>
            <a:pPr marL="742950" lvl="1" indent="-285750">
              <a:lnSpc>
                <a:spcPct val="200000"/>
              </a:lnSpc>
              <a:buFont typeface="Courier New" panose="02070309020205020404" pitchFamily="49" charset="0"/>
              <a:buChar char="o"/>
            </a:pPr>
            <a:r>
              <a:rPr lang="en-US" dirty="0"/>
              <a:t>Detection of subtle anomalies that are not visible to humans</a:t>
            </a:r>
          </a:p>
          <a:p>
            <a:pPr marL="742950" lvl="1" indent="-285750">
              <a:lnSpc>
                <a:spcPct val="200000"/>
              </a:lnSpc>
              <a:buFont typeface="Courier New" panose="02070309020205020404" pitchFamily="49" charset="0"/>
              <a:buChar char="o"/>
            </a:pPr>
            <a:r>
              <a:rPr lang="en-US" dirty="0"/>
              <a:t>Capability to identify previously unseen attack behaviors</a:t>
            </a:r>
          </a:p>
          <a:p>
            <a:pPr marL="742950" lvl="1" indent="-285750">
              <a:lnSpc>
                <a:spcPct val="200000"/>
              </a:lnSpc>
              <a:buFont typeface="Courier New" panose="02070309020205020404" pitchFamily="49" charset="0"/>
              <a:buChar char="o"/>
            </a:pPr>
            <a:r>
              <a:rPr lang="en-US" dirty="0"/>
              <a:t>Scalability to handle high-dimensional sensor data</a:t>
            </a:r>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p:txBody>
      </p:sp>
      <p:sp>
        <p:nvSpPr>
          <p:cNvPr id="12" name="Rectangle 5">
            <a:extLst>
              <a:ext uri="{FF2B5EF4-FFF2-40B4-BE49-F238E27FC236}">
                <a16:creationId xmlns:a16="http://schemas.microsoft.com/office/drawing/2014/main" id="{E77A63F3-1E2A-3E66-AA4C-8B5211A6024C}"/>
              </a:ext>
            </a:extLst>
          </p:cNvPr>
          <p:cNvSpPr>
            <a:spLocks noChangeArrowheads="1"/>
          </p:cNvSpPr>
          <p:nvPr/>
        </p:nvSpPr>
        <p:spPr bwMode="auto">
          <a:xfrm>
            <a:off x="147484" y="1914751"/>
            <a:ext cx="11743065" cy="449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200000"/>
              </a:lnSpc>
              <a:spcBef>
                <a:spcPct val="0"/>
              </a:spcBef>
              <a:spcAft>
                <a:spcPct val="0"/>
              </a:spcAft>
            </a:pPr>
            <a:r>
              <a:rPr lang="en-US" dirty="0"/>
              <a: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endParaRPr lang="en-US" altLang="en-US" sz="2000" dirty="0">
              <a:latin typeface="Arial" panose="020B0604020202020204" pitchFamily="34" charset="0"/>
            </a:endParaRP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endParaRPr lang="en-US" altLang="en-US" dirty="0">
              <a:latin typeface="Arial" panose="020B0604020202020204" pitchFamily="34" charset="0"/>
            </a:endParaRP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endParaRPr lang="en-US" altLang="en-US" dirty="0">
              <a:latin typeface="Arial" panose="020B0604020202020204" pitchFamily="34" charset="0"/>
            </a:endParaRP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endParaRPr lang="en-US" altLang="en-US" dirty="0">
              <a:latin typeface="Arial" panose="020B0604020202020204" pitchFamily="34" charset="0"/>
            </a:endParaRP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5" name="TextBox 14">
            <a:extLst>
              <a:ext uri="{FF2B5EF4-FFF2-40B4-BE49-F238E27FC236}">
                <a16:creationId xmlns:a16="http://schemas.microsoft.com/office/drawing/2014/main" id="{A4CC568C-9179-F2D9-4955-178074006618}"/>
              </a:ext>
            </a:extLst>
          </p:cNvPr>
          <p:cNvSpPr txBox="1"/>
          <p:nvPr/>
        </p:nvSpPr>
        <p:spPr>
          <a:xfrm>
            <a:off x="412955" y="452284"/>
            <a:ext cx="11149780" cy="646331"/>
          </a:xfrm>
          <a:prstGeom prst="rect">
            <a:avLst/>
          </a:prstGeom>
          <a:noFill/>
        </p:spPr>
        <p:txBody>
          <a:bodyPr wrap="square" rtlCol="0">
            <a:spAutoFit/>
          </a:bodyPr>
          <a:lstStyle/>
          <a:p>
            <a:r>
              <a:rPr lang="en-CA" sz="3600" b="1" dirty="0">
                <a:latin typeface="Barlow Condensed Bold" panose="00000806000000000000" pitchFamily="2" charset="0"/>
              </a:rPr>
              <a:t>Why Machine Learning For FDI Detection</a:t>
            </a:r>
          </a:p>
        </p:txBody>
      </p:sp>
      <p:sp>
        <p:nvSpPr>
          <p:cNvPr id="4" name="Slide Number Placeholder 5">
            <a:extLst>
              <a:ext uri="{FF2B5EF4-FFF2-40B4-BE49-F238E27FC236}">
                <a16:creationId xmlns:a16="http://schemas.microsoft.com/office/drawing/2014/main" id="{4A5FA0A0-735D-8332-A037-3552B6CFD805}"/>
              </a:ext>
            </a:extLst>
          </p:cNvPr>
          <p:cNvSpPr>
            <a:spLocks noGrp="1"/>
          </p:cNvSpPr>
          <p:nvPr>
            <p:ph type="sldNum" sz="quarter" idx="12"/>
          </p:nvPr>
        </p:nvSpPr>
        <p:spPr>
          <a:xfrm>
            <a:off x="3581400" y="6405423"/>
            <a:ext cx="2743200" cy="365125"/>
          </a:xfrm>
        </p:spPr>
        <p:txBody>
          <a:bodyPr/>
          <a:lstStyle/>
          <a:p>
            <a:fld id="{E370B7C0-46F6-4DF2-8928-276E092CFE71}" type="slidenum">
              <a:rPr lang="en-CA" sz="1800" b="1" smtClean="0"/>
              <a:t>6</a:t>
            </a:fld>
            <a:endParaRPr lang="en-CA" sz="1800" b="1" dirty="0"/>
          </a:p>
        </p:txBody>
      </p:sp>
      <p:sp>
        <p:nvSpPr>
          <p:cNvPr id="7" name="Date Placeholder 4">
            <a:extLst>
              <a:ext uri="{FF2B5EF4-FFF2-40B4-BE49-F238E27FC236}">
                <a16:creationId xmlns:a16="http://schemas.microsoft.com/office/drawing/2014/main" id="{DFBA77DD-26C4-0B7A-41E2-29E5C7E184A1}"/>
              </a:ext>
            </a:extLst>
          </p:cNvPr>
          <p:cNvSpPr>
            <a:spLocks noGrp="1"/>
          </p:cNvSpPr>
          <p:nvPr>
            <p:ph type="dt" sz="half" idx="10"/>
          </p:nvPr>
        </p:nvSpPr>
        <p:spPr>
          <a:xfrm>
            <a:off x="364549" y="6432085"/>
            <a:ext cx="2743200" cy="365125"/>
          </a:xfrm>
        </p:spPr>
        <p:txBody>
          <a:bodyPr/>
          <a:lstStyle/>
          <a:p>
            <a:r>
              <a:rPr lang="en-CA" dirty="0"/>
              <a:t>2026-03-26</a:t>
            </a:r>
          </a:p>
        </p:txBody>
      </p:sp>
    </p:spTree>
    <p:extLst>
      <p:ext uri="{BB962C8B-B14F-4D97-AF65-F5344CB8AC3E}">
        <p14:creationId xmlns:p14="http://schemas.microsoft.com/office/powerpoint/2010/main" val="21205916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60419-188A-67D3-D042-231A9E1DB8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19C132-487E-2F37-10DE-8A1F922FE302}"/>
              </a:ext>
            </a:extLst>
          </p:cNvPr>
          <p:cNvSpPr>
            <a:spLocks noGrp="1"/>
          </p:cNvSpPr>
          <p:nvPr>
            <p:ph type="ctrTitle"/>
          </p:nvPr>
        </p:nvSpPr>
        <p:spPr/>
        <p:txBody>
          <a:bodyPr/>
          <a:lstStyle/>
          <a:p>
            <a:endParaRPr lang="en-CA" dirty="0"/>
          </a:p>
        </p:txBody>
      </p:sp>
      <p:sp>
        <p:nvSpPr>
          <p:cNvPr id="3" name="Subtitle 2">
            <a:extLst>
              <a:ext uri="{FF2B5EF4-FFF2-40B4-BE49-F238E27FC236}">
                <a16:creationId xmlns:a16="http://schemas.microsoft.com/office/drawing/2014/main" id="{B78D3187-2C49-255F-500E-3A1214ECD7F6}"/>
              </a:ext>
            </a:extLst>
          </p:cNvPr>
          <p:cNvSpPr>
            <a:spLocks noGrp="1"/>
          </p:cNvSpPr>
          <p:nvPr>
            <p:ph type="subTitle" idx="1"/>
          </p:nvPr>
        </p:nvSpPr>
        <p:spPr/>
        <p:txBody>
          <a:bodyPr/>
          <a:lstStyle/>
          <a:p>
            <a:endParaRPr lang="en-CA" dirty="0"/>
          </a:p>
        </p:txBody>
      </p:sp>
      <p:pic>
        <p:nvPicPr>
          <p:cNvPr id="5" name="Picture 4">
            <a:extLst>
              <a:ext uri="{FF2B5EF4-FFF2-40B4-BE49-F238E27FC236}">
                <a16:creationId xmlns:a16="http://schemas.microsoft.com/office/drawing/2014/main" id="{CC052A2B-D428-11CE-615D-CF1F25355A3F}"/>
              </a:ext>
            </a:extLst>
          </p:cNvPr>
          <p:cNvPicPr>
            <a:picLocks noChangeAspect="1"/>
          </p:cNvPicPr>
          <p:nvPr/>
        </p:nvPicPr>
        <p:blipFill>
          <a:blip r:embed="rId2"/>
          <a:stretch>
            <a:fillRect/>
          </a:stretch>
        </p:blipFill>
        <p:spPr>
          <a:xfrm>
            <a:off x="0" y="0"/>
            <a:ext cx="12192000" cy="6742444"/>
          </a:xfrm>
          <a:prstGeom prst="rect">
            <a:avLst/>
          </a:prstGeom>
        </p:spPr>
      </p:pic>
      <p:sp>
        <p:nvSpPr>
          <p:cNvPr id="6" name="TextBox 5">
            <a:extLst>
              <a:ext uri="{FF2B5EF4-FFF2-40B4-BE49-F238E27FC236}">
                <a16:creationId xmlns:a16="http://schemas.microsoft.com/office/drawing/2014/main" id="{BBDD7214-7B40-6A5F-5659-DF473BC5CB80}"/>
              </a:ext>
            </a:extLst>
          </p:cNvPr>
          <p:cNvSpPr txBox="1"/>
          <p:nvPr/>
        </p:nvSpPr>
        <p:spPr>
          <a:xfrm>
            <a:off x="301451" y="452176"/>
            <a:ext cx="11605846" cy="5355312"/>
          </a:xfrm>
          <a:prstGeom prst="rect">
            <a:avLst/>
          </a:prstGeom>
          <a:noFill/>
        </p:spPr>
        <p:txBody>
          <a:bodyPr wrap="square" rtlCol="0">
            <a:spAutoFit/>
          </a:bodyPr>
          <a:lstStyle/>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a:p>
            <a:endParaRPr lang="en-CA" dirty="0"/>
          </a:p>
        </p:txBody>
      </p:sp>
      <p:sp>
        <p:nvSpPr>
          <p:cNvPr id="12" name="Rectangle 5">
            <a:extLst>
              <a:ext uri="{FF2B5EF4-FFF2-40B4-BE49-F238E27FC236}">
                <a16:creationId xmlns:a16="http://schemas.microsoft.com/office/drawing/2014/main" id="{D6755F98-8894-1F9F-667D-36AE2265562A}"/>
              </a:ext>
            </a:extLst>
          </p:cNvPr>
          <p:cNvSpPr>
            <a:spLocks noChangeArrowheads="1"/>
          </p:cNvSpPr>
          <p:nvPr/>
        </p:nvSpPr>
        <p:spPr bwMode="auto">
          <a:xfrm>
            <a:off x="147484" y="1914751"/>
            <a:ext cx="11743065" cy="449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200000"/>
              </a:lnSpc>
              <a:spcBef>
                <a:spcPct val="0"/>
              </a:spcBef>
              <a:spcAft>
                <a:spcPct val="0"/>
              </a:spcAft>
            </a:pPr>
            <a:r>
              <a:rPr lang="en-US" dirty="0"/>
              <a: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endParaRPr lang="en-US" altLang="en-US" sz="2000" dirty="0">
              <a:latin typeface="Arial" panose="020B0604020202020204" pitchFamily="34" charset="0"/>
            </a:endParaRP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endParaRPr lang="en-US" altLang="en-US" dirty="0">
              <a:latin typeface="Arial" panose="020B0604020202020204" pitchFamily="34" charset="0"/>
            </a:endParaRP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endParaRPr lang="en-US" altLang="en-US" dirty="0">
              <a:latin typeface="Arial" panose="020B0604020202020204" pitchFamily="34" charset="0"/>
            </a:endParaRP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endParaRPr lang="en-US" altLang="en-US" dirty="0">
              <a:latin typeface="Arial" panose="020B0604020202020204" pitchFamily="34" charset="0"/>
            </a:endParaRP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5" name="TextBox 14">
            <a:extLst>
              <a:ext uri="{FF2B5EF4-FFF2-40B4-BE49-F238E27FC236}">
                <a16:creationId xmlns:a16="http://schemas.microsoft.com/office/drawing/2014/main" id="{A60D2179-05D8-AC76-AC64-F1CD444958B5}"/>
              </a:ext>
            </a:extLst>
          </p:cNvPr>
          <p:cNvSpPr txBox="1"/>
          <p:nvPr/>
        </p:nvSpPr>
        <p:spPr>
          <a:xfrm>
            <a:off x="412955" y="452284"/>
            <a:ext cx="11149780" cy="646331"/>
          </a:xfrm>
          <a:prstGeom prst="rect">
            <a:avLst/>
          </a:prstGeom>
          <a:noFill/>
        </p:spPr>
        <p:txBody>
          <a:bodyPr wrap="square" rtlCol="0">
            <a:spAutoFit/>
          </a:bodyPr>
          <a:lstStyle/>
          <a:p>
            <a:r>
              <a:rPr lang="en-CA" sz="3600" b="1" dirty="0">
                <a:latin typeface="Barlow Condensed Bold" panose="00000806000000000000" pitchFamily="2" charset="0"/>
              </a:rPr>
              <a:t>Need For Improvement</a:t>
            </a:r>
          </a:p>
        </p:txBody>
      </p:sp>
      <p:sp>
        <p:nvSpPr>
          <p:cNvPr id="4" name="Slide Number Placeholder 5">
            <a:extLst>
              <a:ext uri="{FF2B5EF4-FFF2-40B4-BE49-F238E27FC236}">
                <a16:creationId xmlns:a16="http://schemas.microsoft.com/office/drawing/2014/main" id="{F8A3A2ED-B117-8914-F468-7DBAF8B6600B}"/>
              </a:ext>
            </a:extLst>
          </p:cNvPr>
          <p:cNvSpPr>
            <a:spLocks noGrp="1"/>
          </p:cNvSpPr>
          <p:nvPr>
            <p:ph type="sldNum" sz="quarter" idx="12"/>
          </p:nvPr>
        </p:nvSpPr>
        <p:spPr>
          <a:xfrm>
            <a:off x="3581400" y="6405423"/>
            <a:ext cx="2743200" cy="365125"/>
          </a:xfrm>
        </p:spPr>
        <p:txBody>
          <a:bodyPr/>
          <a:lstStyle/>
          <a:p>
            <a:fld id="{E370B7C0-46F6-4DF2-8928-276E092CFE71}" type="slidenum">
              <a:rPr lang="en-CA" sz="1800" b="1" smtClean="0"/>
              <a:t>7</a:t>
            </a:fld>
            <a:endParaRPr lang="en-CA" sz="1800" b="1" dirty="0"/>
          </a:p>
        </p:txBody>
      </p:sp>
      <p:graphicFrame>
        <p:nvGraphicFramePr>
          <p:cNvPr id="7" name="Diagram 6">
            <a:extLst>
              <a:ext uri="{FF2B5EF4-FFF2-40B4-BE49-F238E27FC236}">
                <a16:creationId xmlns:a16="http://schemas.microsoft.com/office/drawing/2014/main" id="{83918BB5-D279-A242-7FE5-C8C7FE1DC80D}"/>
              </a:ext>
            </a:extLst>
          </p:cNvPr>
          <p:cNvGraphicFramePr/>
          <p:nvPr>
            <p:extLst>
              <p:ext uri="{D42A27DB-BD31-4B8C-83A1-F6EECF244321}">
                <p14:modId xmlns:p14="http://schemas.microsoft.com/office/powerpoint/2010/main" val="345424182"/>
              </p:ext>
            </p:extLst>
          </p:nvPr>
        </p:nvGraphicFramePr>
        <p:xfrm>
          <a:off x="1205345" y="1587008"/>
          <a:ext cx="9792277" cy="44555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Date Placeholder 4">
            <a:extLst>
              <a:ext uri="{FF2B5EF4-FFF2-40B4-BE49-F238E27FC236}">
                <a16:creationId xmlns:a16="http://schemas.microsoft.com/office/drawing/2014/main" id="{C1A00465-9644-58DC-5860-03DDC08C183F}"/>
              </a:ext>
            </a:extLst>
          </p:cNvPr>
          <p:cNvSpPr>
            <a:spLocks noGrp="1"/>
          </p:cNvSpPr>
          <p:nvPr>
            <p:ph type="dt" sz="half" idx="10"/>
          </p:nvPr>
        </p:nvSpPr>
        <p:spPr>
          <a:xfrm>
            <a:off x="364549" y="6432085"/>
            <a:ext cx="2743200" cy="365125"/>
          </a:xfrm>
        </p:spPr>
        <p:txBody>
          <a:bodyPr/>
          <a:lstStyle/>
          <a:p>
            <a:r>
              <a:rPr lang="en-CA" dirty="0"/>
              <a:t>2026-03-26</a:t>
            </a:r>
          </a:p>
        </p:txBody>
      </p:sp>
    </p:spTree>
    <p:extLst>
      <p:ext uri="{BB962C8B-B14F-4D97-AF65-F5344CB8AC3E}">
        <p14:creationId xmlns:p14="http://schemas.microsoft.com/office/powerpoint/2010/main" val="33891126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BCDC9-8B3C-87BB-BC82-533E26A57756}"/>
              </a:ext>
            </a:extLst>
          </p:cNvPr>
          <p:cNvSpPr>
            <a:spLocks noGrp="1"/>
          </p:cNvSpPr>
          <p:nvPr>
            <p:ph type="title"/>
          </p:nvPr>
        </p:nvSpPr>
        <p:spPr/>
        <p:txBody>
          <a:bodyPr/>
          <a:lstStyle/>
          <a:p>
            <a:endParaRPr lang="en-CA" dirty="0"/>
          </a:p>
        </p:txBody>
      </p:sp>
      <p:sp>
        <p:nvSpPr>
          <p:cNvPr id="3" name="Content Placeholder 2">
            <a:extLst>
              <a:ext uri="{FF2B5EF4-FFF2-40B4-BE49-F238E27FC236}">
                <a16:creationId xmlns:a16="http://schemas.microsoft.com/office/drawing/2014/main" id="{D0A0DFE4-3EBB-1BD3-DA60-D0016240EAFE}"/>
              </a:ext>
            </a:extLst>
          </p:cNvPr>
          <p:cNvSpPr>
            <a:spLocks noGrp="1"/>
          </p:cNvSpPr>
          <p:nvPr>
            <p:ph idx="1"/>
          </p:nvPr>
        </p:nvSpPr>
        <p:spPr/>
        <p:txBody>
          <a:bodyPr/>
          <a:lstStyle/>
          <a:p>
            <a:endParaRPr lang="en-CA" dirty="0"/>
          </a:p>
        </p:txBody>
      </p:sp>
      <p:pic>
        <p:nvPicPr>
          <p:cNvPr id="5" name="Picture 4">
            <a:extLst>
              <a:ext uri="{FF2B5EF4-FFF2-40B4-BE49-F238E27FC236}">
                <a16:creationId xmlns:a16="http://schemas.microsoft.com/office/drawing/2014/main" id="{039D7EC1-061C-7F60-A07C-0765A1FC33EE}"/>
              </a:ext>
            </a:extLst>
          </p:cNvPr>
          <p:cNvPicPr>
            <a:picLocks noChangeAspect="1"/>
          </p:cNvPicPr>
          <p:nvPr/>
        </p:nvPicPr>
        <p:blipFill>
          <a:blip r:embed="rId2"/>
          <a:stretch>
            <a:fillRect/>
          </a:stretch>
        </p:blipFill>
        <p:spPr>
          <a:xfrm>
            <a:off x="0" y="0"/>
            <a:ext cx="12192000" cy="6858000"/>
          </a:xfrm>
          <a:prstGeom prst="rect">
            <a:avLst/>
          </a:prstGeom>
        </p:spPr>
      </p:pic>
      <p:graphicFrame>
        <p:nvGraphicFramePr>
          <p:cNvPr id="6" name="Content Placeholder 15">
            <a:extLst>
              <a:ext uri="{FF2B5EF4-FFF2-40B4-BE49-F238E27FC236}">
                <a16:creationId xmlns:a16="http://schemas.microsoft.com/office/drawing/2014/main" id="{85CBC6B9-2327-8BA3-611E-27F27CA18F3D}"/>
              </a:ext>
            </a:extLst>
          </p:cNvPr>
          <p:cNvGraphicFramePr>
            <a:graphicFrameLocks/>
          </p:cNvGraphicFramePr>
          <p:nvPr>
            <p:extLst>
              <p:ext uri="{D42A27DB-BD31-4B8C-83A1-F6EECF244321}">
                <p14:modId xmlns:p14="http://schemas.microsoft.com/office/powerpoint/2010/main" val="3659205594"/>
              </p:ext>
            </p:extLst>
          </p:nvPr>
        </p:nvGraphicFramePr>
        <p:xfrm>
          <a:off x="259882" y="1413163"/>
          <a:ext cx="11569729" cy="45951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TextBox 12">
            <a:extLst>
              <a:ext uri="{FF2B5EF4-FFF2-40B4-BE49-F238E27FC236}">
                <a16:creationId xmlns:a16="http://schemas.microsoft.com/office/drawing/2014/main" id="{5C1262A2-60F5-30DB-721D-5CF32352A092}"/>
              </a:ext>
            </a:extLst>
          </p:cNvPr>
          <p:cNvSpPr txBox="1"/>
          <p:nvPr/>
        </p:nvSpPr>
        <p:spPr>
          <a:xfrm>
            <a:off x="412955" y="452284"/>
            <a:ext cx="11149780" cy="646331"/>
          </a:xfrm>
          <a:prstGeom prst="rect">
            <a:avLst/>
          </a:prstGeom>
          <a:noFill/>
        </p:spPr>
        <p:txBody>
          <a:bodyPr wrap="square" rtlCol="0">
            <a:spAutoFit/>
          </a:bodyPr>
          <a:lstStyle/>
          <a:p>
            <a:r>
              <a:rPr lang="en-CA" sz="3600" b="1" dirty="0">
                <a:latin typeface="Barlow Condensed Bold" panose="00000806000000000000" pitchFamily="2" charset="0"/>
              </a:rPr>
              <a:t>INTRODUCTION</a:t>
            </a:r>
          </a:p>
        </p:txBody>
      </p:sp>
      <p:sp>
        <p:nvSpPr>
          <p:cNvPr id="8" name="Slide Number Placeholder 5">
            <a:extLst>
              <a:ext uri="{FF2B5EF4-FFF2-40B4-BE49-F238E27FC236}">
                <a16:creationId xmlns:a16="http://schemas.microsoft.com/office/drawing/2014/main" id="{C85BE268-0A55-A684-911A-2935341E5A89}"/>
              </a:ext>
            </a:extLst>
          </p:cNvPr>
          <p:cNvSpPr txBox="1">
            <a:spLocks/>
          </p:cNvSpPr>
          <p:nvPr/>
        </p:nvSpPr>
        <p:spPr>
          <a:xfrm>
            <a:off x="3581400" y="64054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70B7C0-46F6-4DF2-8928-276E092CFE71}" type="slidenum">
              <a:rPr lang="en-CA" sz="1800" b="1" smtClean="0"/>
              <a:pPr/>
              <a:t>8</a:t>
            </a:fld>
            <a:endParaRPr lang="en-CA" sz="1800" b="1" dirty="0"/>
          </a:p>
        </p:txBody>
      </p:sp>
      <p:sp>
        <p:nvSpPr>
          <p:cNvPr id="9" name="Date Placeholder 4">
            <a:extLst>
              <a:ext uri="{FF2B5EF4-FFF2-40B4-BE49-F238E27FC236}">
                <a16:creationId xmlns:a16="http://schemas.microsoft.com/office/drawing/2014/main" id="{19CD1DAC-4F27-55D1-F592-65DD92D81046}"/>
              </a:ext>
            </a:extLst>
          </p:cNvPr>
          <p:cNvSpPr>
            <a:spLocks noGrp="1"/>
          </p:cNvSpPr>
          <p:nvPr>
            <p:ph type="dt" sz="half" idx="10"/>
          </p:nvPr>
        </p:nvSpPr>
        <p:spPr>
          <a:xfrm>
            <a:off x="364549" y="6432085"/>
            <a:ext cx="2743200" cy="365125"/>
          </a:xfrm>
        </p:spPr>
        <p:txBody>
          <a:bodyPr/>
          <a:lstStyle/>
          <a:p>
            <a:r>
              <a:rPr lang="en-CA" dirty="0"/>
              <a:t>2026-03-26</a:t>
            </a:r>
          </a:p>
        </p:txBody>
      </p:sp>
    </p:spTree>
    <p:extLst>
      <p:ext uri="{BB962C8B-B14F-4D97-AF65-F5344CB8AC3E}">
        <p14:creationId xmlns:p14="http://schemas.microsoft.com/office/powerpoint/2010/main" val="3801744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1ADB0CD-7126-427B-2FBB-75225F4BFFFD}"/>
              </a:ext>
            </a:extLst>
          </p:cNvPr>
          <p:cNvSpPr>
            <a:spLocks noGrp="1"/>
          </p:cNvSpPr>
          <p:nvPr>
            <p:ph type="ctrTitle"/>
          </p:nvPr>
        </p:nvSpPr>
        <p:spPr/>
        <p:txBody>
          <a:bodyPr/>
          <a:lstStyle/>
          <a:p>
            <a:endParaRPr lang="en-CA" dirty="0"/>
          </a:p>
        </p:txBody>
      </p:sp>
      <p:sp>
        <p:nvSpPr>
          <p:cNvPr id="9" name="Subtitle 8">
            <a:extLst>
              <a:ext uri="{FF2B5EF4-FFF2-40B4-BE49-F238E27FC236}">
                <a16:creationId xmlns:a16="http://schemas.microsoft.com/office/drawing/2014/main" id="{69B44A6F-FC31-4474-0346-7EA29F583C38}"/>
              </a:ext>
            </a:extLst>
          </p:cNvPr>
          <p:cNvSpPr>
            <a:spLocks noGrp="1"/>
          </p:cNvSpPr>
          <p:nvPr>
            <p:ph type="subTitle" idx="1"/>
          </p:nvPr>
        </p:nvSpPr>
        <p:spPr/>
        <p:txBody>
          <a:bodyPr/>
          <a:lstStyle/>
          <a:p>
            <a:endParaRPr lang="en-CA" dirty="0"/>
          </a:p>
        </p:txBody>
      </p:sp>
      <p:pic>
        <p:nvPicPr>
          <p:cNvPr id="4" name="Picture 3">
            <a:extLst>
              <a:ext uri="{FF2B5EF4-FFF2-40B4-BE49-F238E27FC236}">
                <a16:creationId xmlns:a16="http://schemas.microsoft.com/office/drawing/2014/main" id="{89DC771D-2D51-391B-4F8D-1140350FDBBE}"/>
              </a:ext>
            </a:extLst>
          </p:cNvPr>
          <p:cNvPicPr>
            <a:picLocks noChangeAspect="1"/>
          </p:cNvPicPr>
          <p:nvPr/>
        </p:nvPicPr>
        <p:blipFill>
          <a:blip r:embed="rId2"/>
          <a:stretch>
            <a:fillRect/>
          </a:stretch>
        </p:blipFill>
        <p:spPr>
          <a:xfrm>
            <a:off x="0" y="0"/>
            <a:ext cx="12192000" cy="6858000"/>
          </a:xfrm>
          <a:prstGeom prst="rect">
            <a:avLst/>
          </a:prstGeom>
        </p:spPr>
      </p:pic>
      <p:sp>
        <p:nvSpPr>
          <p:cNvPr id="10" name="TextBox 9">
            <a:extLst>
              <a:ext uri="{FF2B5EF4-FFF2-40B4-BE49-F238E27FC236}">
                <a16:creationId xmlns:a16="http://schemas.microsoft.com/office/drawing/2014/main" id="{D13FE31A-C64D-8AFE-B7F3-8C65109D6B1F}"/>
              </a:ext>
            </a:extLst>
          </p:cNvPr>
          <p:cNvSpPr txBox="1"/>
          <p:nvPr/>
        </p:nvSpPr>
        <p:spPr>
          <a:xfrm>
            <a:off x="511277" y="629821"/>
            <a:ext cx="11307097" cy="646331"/>
          </a:xfrm>
          <a:prstGeom prst="rect">
            <a:avLst/>
          </a:prstGeom>
          <a:noFill/>
        </p:spPr>
        <p:txBody>
          <a:bodyPr wrap="square" rtlCol="0">
            <a:spAutoFit/>
          </a:bodyPr>
          <a:lstStyle/>
          <a:p>
            <a:r>
              <a:rPr lang="en-US" sz="3600" b="1" dirty="0">
                <a:latin typeface="Barlow Condensed Bold" panose="00000806000000000000" pitchFamily="2" charset="0"/>
              </a:rPr>
              <a:t>Key Challenges in Detecting FDI Attacks</a:t>
            </a:r>
            <a:endParaRPr lang="en-CA" sz="3600" b="1" dirty="0">
              <a:latin typeface="Barlow Condensed Bold" panose="00000806000000000000" pitchFamily="2" charset="0"/>
            </a:endParaRPr>
          </a:p>
        </p:txBody>
      </p:sp>
      <p:graphicFrame>
        <p:nvGraphicFramePr>
          <p:cNvPr id="20" name="Diagram 19">
            <a:extLst>
              <a:ext uri="{FF2B5EF4-FFF2-40B4-BE49-F238E27FC236}">
                <a16:creationId xmlns:a16="http://schemas.microsoft.com/office/drawing/2014/main" id="{A6165121-334E-2F41-8FC8-29A4703807DA}"/>
              </a:ext>
            </a:extLst>
          </p:cNvPr>
          <p:cNvGraphicFramePr/>
          <p:nvPr>
            <p:extLst>
              <p:ext uri="{D42A27DB-BD31-4B8C-83A1-F6EECF244321}">
                <p14:modId xmlns:p14="http://schemas.microsoft.com/office/powerpoint/2010/main" val="1963531001"/>
              </p:ext>
            </p:extLst>
          </p:nvPr>
        </p:nvGraphicFramePr>
        <p:xfrm>
          <a:off x="1209366" y="1483186"/>
          <a:ext cx="9458634" cy="48198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22" name="Straight Arrow Connector 21">
            <a:extLst>
              <a:ext uri="{FF2B5EF4-FFF2-40B4-BE49-F238E27FC236}">
                <a16:creationId xmlns:a16="http://schemas.microsoft.com/office/drawing/2014/main" id="{52D168A4-25AF-B10B-1631-8C859D159ED9}"/>
              </a:ext>
            </a:extLst>
          </p:cNvPr>
          <p:cNvCxnSpPr>
            <a:cxnSpLocks/>
          </p:cNvCxnSpPr>
          <p:nvPr/>
        </p:nvCxnSpPr>
        <p:spPr>
          <a:xfrm>
            <a:off x="6663588" y="4324854"/>
            <a:ext cx="24580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 name="Slide Number Placeholder 5">
            <a:extLst>
              <a:ext uri="{FF2B5EF4-FFF2-40B4-BE49-F238E27FC236}">
                <a16:creationId xmlns:a16="http://schemas.microsoft.com/office/drawing/2014/main" id="{5ED89225-2C2F-61DA-FDDD-EA46BE31D62F}"/>
              </a:ext>
            </a:extLst>
          </p:cNvPr>
          <p:cNvSpPr>
            <a:spLocks noGrp="1"/>
          </p:cNvSpPr>
          <p:nvPr>
            <p:ph type="sldNum" sz="quarter" idx="12"/>
          </p:nvPr>
        </p:nvSpPr>
        <p:spPr>
          <a:xfrm>
            <a:off x="3581400" y="6405423"/>
            <a:ext cx="2743200" cy="365125"/>
          </a:xfrm>
        </p:spPr>
        <p:txBody>
          <a:bodyPr/>
          <a:lstStyle/>
          <a:p>
            <a:fld id="{E370B7C0-46F6-4DF2-8928-276E092CFE71}" type="slidenum">
              <a:rPr lang="en-CA" sz="1800" b="1" smtClean="0"/>
              <a:t>9</a:t>
            </a:fld>
            <a:endParaRPr lang="en-CA" sz="1800" b="1" dirty="0"/>
          </a:p>
        </p:txBody>
      </p:sp>
      <p:sp>
        <p:nvSpPr>
          <p:cNvPr id="3" name="Date Placeholder 4">
            <a:extLst>
              <a:ext uri="{FF2B5EF4-FFF2-40B4-BE49-F238E27FC236}">
                <a16:creationId xmlns:a16="http://schemas.microsoft.com/office/drawing/2014/main" id="{402860F1-C922-EE54-B051-D99CF0B5CA77}"/>
              </a:ext>
            </a:extLst>
          </p:cNvPr>
          <p:cNvSpPr>
            <a:spLocks noGrp="1"/>
          </p:cNvSpPr>
          <p:nvPr>
            <p:ph type="dt" sz="half" idx="10"/>
          </p:nvPr>
        </p:nvSpPr>
        <p:spPr>
          <a:xfrm>
            <a:off x="364549" y="6432085"/>
            <a:ext cx="2743200" cy="365125"/>
          </a:xfrm>
        </p:spPr>
        <p:txBody>
          <a:bodyPr/>
          <a:lstStyle/>
          <a:p>
            <a:r>
              <a:rPr lang="en-CA" dirty="0"/>
              <a:t>2026-03-26</a:t>
            </a:r>
          </a:p>
        </p:txBody>
      </p:sp>
    </p:spTree>
    <p:extLst>
      <p:ext uri="{BB962C8B-B14F-4D97-AF65-F5344CB8AC3E}">
        <p14:creationId xmlns:p14="http://schemas.microsoft.com/office/powerpoint/2010/main" val="1959872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B7138-5E4B-6A08-8931-CC7D8BAAA9F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612D0B-B30C-7370-8275-A6E33FDC62FD}"/>
              </a:ext>
            </a:extLst>
          </p:cNvPr>
          <p:cNvSpPr>
            <a:spLocks noGrp="1"/>
          </p:cNvSpPr>
          <p:nvPr>
            <p:ph type="title"/>
          </p:nvPr>
        </p:nvSpPr>
        <p:spPr/>
        <p:txBody>
          <a:bodyPr/>
          <a:lstStyle/>
          <a:p>
            <a:endParaRPr lang="en-CA" dirty="0"/>
          </a:p>
        </p:txBody>
      </p:sp>
      <p:sp>
        <p:nvSpPr>
          <p:cNvPr id="7" name="Content Placeholder 6">
            <a:extLst>
              <a:ext uri="{FF2B5EF4-FFF2-40B4-BE49-F238E27FC236}">
                <a16:creationId xmlns:a16="http://schemas.microsoft.com/office/drawing/2014/main" id="{036E4D4C-02E6-1A34-ACC1-0752917AD2FD}"/>
              </a:ext>
            </a:extLst>
          </p:cNvPr>
          <p:cNvSpPr>
            <a:spLocks noGrp="1"/>
          </p:cNvSpPr>
          <p:nvPr>
            <p:ph idx="1"/>
          </p:nvPr>
        </p:nvSpPr>
        <p:spPr/>
        <p:txBody>
          <a:bodyPr/>
          <a:lstStyle/>
          <a:p>
            <a:endParaRPr lang="en-CA" dirty="0"/>
          </a:p>
        </p:txBody>
      </p:sp>
      <p:pic>
        <p:nvPicPr>
          <p:cNvPr id="4" name="Picture 3">
            <a:extLst>
              <a:ext uri="{FF2B5EF4-FFF2-40B4-BE49-F238E27FC236}">
                <a16:creationId xmlns:a16="http://schemas.microsoft.com/office/drawing/2014/main" id="{F693094C-5D2A-5B3A-76EB-32385E26701B}"/>
              </a:ext>
            </a:extLst>
          </p:cNvPr>
          <p:cNvPicPr>
            <a:picLocks noChangeAspect="1"/>
          </p:cNvPicPr>
          <p:nvPr/>
        </p:nvPicPr>
        <p:blipFill>
          <a:blip r:embed="rId2"/>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5CC1C24E-2753-370A-2BF8-B2CB42639CC8}"/>
              </a:ext>
            </a:extLst>
          </p:cNvPr>
          <p:cNvSpPr txBox="1"/>
          <p:nvPr/>
        </p:nvSpPr>
        <p:spPr>
          <a:xfrm>
            <a:off x="3008671" y="3005902"/>
            <a:ext cx="6174658" cy="769441"/>
          </a:xfrm>
          <a:prstGeom prst="rect">
            <a:avLst/>
          </a:prstGeom>
          <a:noFill/>
        </p:spPr>
        <p:txBody>
          <a:bodyPr wrap="square">
            <a:spAutoFit/>
          </a:bodyPr>
          <a:lstStyle/>
          <a:p>
            <a:pPr algn="ctr"/>
            <a:r>
              <a:rPr lang="en-US" sz="4400" b="1" dirty="0">
                <a:solidFill>
                  <a:schemeClr val="accent5"/>
                </a:solidFill>
                <a:latin typeface="Georgia" panose="02040502050405020303" pitchFamily="18" charset="0"/>
              </a:rPr>
              <a:t>OBJECTIVES</a:t>
            </a:r>
            <a:endParaRPr lang="en-CA" sz="4400" dirty="0"/>
          </a:p>
        </p:txBody>
      </p:sp>
      <p:sp>
        <p:nvSpPr>
          <p:cNvPr id="8" name="Slide Number Placeholder 5">
            <a:extLst>
              <a:ext uri="{FF2B5EF4-FFF2-40B4-BE49-F238E27FC236}">
                <a16:creationId xmlns:a16="http://schemas.microsoft.com/office/drawing/2014/main" id="{F22E2ABD-FFCC-8925-3763-1355765504DF}"/>
              </a:ext>
            </a:extLst>
          </p:cNvPr>
          <p:cNvSpPr txBox="1">
            <a:spLocks/>
          </p:cNvSpPr>
          <p:nvPr/>
        </p:nvSpPr>
        <p:spPr>
          <a:xfrm>
            <a:off x="3581400" y="64054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70B7C0-46F6-4DF2-8928-276E092CFE71}" type="slidenum">
              <a:rPr lang="en-CA" sz="1800" b="1" smtClean="0"/>
              <a:pPr/>
              <a:t>10</a:t>
            </a:fld>
            <a:endParaRPr lang="en-CA" sz="1800" b="1" dirty="0"/>
          </a:p>
        </p:txBody>
      </p:sp>
      <p:sp>
        <p:nvSpPr>
          <p:cNvPr id="9" name="Date Placeholder 4">
            <a:extLst>
              <a:ext uri="{FF2B5EF4-FFF2-40B4-BE49-F238E27FC236}">
                <a16:creationId xmlns:a16="http://schemas.microsoft.com/office/drawing/2014/main" id="{73F8294B-6B18-4E84-6A2A-4A39F565946F}"/>
              </a:ext>
            </a:extLst>
          </p:cNvPr>
          <p:cNvSpPr>
            <a:spLocks noGrp="1"/>
          </p:cNvSpPr>
          <p:nvPr>
            <p:ph type="dt" sz="half" idx="10"/>
          </p:nvPr>
        </p:nvSpPr>
        <p:spPr>
          <a:xfrm>
            <a:off x="364549" y="6432085"/>
            <a:ext cx="2743200" cy="365125"/>
          </a:xfrm>
        </p:spPr>
        <p:txBody>
          <a:bodyPr/>
          <a:lstStyle/>
          <a:p>
            <a:r>
              <a:rPr lang="en-CA" dirty="0"/>
              <a:t>2026-03-26</a:t>
            </a:r>
          </a:p>
        </p:txBody>
      </p:sp>
    </p:spTree>
    <p:extLst>
      <p:ext uri="{BB962C8B-B14F-4D97-AF65-F5344CB8AC3E}">
        <p14:creationId xmlns:p14="http://schemas.microsoft.com/office/powerpoint/2010/main" val="16967852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E26C5-B3C6-9476-0FE6-5D69CCF046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7CDA6E-A4CE-EF24-5554-70532EF5B6CD}"/>
              </a:ext>
            </a:extLst>
          </p:cNvPr>
          <p:cNvSpPr>
            <a:spLocks noGrp="1"/>
          </p:cNvSpPr>
          <p:nvPr>
            <p:ph type="title"/>
          </p:nvPr>
        </p:nvSpPr>
        <p:spPr/>
        <p:txBody>
          <a:bodyPr/>
          <a:lstStyle/>
          <a:p>
            <a:endParaRPr lang="en-CA" dirty="0"/>
          </a:p>
        </p:txBody>
      </p:sp>
      <p:sp>
        <p:nvSpPr>
          <p:cNvPr id="3" name="Content Placeholder 2">
            <a:extLst>
              <a:ext uri="{FF2B5EF4-FFF2-40B4-BE49-F238E27FC236}">
                <a16:creationId xmlns:a16="http://schemas.microsoft.com/office/drawing/2014/main" id="{ACA4D118-3292-D9D3-6ECF-E4851E91545E}"/>
              </a:ext>
            </a:extLst>
          </p:cNvPr>
          <p:cNvSpPr>
            <a:spLocks noGrp="1"/>
          </p:cNvSpPr>
          <p:nvPr>
            <p:ph idx="1"/>
          </p:nvPr>
        </p:nvSpPr>
        <p:spPr/>
        <p:txBody>
          <a:bodyPr/>
          <a:lstStyle/>
          <a:p>
            <a:endParaRPr lang="en-CA" dirty="0"/>
          </a:p>
        </p:txBody>
      </p:sp>
      <p:pic>
        <p:nvPicPr>
          <p:cNvPr id="4" name="Picture 3">
            <a:extLst>
              <a:ext uri="{FF2B5EF4-FFF2-40B4-BE49-F238E27FC236}">
                <a16:creationId xmlns:a16="http://schemas.microsoft.com/office/drawing/2014/main" id="{8F41A438-9D47-728F-3CBF-38A1AA7E0A7B}"/>
              </a:ext>
            </a:extLst>
          </p:cNvPr>
          <p:cNvPicPr>
            <a:picLocks noChangeAspect="1"/>
          </p:cNvPicPr>
          <p:nvPr/>
        </p:nvPicPr>
        <p:blipFill>
          <a:blip r:embed="rId3"/>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3E233564-1FD5-4233-59ED-AF979485E4B6}"/>
              </a:ext>
            </a:extLst>
          </p:cNvPr>
          <p:cNvSpPr txBox="1"/>
          <p:nvPr/>
        </p:nvSpPr>
        <p:spPr>
          <a:xfrm>
            <a:off x="595313" y="670369"/>
            <a:ext cx="6115050" cy="584775"/>
          </a:xfrm>
          <a:prstGeom prst="rect">
            <a:avLst/>
          </a:prstGeom>
          <a:noFill/>
        </p:spPr>
        <p:txBody>
          <a:bodyPr wrap="square" rtlCol="0">
            <a:spAutoFit/>
          </a:bodyPr>
          <a:lstStyle/>
          <a:p>
            <a:r>
              <a:rPr lang="en-US" sz="3200" b="1" dirty="0">
                <a:solidFill>
                  <a:schemeClr val="accent5"/>
                </a:solidFill>
                <a:latin typeface="Georgia" panose="02040502050405020303" pitchFamily="18" charset="0"/>
              </a:rPr>
              <a:t>Objectives</a:t>
            </a:r>
          </a:p>
        </p:txBody>
      </p:sp>
      <p:graphicFrame>
        <p:nvGraphicFramePr>
          <p:cNvPr id="8" name="Diagram 7">
            <a:extLst>
              <a:ext uri="{FF2B5EF4-FFF2-40B4-BE49-F238E27FC236}">
                <a16:creationId xmlns:a16="http://schemas.microsoft.com/office/drawing/2014/main" id="{6348A8AB-4F8B-59EE-8240-D8A955712001}"/>
              </a:ext>
            </a:extLst>
          </p:cNvPr>
          <p:cNvGraphicFramePr/>
          <p:nvPr>
            <p:extLst>
              <p:ext uri="{D42A27DB-BD31-4B8C-83A1-F6EECF244321}">
                <p14:modId xmlns:p14="http://schemas.microsoft.com/office/powerpoint/2010/main" val="131623439"/>
              </p:ext>
            </p:extLst>
          </p:nvPr>
        </p:nvGraphicFramePr>
        <p:xfrm>
          <a:off x="717755" y="1690688"/>
          <a:ext cx="10636045" cy="4169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9" name="Slide Number Placeholder 5">
            <a:extLst>
              <a:ext uri="{FF2B5EF4-FFF2-40B4-BE49-F238E27FC236}">
                <a16:creationId xmlns:a16="http://schemas.microsoft.com/office/drawing/2014/main" id="{9305C547-1281-6D65-969D-3B097947BC55}"/>
              </a:ext>
            </a:extLst>
          </p:cNvPr>
          <p:cNvSpPr txBox="1">
            <a:spLocks/>
          </p:cNvSpPr>
          <p:nvPr/>
        </p:nvSpPr>
        <p:spPr>
          <a:xfrm>
            <a:off x="3581400" y="64054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70B7C0-46F6-4DF2-8928-276E092CFE71}" type="slidenum">
              <a:rPr lang="en-CA" sz="1800" b="1" smtClean="0"/>
              <a:pPr/>
              <a:t>11</a:t>
            </a:fld>
            <a:endParaRPr lang="en-CA" sz="1800" b="1" dirty="0"/>
          </a:p>
        </p:txBody>
      </p:sp>
      <p:sp>
        <p:nvSpPr>
          <p:cNvPr id="10" name="Date Placeholder 4">
            <a:extLst>
              <a:ext uri="{FF2B5EF4-FFF2-40B4-BE49-F238E27FC236}">
                <a16:creationId xmlns:a16="http://schemas.microsoft.com/office/drawing/2014/main" id="{CE32E0F4-D0C6-5791-C8E7-AC1BFF9D0F4A}"/>
              </a:ext>
            </a:extLst>
          </p:cNvPr>
          <p:cNvSpPr>
            <a:spLocks noGrp="1"/>
          </p:cNvSpPr>
          <p:nvPr>
            <p:ph type="dt" sz="half" idx="10"/>
          </p:nvPr>
        </p:nvSpPr>
        <p:spPr>
          <a:xfrm>
            <a:off x="364549" y="6432085"/>
            <a:ext cx="2743200" cy="365125"/>
          </a:xfrm>
        </p:spPr>
        <p:txBody>
          <a:bodyPr/>
          <a:lstStyle/>
          <a:p>
            <a:r>
              <a:rPr lang="en-CA" dirty="0"/>
              <a:t>2026-03-26</a:t>
            </a:r>
          </a:p>
        </p:txBody>
      </p:sp>
    </p:spTree>
    <p:extLst>
      <p:ext uri="{BB962C8B-B14F-4D97-AF65-F5344CB8AC3E}">
        <p14:creationId xmlns:p14="http://schemas.microsoft.com/office/powerpoint/2010/main" val="10946759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F1C77-D54F-B636-DEC9-7C6C5D841C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FD3E30-8ECF-17D0-564A-53D2499468F8}"/>
              </a:ext>
            </a:extLst>
          </p:cNvPr>
          <p:cNvSpPr>
            <a:spLocks noGrp="1"/>
          </p:cNvSpPr>
          <p:nvPr>
            <p:ph type="title"/>
          </p:nvPr>
        </p:nvSpPr>
        <p:spPr/>
        <p:txBody>
          <a:bodyPr/>
          <a:lstStyle/>
          <a:p>
            <a:endParaRPr lang="en-CA" dirty="0"/>
          </a:p>
        </p:txBody>
      </p:sp>
      <p:sp>
        <p:nvSpPr>
          <p:cNvPr id="3" name="Content Placeholder 2">
            <a:extLst>
              <a:ext uri="{FF2B5EF4-FFF2-40B4-BE49-F238E27FC236}">
                <a16:creationId xmlns:a16="http://schemas.microsoft.com/office/drawing/2014/main" id="{ABC95ECE-5EF0-8563-1A7B-1A938C3E4645}"/>
              </a:ext>
            </a:extLst>
          </p:cNvPr>
          <p:cNvSpPr>
            <a:spLocks noGrp="1"/>
          </p:cNvSpPr>
          <p:nvPr>
            <p:ph idx="1"/>
          </p:nvPr>
        </p:nvSpPr>
        <p:spPr/>
        <p:txBody>
          <a:bodyPr/>
          <a:lstStyle/>
          <a:p>
            <a:endParaRPr lang="en-CA" dirty="0"/>
          </a:p>
        </p:txBody>
      </p:sp>
      <p:pic>
        <p:nvPicPr>
          <p:cNvPr id="4" name="Picture 3">
            <a:extLst>
              <a:ext uri="{FF2B5EF4-FFF2-40B4-BE49-F238E27FC236}">
                <a16:creationId xmlns:a16="http://schemas.microsoft.com/office/drawing/2014/main" id="{5BBB161A-9A1F-0810-E9A1-A7EE02CB8AEB}"/>
              </a:ext>
            </a:extLst>
          </p:cNvPr>
          <p:cNvPicPr>
            <a:picLocks noChangeAspect="1"/>
          </p:cNvPicPr>
          <p:nvPr/>
        </p:nvPicPr>
        <p:blipFill>
          <a:blip r:embed="rId3"/>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FDFE4584-9F13-20D5-03E9-8B1CC90CFC91}"/>
              </a:ext>
            </a:extLst>
          </p:cNvPr>
          <p:cNvSpPr txBox="1"/>
          <p:nvPr/>
        </p:nvSpPr>
        <p:spPr>
          <a:xfrm>
            <a:off x="595313" y="670369"/>
            <a:ext cx="6115050" cy="584775"/>
          </a:xfrm>
          <a:prstGeom prst="rect">
            <a:avLst/>
          </a:prstGeom>
          <a:noFill/>
        </p:spPr>
        <p:txBody>
          <a:bodyPr wrap="square" rtlCol="0">
            <a:spAutoFit/>
          </a:bodyPr>
          <a:lstStyle/>
          <a:p>
            <a:r>
              <a:rPr lang="en-US" sz="3200" b="1" dirty="0">
                <a:solidFill>
                  <a:schemeClr val="accent5"/>
                </a:solidFill>
                <a:latin typeface="Georgia" panose="02040502050405020303" pitchFamily="18" charset="0"/>
              </a:rPr>
              <a:t>Primary Objectives</a:t>
            </a:r>
          </a:p>
        </p:txBody>
      </p:sp>
      <p:graphicFrame>
        <p:nvGraphicFramePr>
          <p:cNvPr id="8" name="Diagram 7">
            <a:extLst>
              <a:ext uri="{FF2B5EF4-FFF2-40B4-BE49-F238E27FC236}">
                <a16:creationId xmlns:a16="http://schemas.microsoft.com/office/drawing/2014/main" id="{F93C0780-685B-AACB-0B8D-EC4216488F68}"/>
              </a:ext>
            </a:extLst>
          </p:cNvPr>
          <p:cNvGraphicFramePr/>
          <p:nvPr>
            <p:extLst>
              <p:ext uri="{D42A27DB-BD31-4B8C-83A1-F6EECF244321}">
                <p14:modId xmlns:p14="http://schemas.microsoft.com/office/powerpoint/2010/main" val="2134900268"/>
              </p:ext>
            </p:extLst>
          </p:nvPr>
        </p:nvGraphicFramePr>
        <p:xfrm>
          <a:off x="717755" y="1462674"/>
          <a:ext cx="10636045" cy="4169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9" name="Slide Number Placeholder 5">
            <a:extLst>
              <a:ext uri="{FF2B5EF4-FFF2-40B4-BE49-F238E27FC236}">
                <a16:creationId xmlns:a16="http://schemas.microsoft.com/office/drawing/2014/main" id="{109E87D3-EE2E-6970-1C78-AF15C146DCB2}"/>
              </a:ext>
            </a:extLst>
          </p:cNvPr>
          <p:cNvSpPr txBox="1">
            <a:spLocks/>
          </p:cNvSpPr>
          <p:nvPr/>
        </p:nvSpPr>
        <p:spPr>
          <a:xfrm>
            <a:off x="3581400" y="64054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70B7C0-46F6-4DF2-8928-276E092CFE71}" type="slidenum">
              <a:rPr lang="en-CA" sz="1800" b="1" smtClean="0"/>
              <a:pPr/>
              <a:t>12</a:t>
            </a:fld>
            <a:endParaRPr lang="en-CA" sz="1800" b="1" dirty="0"/>
          </a:p>
        </p:txBody>
      </p:sp>
      <p:sp>
        <p:nvSpPr>
          <p:cNvPr id="10" name="Date Placeholder 4">
            <a:extLst>
              <a:ext uri="{FF2B5EF4-FFF2-40B4-BE49-F238E27FC236}">
                <a16:creationId xmlns:a16="http://schemas.microsoft.com/office/drawing/2014/main" id="{46A64B38-9DFD-21DD-EBD2-58F3DEDD9B9C}"/>
              </a:ext>
            </a:extLst>
          </p:cNvPr>
          <p:cNvSpPr>
            <a:spLocks noGrp="1"/>
          </p:cNvSpPr>
          <p:nvPr>
            <p:ph type="dt" sz="half" idx="10"/>
          </p:nvPr>
        </p:nvSpPr>
        <p:spPr>
          <a:xfrm>
            <a:off x="364549" y="6432085"/>
            <a:ext cx="2743200" cy="365125"/>
          </a:xfrm>
        </p:spPr>
        <p:txBody>
          <a:bodyPr/>
          <a:lstStyle/>
          <a:p>
            <a:r>
              <a:rPr lang="en-CA" dirty="0"/>
              <a:t>2026-03-26</a:t>
            </a:r>
          </a:p>
        </p:txBody>
      </p:sp>
    </p:spTree>
    <p:extLst>
      <p:ext uri="{BB962C8B-B14F-4D97-AF65-F5344CB8AC3E}">
        <p14:creationId xmlns:p14="http://schemas.microsoft.com/office/powerpoint/2010/main" val="13625599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B45E6-FCF4-BB09-21A5-9FBF32CE78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B155E0-B093-E9CF-75C9-EB8CD7546CCD}"/>
              </a:ext>
            </a:extLst>
          </p:cNvPr>
          <p:cNvSpPr>
            <a:spLocks noGrp="1"/>
          </p:cNvSpPr>
          <p:nvPr>
            <p:ph type="title"/>
          </p:nvPr>
        </p:nvSpPr>
        <p:spPr/>
        <p:txBody>
          <a:bodyPr/>
          <a:lstStyle/>
          <a:p>
            <a:endParaRPr lang="en-CA" dirty="0"/>
          </a:p>
        </p:txBody>
      </p:sp>
      <p:sp>
        <p:nvSpPr>
          <p:cNvPr id="3" name="Content Placeholder 2">
            <a:extLst>
              <a:ext uri="{FF2B5EF4-FFF2-40B4-BE49-F238E27FC236}">
                <a16:creationId xmlns:a16="http://schemas.microsoft.com/office/drawing/2014/main" id="{2D33D89F-EDB8-D690-70C5-41C53A3946F6}"/>
              </a:ext>
            </a:extLst>
          </p:cNvPr>
          <p:cNvSpPr>
            <a:spLocks noGrp="1"/>
          </p:cNvSpPr>
          <p:nvPr>
            <p:ph idx="1"/>
          </p:nvPr>
        </p:nvSpPr>
        <p:spPr/>
        <p:txBody>
          <a:bodyPr/>
          <a:lstStyle/>
          <a:p>
            <a:endParaRPr lang="en-CA" dirty="0"/>
          </a:p>
        </p:txBody>
      </p:sp>
      <p:pic>
        <p:nvPicPr>
          <p:cNvPr id="4" name="Picture 3">
            <a:extLst>
              <a:ext uri="{FF2B5EF4-FFF2-40B4-BE49-F238E27FC236}">
                <a16:creationId xmlns:a16="http://schemas.microsoft.com/office/drawing/2014/main" id="{E3350603-F787-36B8-7383-8FB2A2EC1AB7}"/>
              </a:ext>
            </a:extLst>
          </p:cNvPr>
          <p:cNvPicPr>
            <a:picLocks noChangeAspect="1"/>
          </p:cNvPicPr>
          <p:nvPr/>
        </p:nvPicPr>
        <p:blipFill>
          <a:blip r:embed="rId3"/>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2A66EA18-9F1E-6D00-006A-A0235F246E04}"/>
              </a:ext>
            </a:extLst>
          </p:cNvPr>
          <p:cNvSpPr txBox="1"/>
          <p:nvPr/>
        </p:nvSpPr>
        <p:spPr>
          <a:xfrm>
            <a:off x="595313" y="670369"/>
            <a:ext cx="6115050" cy="584775"/>
          </a:xfrm>
          <a:prstGeom prst="rect">
            <a:avLst/>
          </a:prstGeom>
          <a:noFill/>
        </p:spPr>
        <p:txBody>
          <a:bodyPr wrap="square" rtlCol="0">
            <a:spAutoFit/>
          </a:bodyPr>
          <a:lstStyle/>
          <a:p>
            <a:r>
              <a:rPr lang="en-US" sz="3200" b="1" dirty="0">
                <a:solidFill>
                  <a:schemeClr val="accent5"/>
                </a:solidFill>
                <a:latin typeface="Georgia" panose="02040502050405020303" pitchFamily="18" charset="0"/>
              </a:rPr>
              <a:t>Advanced Objectives</a:t>
            </a:r>
          </a:p>
        </p:txBody>
      </p:sp>
      <p:graphicFrame>
        <p:nvGraphicFramePr>
          <p:cNvPr id="8" name="Diagram 7">
            <a:extLst>
              <a:ext uri="{FF2B5EF4-FFF2-40B4-BE49-F238E27FC236}">
                <a16:creationId xmlns:a16="http://schemas.microsoft.com/office/drawing/2014/main" id="{B8A9C36B-C8D1-3E9C-B2C4-161E58F4C0CF}"/>
              </a:ext>
            </a:extLst>
          </p:cNvPr>
          <p:cNvGraphicFramePr/>
          <p:nvPr>
            <p:extLst>
              <p:ext uri="{D42A27DB-BD31-4B8C-83A1-F6EECF244321}">
                <p14:modId xmlns:p14="http://schemas.microsoft.com/office/powerpoint/2010/main" val="2850143485"/>
              </p:ext>
            </p:extLst>
          </p:nvPr>
        </p:nvGraphicFramePr>
        <p:xfrm>
          <a:off x="717755" y="1462674"/>
          <a:ext cx="10636045" cy="4169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9" name="Slide Number Placeholder 5">
            <a:extLst>
              <a:ext uri="{FF2B5EF4-FFF2-40B4-BE49-F238E27FC236}">
                <a16:creationId xmlns:a16="http://schemas.microsoft.com/office/drawing/2014/main" id="{9CC980C3-5A58-36DE-26D6-34A26935E3BA}"/>
              </a:ext>
            </a:extLst>
          </p:cNvPr>
          <p:cNvSpPr txBox="1">
            <a:spLocks/>
          </p:cNvSpPr>
          <p:nvPr/>
        </p:nvSpPr>
        <p:spPr>
          <a:xfrm>
            <a:off x="3581400" y="64054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70B7C0-46F6-4DF2-8928-276E092CFE71}" type="slidenum">
              <a:rPr lang="en-CA" sz="1800" b="1" smtClean="0"/>
              <a:pPr/>
              <a:t>13</a:t>
            </a:fld>
            <a:endParaRPr lang="en-CA" sz="1800" b="1" dirty="0"/>
          </a:p>
        </p:txBody>
      </p:sp>
      <p:sp>
        <p:nvSpPr>
          <p:cNvPr id="10" name="Date Placeholder 4">
            <a:extLst>
              <a:ext uri="{FF2B5EF4-FFF2-40B4-BE49-F238E27FC236}">
                <a16:creationId xmlns:a16="http://schemas.microsoft.com/office/drawing/2014/main" id="{10CCB5A9-4EB5-D648-C1C5-FB516D7999CA}"/>
              </a:ext>
            </a:extLst>
          </p:cNvPr>
          <p:cNvSpPr>
            <a:spLocks noGrp="1"/>
          </p:cNvSpPr>
          <p:nvPr>
            <p:ph type="dt" sz="half" idx="10"/>
          </p:nvPr>
        </p:nvSpPr>
        <p:spPr>
          <a:xfrm>
            <a:off x="364549" y="6432085"/>
            <a:ext cx="2743200" cy="365125"/>
          </a:xfrm>
        </p:spPr>
        <p:txBody>
          <a:bodyPr/>
          <a:lstStyle/>
          <a:p>
            <a:r>
              <a:rPr lang="en-CA" dirty="0"/>
              <a:t>2026-03-26</a:t>
            </a:r>
          </a:p>
        </p:txBody>
      </p:sp>
    </p:spTree>
    <p:extLst>
      <p:ext uri="{BB962C8B-B14F-4D97-AF65-F5344CB8AC3E}">
        <p14:creationId xmlns:p14="http://schemas.microsoft.com/office/powerpoint/2010/main" val="29689630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2944E-9A65-4E22-CC97-86CE5EC55F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ED69BF-27D5-B518-334B-6813C84FBFEC}"/>
              </a:ext>
            </a:extLst>
          </p:cNvPr>
          <p:cNvSpPr>
            <a:spLocks noGrp="1"/>
          </p:cNvSpPr>
          <p:nvPr>
            <p:ph type="title"/>
          </p:nvPr>
        </p:nvSpPr>
        <p:spPr/>
        <p:txBody>
          <a:bodyPr/>
          <a:lstStyle/>
          <a:p>
            <a:endParaRPr lang="en-CA" dirty="0"/>
          </a:p>
        </p:txBody>
      </p:sp>
      <p:graphicFrame>
        <p:nvGraphicFramePr>
          <p:cNvPr id="11" name="Content Placeholder 10">
            <a:extLst>
              <a:ext uri="{FF2B5EF4-FFF2-40B4-BE49-F238E27FC236}">
                <a16:creationId xmlns:a16="http://schemas.microsoft.com/office/drawing/2014/main" id="{D77A05FC-A93B-4B22-EF2A-962CBF67ECEE}"/>
              </a:ext>
            </a:extLst>
          </p:cNvPr>
          <p:cNvGraphicFramePr>
            <a:graphicFrameLocks noGrp="1"/>
          </p:cNvGraphicFramePr>
          <p:nvPr>
            <p:ph idx="1"/>
            <p:extLst>
              <p:ext uri="{D42A27DB-BD31-4B8C-83A1-F6EECF244321}">
                <p14:modId xmlns:p14="http://schemas.microsoft.com/office/powerpoint/2010/main" val="191740239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a:extLst>
              <a:ext uri="{FF2B5EF4-FFF2-40B4-BE49-F238E27FC236}">
                <a16:creationId xmlns:a16="http://schemas.microsoft.com/office/drawing/2014/main" id="{135DC638-AC16-6B0B-8E4A-A1B27EBE7BFB}"/>
              </a:ext>
            </a:extLst>
          </p:cNvPr>
          <p:cNvPicPr>
            <a:picLocks noChangeAspect="1"/>
          </p:cNvPicPr>
          <p:nvPr/>
        </p:nvPicPr>
        <p:blipFill>
          <a:blip r:embed="rId8"/>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6A502B1C-7E28-DB6C-9216-E8FBB8C03D7D}"/>
              </a:ext>
            </a:extLst>
          </p:cNvPr>
          <p:cNvSpPr txBox="1"/>
          <p:nvPr/>
        </p:nvSpPr>
        <p:spPr>
          <a:xfrm>
            <a:off x="595313" y="670369"/>
            <a:ext cx="6115050" cy="584775"/>
          </a:xfrm>
          <a:prstGeom prst="rect">
            <a:avLst/>
          </a:prstGeom>
          <a:noFill/>
        </p:spPr>
        <p:txBody>
          <a:bodyPr wrap="square" rtlCol="0">
            <a:spAutoFit/>
          </a:bodyPr>
          <a:lstStyle/>
          <a:p>
            <a:r>
              <a:rPr lang="en-US" sz="3200" b="1" dirty="0">
                <a:solidFill>
                  <a:schemeClr val="accent5"/>
                </a:solidFill>
                <a:latin typeface="Georgia" panose="02040502050405020303" pitchFamily="18" charset="0"/>
              </a:rPr>
              <a:t>Extended Goals</a:t>
            </a:r>
          </a:p>
        </p:txBody>
      </p:sp>
      <p:sp>
        <p:nvSpPr>
          <p:cNvPr id="9" name="Slide Number Placeholder 5">
            <a:extLst>
              <a:ext uri="{FF2B5EF4-FFF2-40B4-BE49-F238E27FC236}">
                <a16:creationId xmlns:a16="http://schemas.microsoft.com/office/drawing/2014/main" id="{24E2E335-5866-D946-A09B-226D76DDA7B9}"/>
              </a:ext>
            </a:extLst>
          </p:cNvPr>
          <p:cNvSpPr txBox="1">
            <a:spLocks/>
          </p:cNvSpPr>
          <p:nvPr/>
        </p:nvSpPr>
        <p:spPr>
          <a:xfrm>
            <a:off x="3581400" y="64054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70B7C0-46F6-4DF2-8928-276E092CFE71}" type="slidenum">
              <a:rPr lang="en-CA" sz="1800" b="1" smtClean="0"/>
              <a:pPr/>
              <a:t>14</a:t>
            </a:fld>
            <a:endParaRPr lang="en-CA" sz="1800" b="1" dirty="0"/>
          </a:p>
        </p:txBody>
      </p:sp>
      <p:sp>
        <p:nvSpPr>
          <p:cNvPr id="3" name="Date Placeholder 4">
            <a:extLst>
              <a:ext uri="{FF2B5EF4-FFF2-40B4-BE49-F238E27FC236}">
                <a16:creationId xmlns:a16="http://schemas.microsoft.com/office/drawing/2014/main" id="{8C5546A1-5CA0-97FB-1936-7F304B5670A2}"/>
              </a:ext>
            </a:extLst>
          </p:cNvPr>
          <p:cNvSpPr>
            <a:spLocks noGrp="1"/>
          </p:cNvSpPr>
          <p:nvPr>
            <p:ph type="dt" sz="half" idx="10"/>
          </p:nvPr>
        </p:nvSpPr>
        <p:spPr>
          <a:xfrm>
            <a:off x="364549" y="6432085"/>
            <a:ext cx="2743200" cy="365125"/>
          </a:xfrm>
        </p:spPr>
        <p:txBody>
          <a:bodyPr/>
          <a:lstStyle/>
          <a:p>
            <a:r>
              <a:rPr lang="en-CA" dirty="0"/>
              <a:t>2026-03-26</a:t>
            </a:r>
          </a:p>
        </p:txBody>
      </p:sp>
      <p:graphicFrame>
        <p:nvGraphicFramePr>
          <p:cNvPr id="8" name="Diagram 7">
            <a:extLst>
              <a:ext uri="{FF2B5EF4-FFF2-40B4-BE49-F238E27FC236}">
                <a16:creationId xmlns:a16="http://schemas.microsoft.com/office/drawing/2014/main" id="{4A7419C6-DBA3-F4A0-E453-6788775382C8}"/>
              </a:ext>
            </a:extLst>
          </p:cNvPr>
          <p:cNvGraphicFramePr/>
          <p:nvPr>
            <p:extLst>
              <p:ext uri="{D42A27DB-BD31-4B8C-83A1-F6EECF244321}">
                <p14:modId xmlns:p14="http://schemas.microsoft.com/office/powerpoint/2010/main" val="3613690539"/>
              </p:ext>
            </p:extLst>
          </p:nvPr>
        </p:nvGraphicFramePr>
        <p:xfrm>
          <a:off x="1377372" y="1510266"/>
          <a:ext cx="8109528" cy="445770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16539658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1FE47-DADF-9150-A8C1-41F7AAA863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53EFF0-FD03-A8A1-6ADE-E3864576D7D8}"/>
              </a:ext>
            </a:extLst>
          </p:cNvPr>
          <p:cNvSpPr>
            <a:spLocks noGrp="1"/>
          </p:cNvSpPr>
          <p:nvPr>
            <p:ph type="title"/>
          </p:nvPr>
        </p:nvSpPr>
        <p:spPr/>
        <p:txBody>
          <a:bodyPr/>
          <a:lstStyle/>
          <a:p>
            <a:endParaRPr lang="en-CA" dirty="0"/>
          </a:p>
        </p:txBody>
      </p:sp>
      <p:sp>
        <p:nvSpPr>
          <p:cNvPr id="3" name="Content Placeholder 2">
            <a:extLst>
              <a:ext uri="{FF2B5EF4-FFF2-40B4-BE49-F238E27FC236}">
                <a16:creationId xmlns:a16="http://schemas.microsoft.com/office/drawing/2014/main" id="{1EEAE51C-026E-03F5-DE41-16C2ABF3997F}"/>
              </a:ext>
            </a:extLst>
          </p:cNvPr>
          <p:cNvSpPr>
            <a:spLocks noGrp="1"/>
          </p:cNvSpPr>
          <p:nvPr>
            <p:ph idx="1"/>
          </p:nvPr>
        </p:nvSpPr>
        <p:spPr/>
        <p:txBody>
          <a:bodyPr/>
          <a:lstStyle/>
          <a:p>
            <a:endParaRPr lang="en-CA" dirty="0"/>
          </a:p>
        </p:txBody>
      </p:sp>
      <p:pic>
        <p:nvPicPr>
          <p:cNvPr id="4" name="Picture 3">
            <a:extLst>
              <a:ext uri="{FF2B5EF4-FFF2-40B4-BE49-F238E27FC236}">
                <a16:creationId xmlns:a16="http://schemas.microsoft.com/office/drawing/2014/main" id="{C810D54A-3B6C-72D9-A8EC-11251F57D9BF}"/>
              </a:ext>
            </a:extLst>
          </p:cNvPr>
          <p:cNvPicPr>
            <a:picLocks noChangeAspect="1"/>
          </p:cNvPicPr>
          <p:nvPr/>
        </p:nvPicPr>
        <p:blipFill>
          <a:blip r:embed="rId3"/>
          <a:stretch>
            <a:fillRect/>
          </a:stretch>
        </p:blipFill>
        <p:spPr>
          <a:xfrm>
            <a:off x="0" y="0"/>
            <a:ext cx="12192000" cy="6858000"/>
          </a:xfrm>
          <a:prstGeom prst="rect">
            <a:avLst/>
          </a:prstGeom>
        </p:spPr>
      </p:pic>
      <p:sp>
        <p:nvSpPr>
          <p:cNvPr id="9" name="TextBox 8">
            <a:extLst>
              <a:ext uri="{FF2B5EF4-FFF2-40B4-BE49-F238E27FC236}">
                <a16:creationId xmlns:a16="http://schemas.microsoft.com/office/drawing/2014/main" id="{EA0A8A1F-A21D-748D-1E5C-EB2AC8F8C404}"/>
              </a:ext>
            </a:extLst>
          </p:cNvPr>
          <p:cNvSpPr txBox="1"/>
          <p:nvPr/>
        </p:nvSpPr>
        <p:spPr>
          <a:xfrm>
            <a:off x="2565399" y="3044279"/>
            <a:ext cx="7061200" cy="769441"/>
          </a:xfrm>
          <a:prstGeom prst="rect">
            <a:avLst/>
          </a:prstGeom>
          <a:noFill/>
        </p:spPr>
        <p:txBody>
          <a:bodyPr wrap="square" rtlCol="0">
            <a:spAutoFit/>
          </a:bodyPr>
          <a:lstStyle/>
          <a:p>
            <a:r>
              <a:rPr lang="en-US" sz="4400" b="1" dirty="0">
                <a:solidFill>
                  <a:schemeClr val="accent5"/>
                </a:solidFill>
                <a:latin typeface="Georgia" panose="02040502050405020303" pitchFamily="18" charset="0"/>
              </a:rPr>
              <a:t>LITERATURE SURVEY</a:t>
            </a:r>
          </a:p>
        </p:txBody>
      </p:sp>
      <p:sp>
        <p:nvSpPr>
          <p:cNvPr id="7" name="Slide Number Placeholder 5">
            <a:extLst>
              <a:ext uri="{FF2B5EF4-FFF2-40B4-BE49-F238E27FC236}">
                <a16:creationId xmlns:a16="http://schemas.microsoft.com/office/drawing/2014/main" id="{CA27EEFB-A683-5931-C826-6B0B41B4E807}"/>
              </a:ext>
            </a:extLst>
          </p:cNvPr>
          <p:cNvSpPr txBox="1">
            <a:spLocks/>
          </p:cNvSpPr>
          <p:nvPr/>
        </p:nvSpPr>
        <p:spPr>
          <a:xfrm>
            <a:off x="3581400" y="64054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70B7C0-46F6-4DF2-8928-276E092CFE71}" type="slidenum">
              <a:rPr lang="en-CA" sz="1800" b="1" smtClean="0"/>
              <a:pPr/>
              <a:t>15</a:t>
            </a:fld>
            <a:endParaRPr lang="en-CA" sz="1800" b="1" dirty="0"/>
          </a:p>
        </p:txBody>
      </p:sp>
      <p:sp>
        <p:nvSpPr>
          <p:cNvPr id="8" name="Date Placeholder 4">
            <a:extLst>
              <a:ext uri="{FF2B5EF4-FFF2-40B4-BE49-F238E27FC236}">
                <a16:creationId xmlns:a16="http://schemas.microsoft.com/office/drawing/2014/main" id="{8EDAF19D-54FE-1F4E-95A0-2F365FF41B66}"/>
              </a:ext>
            </a:extLst>
          </p:cNvPr>
          <p:cNvSpPr>
            <a:spLocks noGrp="1"/>
          </p:cNvSpPr>
          <p:nvPr>
            <p:ph type="dt" sz="half" idx="10"/>
          </p:nvPr>
        </p:nvSpPr>
        <p:spPr>
          <a:xfrm>
            <a:off x="364549" y="6432085"/>
            <a:ext cx="2743200" cy="365125"/>
          </a:xfrm>
        </p:spPr>
        <p:txBody>
          <a:bodyPr/>
          <a:lstStyle/>
          <a:p>
            <a:r>
              <a:rPr lang="en-CA" dirty="0"/>
              <a:t>2026-03-26</a:t>
            </a:r>
          </a:p>
        </p:txBody>
      </p:sp>
    </p:spTree>
    <p:extLst>
      <p:ext uri="{BB962C8B-B14F-4D97-AF65-F5344CB8AC3E}">
        <p14:creationId xmlns:p14="http://schemas.microsoft.com/office/powerpoint/2010/main" val="25919080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3FB08-A370-A3A0-B251-5DFEA65721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21FED9-0F75-D1BF-F5DD-3B846501205D}"/>
              </a:ext>
            </a:extLst>
          </p:cNvPr>
          <p:cNvSpPr>
            <a:spLocks noGrp="1"/>
          </p:cNvSpPr>
          <p:nvPr>
            <p:ph type="title"/>
          </p:nvPr>
        </p:nvSpPr>
        <p:spPr/>
        <p:txBody>
          <a:bodyPr/>
          <a:lstStyle/>
          <a:p>
            <a:endParaRPr lang="en-CA" dirty="0"/>
          </a:p>
        </p:txBody>
      </p:sp>
      <p:graphicFrame>
        <p:nvGraphicFramePr>
          <p:cNvPr id="6" name="Content Placeholder 5">
            <a:extLst>
              <a:ext uri="{FF2B5EF4-FFF2-40B4-BE49-F238E27FC236}">
                <a16:creationId xmlns:a16="http://schemas.microsoft.com/office/drawing/2014/main" id="{F996B4B6-8C0A-AADD-50CE-9A72F9A8597C}"/>
              </a:ext>
            </a:extLst>
          </p:cNvPr>
          <p:cNvGraphicFramePr>
            <a:graphicFrameLocks noGrp="1"/>
          </p:cNvGraphicFramePr>
          <p:nvPr>
            <p:ph idx="1"/>
            <p:extLst>
              <p:ext uri="{D42A27DB-BD31-4B8C-83A1-F6EECF244321}">
                <p14:modId xmlns:p14="http://schemas.microsoft.com/office/powerpoint/2010/main" val="1881106288"/>
              </p:ext>
            </p:extLst>
          </p:nvPr>
        </p:nvGraphicFramePr>
        <p:xfrm>
          <a:off x="838200" y="1825625"/>
          <a:ext cx="10515600" cy="222504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2018381666"/>
                    </a:ext>
                  </a:extLst>
                </a:gridCol>
                <a:gridCol w="1752600">
                  <a:extLst>
                    <a:ext uri="{9D8B030D-6E8A-4147-A177-3AD203B41FA5}">
                      <a16:colId xmlns:a16="http://schemas.microsoft.com/office/drawing/2014/main" val="1606359025"/>
                    </a:ext>
                  </a:extLst>
                </a:gridCol>
                <a:gridCol w="1752600">
                  <a:extLst>
                    <a:ext uri="{9D8B030D-6E8A-4147-A177-3AD203B41FA5}">
                      <a16:colId xmlns:a16="http://schemas.microsoft.com/office/drawing/2014/main" val="287145989"/>
                    </a:ext>
                  </a:extLst>
                </a:gridCol>
                <a:gridCol w="1752600">
                  <a:extLst>
                    <a:ext uri="{9D8B030D-6E8A-4147-A177-3AD203B41FA5}">
                      <a16:colId xmlns:a16="http://schemas.microsoft.com/office/drawing/2014/main" val="3438171622"/>
                    </a:ext>
                  </a:extLst>
                </a:gridCol>
                <a:gridCol w="1752600">
                  <a:extLst>
                    <a:ext uri="{9D8B030D-6E8A-4147-A177-3AD203B41FA5}">
                      <a16:colId xmlns:a16="http://schemas.microsoft.com/office/drawing/2014/main" val="1457403157"/>
                    </a:ext>
                  </a:extLst>
                </a:gridCol>
                <a:gridCol w="1752600">
                  <a:extLst>
                    <a:ext uri="{9D8B030D-6E8A-4147-A177-3AD203B41FA5}">
                      <a16:colId xmlns:a16="http://schemas.microsoft.com/office/drawing/2014/main" val="3324026687"/>
                    </a:ext>
                  </a:extLst>
                </a:gridCol>
              </a:tblGrid>
              <a:tr h="370840">
                <a:tc>
                  <a:txBody>
                    <a:bodyPr/>
                    <a:lstStyle/>
                    <a:p>
                      <a:endParaRPr lang="en-CA" dirty="0"/>
                    </a:p>
                  </a:txBody>
                  <a:tcPr/>
                </a:tc>
                <a:tc>
                  <a:txBody>
                    <a:bodyPr/>
                    <a:lstStyle/>
                    <a:p>
                      <a:endParaRPr lang="en-CA" dirty="0"/>
                    </a:p>
                  </a:txBody>
                  <a:tcPr/>
                </a:tc>
                <a:tc>
                  <a:txBody>
                    <a:bodyPr/>
                    <a:lstStyle/>
                    <a:p>
                      <a:endParaRPr lang="en-CA" dirty="0"/>
                    </a:p>
                  </a:txBody>
                  <a:tcPr/>
                </a:tc>
                <a:tc>
                  <a:txBody>
                    <a:bodyPr/>
                    <a:lstStyle/>
                    <a:p>
                      <a:endParaRPr lang="en-CA" dirty="0"/>
                    </a:p>
                  </a:txBody>
                  <a:tcPr/>
                </a:tc>
                <a:tc>
                  <a:txBody>
                    <a:bodyPr/>
                    <a:lstStyle/>
                    <a:p>
                      <a:endParaRPr lang="en-CA" dirty="0"/>
                    </a:p>
                  </a:txBody>
                  <a:tcPr/>
                </a:tc>
                <a:tc>
                  <a:txBody>
                    <a:bodyPr/>
                    <a:lstStyle/>
                    <a:p>
                      <a:endParaRPr lang="en-CA" dirty="0"/>
                    </a:p>
                  </a:txBody>
                  <a:tcPr/>
                </a:tc>
                <a:extLst>
                  <a:ext uri="{0D108BD9-81ED-4DB2-BD59-A6C34878D82A}">
                    <a16:rowId xmlns:a16="http://schemas.microsoft.com/office/drawing/2014/main" val="4138865148"/>
                  </a:ext>
                </a:extLst>
              </a:tr>
              <a:tr h="370840">
                <a:tc>
                  <a:txBody>
                    <a:bodyPr/>
                    <a:lstStyle/>
                    <a:p>
                      <a:endParaRPr lang="en-CA" dirty="0"/>
                    </a:p>
                  </a:txBody>
                  <a:tcPr/>
                </a:tc>
                <a:tc>
                  <a:txBody>
                    <a:bodyPr/>
                    <a:lstStyle/>
                    <a:p>
                      <a:endParaRPr lang="en-CA" dirty="0"/>
                    </a:p>
                  </a:txBody>
                  <a:tcPr/>
                </a:tc>
                <a:tc>
                  <a:txBody>
                    <a:bodyPr/>
                    <a:lstStyle/>
                    <a:p>
                      <a:endParaRPr lang="en-CA" dirty="0"/>
                    </a:p>
                  </a:txBody>
                  <a:tcPr/>
                </a:tc>
                <a:tc>
                  <a:txBody>
                    <a:bodyPr/>
                    <a:lstStyle/>
                    <a:p>
                      <a:endParaRPr lang="en-CA" dirty="0"/>
                    </a:p>
                  </a:txBody>
                  <a:tcPr/>
                </a:tc>
                <a:tc>
                  <a:txBody>
                    <a:bodyPr/>
                    <a:lstStyle/>
                    <a:p>
                      <a:endParaRPr lang="en-CA" dirty="0"/>
                    </a:p>
                  </a:txBody>
                  <a:tcPr/>
                </a:tc>
                <a:tc>
                  <a:txBody>
                    <a:bodyPr/>
                    <a:lstStyle/>
                    <a:p>
                      <a:endParaRPr lang="en-CA" dirty="0"/>
                    </a:p>
                  </a:txBody>
                  <a:tcPr/>
                </a:tc>
                <a:extLst>
                  <a:ext uri="{0D108BD9-81ED-4DB2-BD59-A6C34878D82A}">
                    <a16:rowId xmlns:a16="http://schemas.microsoft.com/office/drawing/2014/main" val="728603944"/>
                  </a:ext>
                </a:extLst>
              </a:tr>
              <a:tr h="370840">
                <a:tc>
                  <a:txBody>
                    <a:bodyPr/>
                    <a:lstStyle/>
                    <a:p>
                      <a:endParaRPr lang="en-CA" dirty="0"/>
                    </a:p>
                  </a:txBody>
                  <a:tcPr/>
                </a:tc>
                <a:tc>
                  <a:txBody>
                    <a:bodyPr/>
                    <a:lstStyle/>
                    <a:p>
                      <a:endParaRPr lang="en-CA" dirty="0"/>
                    </a:p>
                  </a:txBody>
                  <a:tcPr/>
                </a:tc>
                <a:tc>
                  <a:txBody>
                    <a:bodyPr/>
                    <a:lstStyle/>
                    <a:p>
                      <a:endParaRPr lang="en-CA" dirty="0"/>
                    </a:p>
                  </a:txBody>
                  <a:tcPr/>
                </a:tc>
                <a:tc>
                  <a:txBody>
                    <a:bodyPr/>
                    <a:lstStyle/>
                    <a:p>
                      <a:endParaRPr lang="en-CA" dirty="0"/>
                    </a:p>
                  </a:txBody>
                  <a:tcPr/>
                </a:tc>
                <a:tc>
                  <a:txBody>
                    <a:bodyPr/>
                    <a:lstStyle/>
                    <a:p>
                      <a:endParaRPr lang="en-CA" dirty="0"/>
                    </a:p>
                  </a:txBody>
                  <a:tcPr/>
                </a:tc>
                <a:tc>
                  <a:txBody>
                    <a:bodyPr/>
                    <a:lstStyle/>
                    <a:p>
                      <a:endParaRPr lang="en-CA" dirty="0"/>
                    </a:p>
                  </a:txBody>
                  <a:tcPr/>
                </a:tc>
                <a:extLst>
                  <a:ext uri="{0D108BD9-81ED-4DB2-BD59-A6C34878D82A}">
                    <a16:rowId xmlns:a16="http://schemas.microsoft.com/office/drawing/2014/main" val="3025862349"/>
                  </a:ext>
                </a:extLst>
              </a:tr>
              <a:tr h="370840">
                <a:tc>
                  <a:txBody>
                    <a:bodyPr/>
                    <a:lstStyle/>
                    <a:p>
                      <a:endParaRPr lang="en-CA" dirty="0"/>
                    </a:p>
                  </a:txBody>
                  <a:tcPr/>
                </a:tc>
                <a:tc>
                  <a:txBody>
                    <a:bodyPr/>
                    <a:lstStyle/>
                    <a:p>
                      <a:endParaRPr lang="en-CA" dirty="0"/>
                    </a:p>
                  </a:txBody>
                  <a:tcPr/>
                </a:tc>
                <a:tc>
                  <a:txBody>
                    <a:bodyPr/>
                    <a:lstStyle/>
                    <a:p>
                      <a:endParaRPr lang="en-CA" dirty="0"/>
                    </a:p>
                  </a:txBody>
                  <a:tcPr/>
                </a:tc>
                <a:tc>
                  <a:txBody>
                    <a:bodyPr/>
                    <a:lstStyle/>
                    <a:p>
                      <a:endParaRPr lang="en-CA" dirty="0"/>
                    </a:p>
                  </a:txBody>
                  <a:tcPr/>
                </a:tc>
                <a:tc>
                  <a:txBody>
                    <a:bodyPr/>
                    <a:lstStyle/>
                    <a:p>
                      <a:endParaRPr lang="en-CA" dirty="0"/>
                    </a:p>
                  </a:txBody>
                  <a:tcPr/>
                </a:tc>
                <a:tc>
                  <a:txBody>
                    <a:bodyPr/>
                    <a:lstStyle/>
                    <a:p>
                      <a:endParaRPr lang="en-CA" dirty="0"/>
                    </a:p>
                  </a:txBody>
                  <a:tcPr/>
                </a:tc>
                <a:extLst>
                  <a:ext uri="{0D108BD9-81ED-4DB2-BD59-A6C34878D82A}">
                    <a16:rowId xmlns:a16="http://schemas.microsoft.com/office/drawing/2014/main" val="3628610146"/>
                  </a:ext>
                </a:extLst>
              </a:tr>
              <a:tr h="370840">
                <a:tc>
                  <a:txBody>
                    <a:bodyPr/>
                    <a:lstStyle/>
                    <a:p>
                      <a:endParaRPr lang="en-CA" dirty="0"/>
                    </a:p>
                  </a:txBody>
                  <a:tcPr/>
                </a:tc>
                <a:tc>
                  <a:txBody>
                    <a:bodyPr/>
                    <a:lstStyle/>
                    <a:p>
                      <a:endParaRPr lang="en-CA" dirty="0"/>
                    </a:p>
                  </a:txBody>
                  <a:tcPr/>
                </a:tc>
                <a:tc>
                  <a:txBody>
                    <a:bodyPr/>
                    <a:lstStyle/>
                    <a:p>
                      <a:endParaRPr lang="en-CA" dirty="0"/>
                    </a:p>
                  </a:txBody>
                  <a:tcPr/>
                </a:tc>
                <a:tc>
                  <a:txBody>
                    <a:bodyPr/>
                    <a:lstStyle/>
                    <a:p>
                      <a:endParaRPr lang="en-CA" dirty="0"/>
                    </a:p>
                  </a:txBody>
                  <a:tcPr/>
                </a:tc>
                <a:tc>
                  <a:txBody>
                    <a:bodyPr/>
                    <a:lstStyle/>
                    <a:p>
                      <a:endParaRPr lang="en-CA" dirty="0"/>
                    </a:p>
                  </a:txBody>
                  <a:tcPr/>
                </a:tc>
                <a:tc>
                  <a:txBody>
                    <a:bodyPr/>
                    <a:lstStyle/>
                    <a:p>
                      <a:endParaRPr lang="en-CA" dirty="0"/>
                    </a:p>
                  </a:txBody>
                  <a:tcPr/>
                </a:tc>
                <a:extLst>
                  <a:ext uri="{0D108BD9-81ED-4DB2-BD59-A6C34878D82A}">
                    <a16:rowId xmlns:a16="http://schemas.microsoft.com/office/drawing/2014/main" val="1561375270"/>
                  </a:ext>
                </a:extLst>
              </a:tr>
              <a:tr h="370840">
                <a:tc>
                  <a:txBody>
                    <a:bodyPr/>
                    <a:lstStyle/>
                    <a:p>
                      <a:endParaRPr lang="en-CA" dirty="0"/>
                    </a:p>
                  </a:txBody>
                  <a:tcPr/>
                </a:tc>
                <a:tc>
                  <a:txBody>
                    <a:bodyPr/>
                    <a:lstStyle/>
                    <a:p>
                      <a:endParaRPr lang="en-CA" dirty="0"/>
                    </a:p>
                  </a:txBody>
                  <a:tcPr/>
                </a:tc>
                <a:tc>
                  <a:txBody>
                    <a:bodyPr/>
                    <a:lstStyle/>
                    <a:p>
                      <a:endParaRPr lang="en-CA" dirty="0"/>
                    </a:p>
                  </a:txBody>
                  <a:tcPr/>
                </a:tc>
                <a:tc>
                  <a:txBody>
                    <a:bodyPr/>
                    <a:lstStyle/>
                    <a:p>
                      <a:endParaRPr lang="en-CA" dirty="0"/>
                    </a:p>
                  </a:txBody>
                  <a:tcPr/>
                </a:tc>
                <a:tc>
                  <a:txBody>
                    <a:bodyPr/>
                    <a:lstStyle/>
                    <a:p>
                      <a:endParaRPr lang="en-CA" dirty="0"/>
                    </a:p>
                  </a:txBody>
                  <a:tcPr/>
                </a:tc>
                <a:tc>
                  <a:txBody>
                    <a:bodyPr/>
                    <a:lstStyle/>
                    <a:p>
                      <a:endParaRPr lang="en-CA" dirty="0"/>
                    </a:p>
                  </a:txBody>
                  <a:tcPr/>
                </a:tc>
                <a:extLst>
                  <a:ext uri="{0D108BD9-81ED-4DB2-BD59-A6C34878D82A}">
                    <a16:rowId xmlns:a16="http://schemas.microsoft.com/office/drawing/2014/main" val="1973673925"/>
                  </a:ext>
                </a:extLst>
              </a:tr>
            </a:tbl>
          </a:graphicData>
        </a:graphic>
      </p:graphicFrame>
      <p:pic>
        <p:nvPicPr>
          <p:cNvPr id="4" name="Picture 3">
            <a:extLst>
              <a:ext uri="{FF2B5EF4-FFF2-40B4-BE49-F238E27FC236}">
                <a16:creationId xmlns:a16="http://schemas.microsoft.com/office/drawing/2014/main" id="{2B3C2108-EAC4-BBA6-9304-C20076546BA8}"/>
              </a:ext>
            </a:extLst>
          </p:cNvPr>
          <p:cNvPicPr>
            <a:picLocks noChangeAspect="1"/>
          </p:cNvPicPr>
          <p:nvPr/>
        </p:nvPicPr>
        <p:blipFill>
          <a:blip r:embed="rId3"/>
          <a:stretch>
            <a:fillRect/>
          </a:stretch>
        </p:blipFill>
        <p:spPr>
          <a:xfrm>
            <a:off x="0" y="0"/>
            <a:ext cx="12192000" cy="6858000"/>
          </a:xfrm>
          <a:prstGeom prst="rect">
            <a:avLst/>
          </a:prstGeom>
        </p:spPr>
      </p:pic>
      <p:graphicFrame>
        <p:nvGraphicFramePr>
          <p:cNvPr id="7" name="Table 6">
            <a:extLst>
              <a:ext uri="{FF2B5EF4-FFF2-40B4-BE49-F238E27FC236}">
                <a16:creationId xmlns:a16="http://schemas.microsoft.com/office/drawing/2014/main" id="{278A3E5D-EEF0-8C30-4EEF-1570B389CB33}"/>
              </a:ext>
            </a:extLst>
          </p:cNvPr>
          <p:cNvGraphicFramePr>
            <a:graphicFrameLocks noGrp="1"/>
          </p:cNvGraphicFramePr>
          <p:nvPr>
            <p:extLst>
              <p:ext uri="{D42A27DB-BD31-4B8C-83A1-F6EECF244321}">
                <p14:modId xmlns:p14="http://schemas.microsoft.com/office/powerpoint/2010/main" val="2309190510"/>
              </p:ext>
            </p:extLst>
          </p:nvPr>
        </p:nvGraphicFramePr>
        <p:xfrm>
          <a:off x="108155" y="365125"/>
          <a:ext cx="11818373" cy="6372020"/>
        </p:xfrm>
        <a:graphic>
          <a:graphicData uri="http://schemas.openxmlformats.org/drawingml/2006/table">
            <a:tbl>
              <a:tblPr firstRow="1" bandRow="1">
                <a:tableStyleId>{7DF18680-E054-41AD-8BC1-D1AEF772440D}</a:tableStyleId>
              </a:tblPr>
              <a:tblGrid>
                <a:gridCol w="579731">
                  <a:extLst>
                    <a:ext uri="{9D8B030D-6E8A-4147-A177-3AD203B41FA5}">
                      <a16:colId xmlns:a16="http://schemas.microsoft.com/office/drawing/2014/main" val="3767138659"/>
                    </a:ext>
                  </a:extLst>
                </a:gridCol>
                <a:gridCol w="2990191">
                  <a:extLst>
                    <a:ext uri="{9D8B030D-6E8A-4147-A177-3AD203B41FA5}">
                      <a16:colId xmlns:a16="http://schemas.microsoft.com/office/drawing/2014/main" val="3319379760"/>
                    </a:ext>
                  </a:extLst>
                </a:gridCol>
                <a:gridCol w="701779">
                  <a:extLst>
                    <a:ext uri="{9D8B030D-6E8A-4147-A177-3AD203B41FA5}">
                      <a16:colId xmlns:a16="http://schemas.microsoft.com/office/drawing/2014/main" val="2135816542"/>
                    </a:ext>
                  </a:extLst>
                </a:gridCol>
                <a:gridCol w="1902957">
                  <a:extLst>
                    <a:ext uri="{9D8B030D-6E8A-4147-A177-3AD203B41FA5}">
                      <a16:colId xmlns:a16="http://schemas.microsoft.com/office/drawing/2014/main" val="3353465511"/>
                    </a:ext>
                  </a:extLst>
                </a:gridCol>
                <a:gridCol w="3401962">
                  <a:extLst>
                    <a:ext uri="{9D8B030D-6E8A-4147-A177-3AD203B41FA5}">
                      <a16:colId xmlns:a16="http://schemas.microsoft.com/office/drawing/2014/main" val="916356036"/>
                    </a:ext>
                  </a:extLst>
                </a:gridCol>
                <a:gridCol w="2241753">
                  <a:extLst>
                    <a:ext uri="{9D8B030D-6E8A-4147-A177-3AD203B41FA5}">
                      <a16:colId xmlns:a16="http://schemas.microsoft.com/office/drawing/2014/main" val="827328469"/>
                    </a:ext>
                  </a:extLst>
                </a:gridCol>
              </a:tblGrid>
              <a:tr h="469500">
                <a:tc>
                  <a:txBody>
                    <a:bodyPr/>
                    <a:lstStyle/>
                    <a:p>
                      <a:r>
                        <a:rPr lang="en-CA" sz="1400" b="1" dirty="0">
                          <a:latin typeface="Georgia" panose="02040502050405020303" pitchFamily="18" charset="0"/>
                        </a:rPr>
                        <a:t>Ref No.</a:t>
                      </a:r>
                    </a:p>
                  </a:txBody>
                  <a:tcPr/>
                </a:tc>
                <a:tc>
                  <a:txBody>
                    <a:bodyPr/>
                    <a:lstStyle/>
                    <a:p>
                      <a:pPr algn="ctr"/>
                      <a:r>
                        <a:rPr lang="en-CA" sz="1400" b="1" dirty="0">
                          <a:latin typeface="Georgia" panose="02040502050405020303" pitchFamily="18" charset="0"/>
                        </a:rPr>
                        <a:t>Paper Title</a:t>
                      </a:r>
                    </a:p>
                  </a:txBody>
                  <a:tcPr/>
                </a:tc>
                <a:tc>
                  <a:txBody>
                    <a:bodyPr/>
                    <a:lstStyle/>
                    <a:p>
                      <a:pPr algn="ctr"/>
                      <a:r>
                        <a:rPr lang="en-CA" sz="1400" dirty="0">
                          <a:latin typeface="Georgia" panose="02040502050405020303" pitchFamily="18" charset="0"/>
                        </a:rPr>
                        <a:t>Year</a:t>
                      </a:r>
                    </a:p>
                  </a:txBody>
                  <a:tcPr/>
                </a:tc>
                <a:tc>
                  <a:txBody>
                    <a:bodyPr/>
                    <a:lstStyle/>
                    <a:p>
                      <a:pPr algn="ctr"/>
                      <a:r>
                        <a:rPr lang="en-CA" sz="1400" dirty="0">
                          <a:latin typeface="Georgia" panose="02040502050405020303" pitchFamily="18" charset="0"/>
                        </a:rPr>
                        <a:t>Dataset</a:t>
                      </a:r>
                    </a:p>
                  </a:txBody>
                  <a:tcPr/>
                </a:tc>
                <a:tc>
                  <a:txBody>
                    <a:bodyPr/>
                    <a:lstStyle/>
                    <a:p>
                      <a:pPr algn="ctr"/>
                      <a:r>
                        <a:rPr lang="en-CA" sz="1400" dirty="0">
                          <a:latin typeface="Georgia" panose="02040502050405020303" pitchFamily="18" charset="0"/>
                        </a:rPr>
                        <a:t>Methodology</a:t>
                      </a:r>
                    </a:p>
                  </a:txBody>
                  <a:tcPr/>
                </a:tc>
                <a:tc>
                  <a:txBody>
                    <a:bodyPr/>
                    <a:lstStyle/>
                    <a:p>
                      <a:pPr algn="ctr"/>
                      <a:r>
                        <a:rPr lang="en-CA" sz="1400" dirty="0">
                          <a:latin typeface="Georgia" panose="02040502050405020303" pitchFamily="18" charset="0"/>
                        </a:rPr>
                        <a:t>Results</a:t>
                      </a:r>
                    </a:p>
                  </a:txBody>
                  <a:tcPr/>
                </a:tc>
                <a:extLst>
                  <a:ext uri="{0D108BD9-81ED-4DB2-BD59-A6C34878D82A}">
                    <a16:rowId xmlns:a16="http://schemas.microsoft.com/office/drawing/2014/main" val="4287665305"/>
                  </a:ext>
                </a:extLst>
              </a:tr>
              <a:tr h="1049470">
                <a:tc>
                  <a:txBody>
                    <a:bodyPr/>
                    <a:lstStyle/>
                    <a:p>
                      <a:pPr algn="ctr"/>
                      <a:r>
                        <a:rPr lang="en-CA" sz="1400" dirty="0">
                          <a:latin typeface="Georgia" panose="02040502050405020303" pitchFamily="18" charset="0"/>
                        </a:rPr>
                        <a:t>[1]</a:t>
                      </a:r>
                    </a:p>
                  </a:txBody>
                  <a:tcPr/>
                </a:tc>
                <a:tc>
                  <a:txBody>
                    <a:bodyPr/>
                    <a:lstStyle/>
                    <a:p>
                      <a:r>
                        <a:rPr lang="en-US" sz="1400" dirty="0">
                          <a:latin typeface="Georgia" panose="02040502050405020303" pitchFamily="18" charset="0"/>
                        </a:rPr>
                        <a:t>A Hybrid Explainable AI for DDoS Attacks Detection in Industrial IoT Networks</a:t>
                      </a:r>
                      <a:endParaRPr lang="en-CA" sz="1400" dirty="0">
                        <a:latin typeface="Georgia" panose="02040502050405020303" pitchFamily="18" charset="0"/>
                      </a:endParaRPr>
                    </a:p>
                  </a:txBody>
                  <a:tcPr/>
                </a:tc>
                <a:tc>
                  <a:txBody>
                    <a:bodyPr/>
                    <a:lstStyle/>
                    <a:p>
                      <a:pPr algn="ctr"/>
                      <a:r>
                        <a:rPr lang="en-CA" sz="1300" dirty="0">
                          <a:latin typeface="Georgia" panose="02040502050405020303" pitchFamily="18" charset="0"/>
                        </a:rPr>
                        <a:t>2026</a:t>
                      </a:r>
                    </a:p>
                  </a:txBody>
                  <a:tcPr/>
                </a:tc>
                <a:tc>
                  <a:txBody>
                    <a:bodyPr/>
                    <a:lstStyle/>
                    <a:p>
                      <a:pPr marL="285750" indent="-285750">
                        <a:buFont typeface="Arial" panose="020B0604020202020204" pitchFamily="34" charset="0"/>
                        <a:buChar char="•"/>
                      </a:pPr>
                      <a:r>
                        <a:rPr lang="en-CA" sz="1400" dirty="0"/>
                        <a:t>HL-IoT</a:t>
                      </a:r>
                    </a:p>
                    <a:p>
                      <a:pPr marL="285750" indent="-285750">
                        <a:buFont typeface="Arial" panose="020B0604020202020204" pitchFamily="34" charset="0"/>
                        <a:buChar char="•"/>
                      </a:pPr>
                      <a:r>
                        <a:rPr lang="en-CA" sz="1400" dirty="0" err="1"/>
                        <a:t>ToN</a:t>
                      </a:r>
                      <a:r>
                        <a:rPr lang="en-CA" sz="1400" dirty="0"/>
                        <a:t>-IoT</a:t>
                      </a:r>
                    </a:p>
                    <a:p>
                      <a:pPr marL="285750" indent="-285750">
                        <a:buFont typeface="Arial" panose="020B0604020202020204" pitchFamily="34" charset="0"/>
                        <a:buChar char="•"/>
                      </a:pPr>
                      <a:r>
                        <a:rPr lang="en-CA" sz="1400" dirty="0"/>
                        <a:t> Edge-</a:t>
                      </a:r>
                      <a:r>
                        <a:rPr lang="en-CA" sz="1400" dirty="0" err="1"/>
                        <a:t>IIoTSet</a:t>
                      </a:r>
                      <a:endParaRPr lang="en-CA" sz="1300" dirty="0">
                        <a:latin typeface="Georgia" panose="02040502050405020303" pitchFamily="18" charset="0"/>
                      </a:endParaRPr>
                    </a:p>
                  </a:txBody>
                  <a:tcPr/>
                </a:tc>
                <a:tc>
                  <a:txBody>
                    <a:bodyPr/>
                    <a:lstStyle/>
                    <a:p>
                      <a:r>
                        <a:rPr lang="en-US" sz="1400" dirty="0"/>
                        <a:t>Developed a hybrid XAI-based framework combining SHAP and LIME for feature selection, followed by a feedforward DNN and SHAP-based neuron pruning to detect DDoS attacks in </a:t>
                      </a:r>
                      <a:r>
                        <a:rPr lang="en-US" sz="1400" dirty="0" err="1"/>
                        <a:t>IIoT</a:t>
                      </a:r>
                      <a:r>
                        <a:rPr lang="en-US" sz="1400" dirty="0"/>
                        <a:t> networks.</a:t>
                      </a:r>
                      <a:endParaRPr lang="en-CA" sz="1300" dirty="0">
                        <a:latin typeface="Georgia" panose="02040502050405020303" pitchFamily="18" charset="0"/>
                      </a:endParaRPr>
                    </a:p>
                  </a:txBody>
                  <a:tcPr/>
                </a:tc>
                <a:tc>
                  <a:txBody>
                    <a:bodyPr/>
                    <a:lstStyle/>
                    <a:p>
                      <a:r>
                        <a:rPr lang="en-US" sz="1400" dirty="0"/>
                        <a:t>Achieved over 94% accuracy while reducing model complexity and improving computational efficiency through pruning.</a:t>
                      </a:r>
                      <a:endParaRPr lang="en-CA" sz="1300" dirty="0">
                        <a:latin typeface="Georgia" panose="02040502050405020303" pitchFamily="18" charset="0"/>
                      </a:endParaRPr>
                    </a:p>
                  </a:txBody>
                  <a:tcPr/>
                </a:tc>
                <a:extLst>
                  <a:ext uri="{0D108BD9-81ED-4DB2-BD59-A6C34878D82A}">
                    <a16:rowId xmlns:a16="http://schemas.microsoft.com/office/drawing/2014/main" val="2968167528"/>
                  </a:ext>
                </a:extLst>
              </a:tr>
              <a:tr h="235033">
                <a:tc>
                  <a:txBody>
                    <a:bodyPr/>
                    <a:lstStyle/>
                    <a:p>
                      <a:r>
                        <a:rPr lang="en-CA" sz="1400" dirty="0">
                          <a:latin typeface="Georgia" panose="02040502050405020303" pitchFamily="18" charset="0"/>
                        </a:rPr>
                        <a:t>[2]</a:t>
                      </a:r>
                    </a:p>
                  </a:txBody>
                  <a:tcPr/>
                </a:tc>
                <a:tc>
                  <a:txBody>
                    <a:bodyPr/>
                    <a:lstStyle/>
                    <a:p>
                      <a:r>
                        <a:rPr lang="en-US" sz="1400" dirty="0">
                          <a:latin typeface="Georgia" panose="02040502050405020303" pitchFamily="18" charset="0"/>
                        </a:rPr>
                        <a:t>Efficient XAI-Based Federated Learning Approach for Accurate Detection of False Data in Smart Grid</a:t>
                      </a:r>
                      <a:endParaRPr lang="en-CA" sz="1400" dirty="0">
                        <a:latin typeface="Georgia" panose="02040502050405020303" pitchFamily="18" charset="0"/>
                      </a:endParaRPr>
                    </a:p>
                  </a:txBody>
                  <a:tcPr/>
                </a:tc>
                <a:tc>
                  <a:txBody>
                    <a:bodyPr/>
                    <a:lstStyle/>
                    <a:p>
                      <a:r>
                        <a:rPr lang="en-CA" sz="1400" dirty="0">
                          <a:latin typeface="Georgia" panose="02040502050405020303" pitchFamily="18" charset="0"/>
                        </a:rPr>
                        <a:t>2025</a:t>
                      </a:r>
                    </a:p>
                  </a:txBody>
                  <a:tcPr/>
                </a:tc>
                <a:tc>
                  <a:txBody>
                    <a:bodyPr/>
                    <a:lstStyle/>
                    <a:p>
                      <a:pPr marL="285750" indent="-285750">
                        <a:buFont typeface="Arial" panose="020B0604020202020204" pitchFamily="34" charset="0"/>
                        <a:buChar char="•"/>
                      </a:pPr>
                      <a:r>
                        <a:rPr lang="en-US" sz="1400" dirty="0"/>
                        <a:t>Irish Smart Energy Trial (ISET)</a:t>
                      </a:r>
                    </a:p>
                    <a:p>
                      <a:pPr marL="285750" indent="-285750">
                        <a:buFont typeface="Arial" panose="020B0604020202020204" pitchFamily="34" charset="0"/>
                        <a:buChar char="•"/>
                      </a:pPr>
                      <a:r>
                        <a:rPr lang="en-US" sz="1400" dirty="0"/>
                        <a:t>Pakistan Residential Electricity Consumption </a:t>
                      </a:r>
                      <a:endParaRPr lang="en-CA" sz="1300" dirty="0">
                        <a:latin typeface="Georgia" panose="02040502050405020303" pitchFamily="18" charset="0"/>
                      </a:endParaRPr>
                    </a:p>
                  </a:txBody>
                  <a:tcPr/>
                </a:tc>
                <a:tc>
                  <a:txBody>
                    <a:bodyPr/>
                    <a:lstStyle/>
                    <a:p>
                      <a:r>
                        <a:rPr lang="en-US" sz="1300" dirty="0"/>
                        <a:t>Proposed an XAI-driven federated learning model trained on explanation-based features instead of raw data to improve false data detection while reducing communication overhead</a:t>
                      </a:r>
                      <a:endParaRPr lang="en-CA" sz="1300" dirty="0">
                        <a:latin typeface="Georgia" panose="02040502050405020303" pitchFamily="18" charset="0"/>
                      </a:endParaRPr>
                    </a:p>
                  </a:txBody>
                  <a:tcPr/>
                </a:tc>
                <a:tc>
                  <a:txBody>
                    <a:bodyPr/>
                    <a:lstStyle/>
                    <a:p>
                      <a:r>
                        <a:rPr lang="en-US" sz="1300" dirty="0"/>
                        <a:t>Improved detection accuracy by over 14%, reduced false alarms by 82%, and decreased communication rounds by more than 80%.</a:t>
                      </a:r>
                      <a:endParaRPr lang="en-CA" sz="1300" dirty="0">
                        <a:latin typeface="Georgia" panose="02040502050405020303" pitchFamily="18" charset="0"/>
                      </a:endParaRPr>
                    </a:p>
                  </a:txBody>
                  <a:tcPr/>
                </a:tc>
                <a:extLst>
                  <a:ext uri="{0D108BD9-81ED-4DB2-BD59-A6C34878D82A}">
                    <a16:rowId xmlns:a16="http://schemas.microsoft.com/office/drawing/2014/main" val="3507798230"/>
                  </a:ext>
                </a:extLst>
              </a:tr>
              <a:tr h="980426">
                <a:tc>
                  <a:txBody>
                    <a:bodyPr/>
                    <a:lstStyle/>
                    <a:p>
                      <a:r>
                        <a:rPr lang="en-CA" sz="1400" dirty="0">
                          <a:latin typeface="Georgia" panose="02040502050405020303" pitchFamily="18" charset="0"/>
                        </a:rPr>
                        <a:t>[3]</a:t>
                      </a:r>
                    </a:p>
                  </a:txBody>
                  <a:tcPr/>
                </a:tc>
                <a:tc>
                  <a:txBody>
                    <a:bodyPr/>
                    <a:lstStyle/>
                    <a:p>
                      <a:r>
                        <a:rPr lang="en-US" sz="1400" dirty="0">
                          <a:latin typeface="Georgia" panose="02040502050405020303" pitchFamily="18" charset="0"/>
                        </a:rPr>
                        <a:t>Explainable AI-Enhanced Detection of Cyber Attacks on AGC Systems with Varying RES Penetration</a:t>
                      </a:r>
                      <a:endParaRPr lang="en-CA" sz="1400" dirty="0">
                        <a:latin typeface="Georgia" panose="02040502050405020303" pitchFamily="18" charset="0"/>
                      </a:endParaRPr>
                    </a:p>
                  </a:txBody>
                  <a:tcPr/>
                </a:tc>
                <a:tc>
                  <a:txBody>
                    <a:bodyPr/>
                    <a:lstStyle/>
                    <a:p>
                      <a:r>
                        <a:rPr lang="en-CA" sz="1400" dirty="0">
                          <a:latin typeface="Georgia" panose="02040502050405020303" pitchFamily="18" charset="0"/>
                        </a:rPr>
                        <a:t>2025</a:t>
                      </a:r>
                    </a:p>
                  </a:txBody>
                  <a:tcPr/>
                </a:tc>
                <a:tc>
                  <a:txBody>
                    <a:bodyPr/>
                    <a:lstStyle/>
                    <a:p>
                      <a:pPr marL="285750" indent="-285750">
                        <a:buFont typeface="Arial" panose="020B0604020202020204" pitchFamily="34" charset="0"/>
                        <a:buChar char="•"/>
                      </a:pPr>
                      <a:r>
                        <a:rPr lang="en-CA" sz="1400" dirty="0"/>
                        <a:t>Simulated AGC system data</a:t>
                      </a:r>
                      <a:endParaRPr lang="en-CA" sz="1300" dirty="0">
                        <a:latin typeface="Georgia" panose="02040502050405020303" pitchFamily="18" charset="0"/>
                      </a:endParaRPr>
                    </a:p>
                  </a:txBody>
                  <a:tcPr/>
                </a:tc>
                <a:tc>
                  <a:txBody>
                    <a:bodyPr/>
                    <a:lstStyle/>
                    <a:p>
                      <a:r>
                        <a:rPr lang="en-US" sz="1300" dirty="0"/>
                        <a:t>Evaluated multiple ML models including CNN and Bagged Trees on AGC system data under varying renewable energy penetration, with SHAP used for interpretability.</a:t>
                      </a:r>
                      <a:endParaRPr lang="en-CA" sz="1300" dirty="0">
                        <a:latin typeface="Georgia" panose="02040502050405020303" pitchFamily="18" charset="0"/>
                      </a:endParaRPr>
                    </a:p>
                  </a:txBody>
                  <a:tcPr/>
                </a:tc>
                <a:tc>
                  <a:txBody>
                    <a:bodyPr/>
                    <a:lstStyle/>
                    <a:p>
                      <a:r>
                        <a:rPr lang="en-US" sz="1300" dirty="0">
                          <a:latin typeface="+mn-lt"/>
                        </a:rPr>
                        <a:t>CNN achieved the highest detection performance, followed by Bagged Trees, with strong accuracy and improved model transparency using SHAP.</a:t>
                      </a:r>
                      <a:endParaRPr lang="en-CA" sz="1300" dirty="0">
                        <a:latin typeface="+mn-lt"/>
                      </a:endParaRPr>
                    </a:p>
                  </a:txBody>
                  <a:tcPr/>
                </a:tc>
                <a:extLst>
                  <a:ext uri="{0D108BD9-81ED-4DB2-BD59-A6C34878D82A}">
                    <a16:rowId xmlns:a16="http://schemas.microsoft.com/office/drawing/2014/main" val="2639827815"/>
                  </a:ext>
                </a:extLst>
              </a:tr>
              <a:tr h="865851">
                <a:tc>
                  <a:txBody>
                    <a:bodyPr/>
                    <a:lstStyle/>
                    <a:p>
                      <a:r>
                        <a:rPr lang="en-CA" sz="1400" dirty="0">
                          <a:latin typeface="Georgia" panose="02040502050405020303" pitchFamily="18" charset="0"/>
                        </a:rPr>
                        <a:t>[4] </a:t>
                      </a:r>
                    </a:p>
                  </a:txBody>
                  <a:tcPr/>
                </a:tc>
                <a:tc>
                  <a:txBody>
                    <a:bodyPr/>
                    <a:lstStyle/>
                    <a:p>
                      <a:r>
                        <a:rPr lang="en-US" sz="1400" dirty="0">
                          <a:latin typeface="Georgia" panose="02040502050405020303" pitchFamily="18" charset="0"/>
                        </a:rPr>
                        <a:t>Explainable Ensemble-Based Detection of Cyber Attacks on Internet of Medical Things</a:t>
                      </a:r>
                      <a:endParaRPr lang="en-CA" sz="1400" dirty="0">
                        <a:latin typeface="Georgia" panose="02040502050405020303" pitchFamily="18" charset="0"/>
                      </a:endParaRPr>
                    </a:p>
                  </a:txBody>
                  <a:tcPr/>
                </a:tc>
                <a:tc>
                  <a:txBody>
                    <a:bodyPr/>
                    <a:lstStyle/>
                    <a:p>
                      <a:r>
                        <a:rPr lang="en-CA" sz="1400" dirty="0">
                          <a:latin typeface="Georgia" panose="02040502050405020303" pitchFamily="18" charset="0"/>
                        </a:rPr>
                        <a:t>2023</a:t>
                      </a:r>
                    </a:p>
                  </a:txBody>
                  <a:tcPr/>
                </a:tc>
                <a:tc>
                  <a:txBody>
                    <a:bodyPr/>
                    <a:lstStyle/>
                    <a:p>
                      <a:pPr marL="285750" indent="-285750">
                        <a:buFont typeface="Arial" panose="020B0604020202020204" pitchFamily="34" charset="0"/>
                        <a:buChar char="•"/>
                      </a:pPr>
                      <a:r>
                        <a:rPr lang="en-CA" sz="1400" dirty="0"/>
                        <a:t>WUSTL-EHMS-2020</a:t>
                      </a:r>
                      <a:endParaRPr lang="en-CA" sz="1300" dirty="0">
                        <a:latin typeface="Georgia" panose="02040502050405020303" pitchFamily="18" charset="0"/>
                      </a:endParaRPr>
                    </a:p>
                  </a:txBody>
                  <a:tcPr/>
                </a:tc>
                <a:tc>
                  <a:txBody>
                    <a:bodyPr/>
                    <a:lstStyle/>
                    <a:p>
                      <a:r>
                        <a:rPr lang="en-US" sz="1300" dirty="0"/>
                        <a:t>Built a voting ensemble model combining RF, DT, SVM, and </a:t>
                      </a:r>
                      <a:r>
                        <a:rPr lang="en-US" sz="1300" dirty="0" err="1"/>
                        <a:t>XGBoost</a:t>
                      </a:r>
                      <a:r>
                        <a:rPr lang="en-US" sz="1300" dirty="0"/>
                        <a:t> using network-flow features, with SHAP applied for explainability in IoMT attack detection.</a:t>
                      </a:r>
                      <a:endParaRPr lang="en-CA" sz="1300" dirty="0">
                        <a:latin typeface="Georgia" panose="02040502050405020303" pitchFamily="18" charset="0"/>
                      </a:endParaRPr>
                    </a:p>
                  </a:txBody>
                  <a:tcPr/>
                </a:tc>
                <a:tc>
                  <a:txBody>
                    <a:bodyPr/>
                    <a:lstStyle/>
                    <a:p>
                      <a:r>
                        <a:rPr lang="en-US" sz="1300" dirty="0"/>
                        <a:t>Achieved over 99% accuracy and F1-score, demonstrating highly effective and reliable intrusion detection.</a:t>
                      </a:r>
                      <a:endParaRPr lang="en-CA" sz="1300" dirty="0">
                        <a:latin typeface="Georgia" panose="02040502050405020303" pitchFamily="18" charset="0"/>
                      </a:endParaRPr>
                    </a:p>
                  </a:txBody>
                  <a:tcPr/>
                </a:tc>
                <a:extLst>
                  <a:ext uri="{0D108BD9-81ED-4DB2-BD59-A6C34878D82A}">
                    <a16:rowId xmlns:a16="http://schemas.microsoft.com/office/drawing/2014/main" val="2010196760"/>
                  </a:ext>
                </a:extLst>
              </a:tr>
              <a:tr h="1159940">
                <a:tc>
                  <a:txBody>
                    <a:bodyPr/>
                    <a:lstStyle/>
                    <a:p>
                      <a:r>
                        <a:rPr lang="en-CA" sz="1400" dirty="0">
                          <a:latin typeface="Georgia" panose="02040502050405020303" pitchFamily="18" charset="0"/>
                        </a:rPr>
                        <a:t>[5]</a:t>
                      </a:r>
                    </a:p>
                  </a:txBody>
                  <a:tcPr/>
                </a:tc>
                <a:tc>
                  <a:txBody>
                    <a:bodyPr/>
                    <a:lstStyle/>
                    <a:p>
                      <a:r>
                        <a:rPr lang="en-US" sz="1400" dirty="0">
                          <a:latin typeface="Georgia" panose="02040502050405020303" pitchFamily="18" charset="0"/>
                        </a:rPr>
                        <a:t>Explainable Machine Learning-based False Data Injection Classification Framework for AVs</a:t>
                      </a:r>
                      <a:endParaRPr lang="en-CA" sz="1400" dirty="0">
                        <a:latin typeface="Georgia" panose="02040502050405020303" pitchFamily="18" charset="0"/>
                      </a:endParaRPr>
                    </a:p>
                  </a:txBody>
                  <a:tcPr/>
                </a:tc>
                <a:tc>
                  <a:txBody>
                    <a:bodyPr/>
                    <a:lstStyle/>
                    <a:p>
                      <a:r>
                        <a:rPr lang="en-CA" sz="1400" dirty="0">
                          <a:latin typeface="Georgia" panose="02040502050405020303" pitchFamily="18" charset="0"/>
                        </a:rPr>
                        <a:t>2025</a:t>
                      </a:r>
                    </a:p>
                  </a:txBody>
                  <a:tcPr/>
                </a:tc>
                <a:tc>
                  <a:txBody>
                    <a:bodyPr/>
                    <a:lstStyle/>
                    <a:p>
                      <a:pPr marL="285750" indent="-285750">
                        <a:buFont typeface="Arial" panose="020B0604020202020204" pitchFamily="34" charset="0"/>
                        <a:buChar char="•"/>
                      </a:pPr>
                      <a:r>
                        <a:rPr lang="en-CA" sz="1400" dirty="0" err="1"/>
                        <a:t>IIoT</a:t>
                      </a:r>
                      <a:r>
                        <a:rPr lang="en-CA" sz="1400" dirty="0"/>
                        <a:t>-based dataset</a:t>
                      </a:r>
                      <a:endParaRPr lang="en-CA" sz="1300" dirty="0">
                        <a:latin typeface="Georgia" panose="02040502050405020303" pitchFamily="18" charset="0"/>
                      </a:endParaRPr>
                    </a:p>
                  </a:txBody>
                  <a:tcPr/>
                </a:tc>
                <a:tc>
                  <a:txBody>
                    <a:bodyPr/>
                    <a:lstStyle/>
                    <a:p>
                      <a:r>
                        <a:rPr lang="en-US" sz="1300" dirty="0"/>
                        <a:t>Used an unsupervised autoencoder framework to learn normal microgrid patterns via reconstruction error. Integrated into a real-time web platform for anomaly detection and alerts.</a:t>
                      </a:r>
                      <a:endParaRPr lang="en-CA" sz="1300" dirty="0">
                        <a:latin typeface="Georgia" panose="02040502050405020303" pitchFamily="18" charset="0"/>
                      </a:endParaRPr>
                    </a:p>
                  </a:txBody>
                  <a:tcPr/>
                </a:tc>
                <a:tc>
                  <a:txBody>
                    <a:bodyPr/>
                    <a:lstStyle/>
                    <a:p>
                      <a:r>
                        <a:rPr lang="en-US" sz="1300" dirty="0"/>
                        <a:t>Random Forest achieved the highest performance with approximately 99% accuracy and improved explainability.</a:t>
                      </a:r>
                      <a:endParaRPr lang="en-CA" sz="1300" dirty="0">
                        <a:latin typeface="Georgia" panose="02040502050405020303" pitchFamily="18" charset="0"/>
                      </a:endParaRPr>
                    </a:p>
                  </a:txBody>
                  <a:tcPr/>
                </a:tc>
                <a:extLst>
                  <a:ext uri="{0D108BD9-81ED-4DB2-BD59-A6C34878D82A}">
                    <a16:rowId xmlns:a16="http://schemas.microsoft.com/office/drawing/2014/main" val="1105843706"/>
                  </a:ext>
                </a:extLst>
              </a:tr>
            </a:tbl>
          </a:graphicData>
        </a:graphic>
      </p:graphicFrame>
      <p:sp>
        <p:nvSpPr>
          <p:cNvPr id="3" name="Date Placeholder 2">
            <a:extLst>
              <a:ext uri="{FF2B5EF4-FFF2-40B4-BE49-F238E27FC236}">
                <a16:creationId xmlns:a16="http://schemas.microsoft.com/office/drawing/2014/main" id="{63C4835C-A579-40BA-5CF3-05183DC1154D}"/>
              </a:ext>
            </a:extLst>
          </p:cNvPr>
          <p:cNvSpPr>
            <a:spLocks noGrp="1"/>
          </p:cNvSpPr>
          <p:nvPr>
            <p:ph type="dt" sz="half" idx="10"/>
          </p:nvPr>
        </p:nvSpPr>
        <p:spPr/>
        <p:txBody>
          <a:bodyPr/>
          <a:lstStyle/>
          <a:p>
            <a:fld id="{B6969E31-23A0-4CC5-8DC0-AAEA90D9A5F7}" type="datetime1">
              <a:rPr lang="en-CA" smtClean="0"/>
              <a:t>2026-03-26</a:t>
            </a:fld>
            <a:endParaRPr lang="en-CA"/>
          </a:p>
        </p:txBody>
      </p:sp>
      <p:sp>
        <p:nvSpPr>
          <p:cNvPr id="8" name="Slide Number Placeholder 5">
            <a:extLst>
              <a:ext uri="{FF2B5EF4-FFF2-40B4-BE49-F238E27FC236}">
                <a16:creationId xmlns:a16="http://schemas.microsoft.com/office/drawing/2014/main" id="{F2B9E011-0E0C-BA5D-A69E-7C20D546BF88}"/>
              </a:ext>
            </a:extLst>
          </p:cNvPr>
          <p:cNvSpPr txBox="1">
            <a:spLocks/>
          </p:cNvSpPr>
          <p:nvPr/>
        </p:nvSpPr>
        <p:spPr>
          <a:xfrm>
            <a:off x="3581400" y="64054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70B7C0-46F6-4DF2-8928-276E092CFE71}" type="slidenum">
              <a:rPr lang="en-CA" sz="1800" b="1" smtClean="0"/>
              <a:pPr/>
              <a:t>16</a:t>
            </a:fld>
            <a:endParaRPr lang="en-CA" sz="1800" b="1" dirty="0"/>
          </a:p>
        </p:txBody>
      </p:sp>
    </p:spTree>
    <p:extLst>
      <p:ext uri="{BB962C8B-B14F-4D97-AF65-F5344CB8AC3E}">
        <p14:creationId xmlns:p14="http://schemas.microsoft.com/office/powerpoint/2010/main" val="40526595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B13CC-FE27-DB03-EE84-C872FB3B10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BEC456-0456-6D41-2557-1BCB85BCCA01}"/>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84C83A85-E2EF-A594-260C-4E4E807C6DF3}"/>
              </a:ext>
            </a:extLst>
          </p:cNvPr>
          <p:cNvSpPr>
            <a:spLocks noGrp="1"/>
          </p:cNvSpPr>
          <p:nvPr>
            <p:ph idx="1"/>
          </p:nvPr>
        </p:nvSpPr>
        <p:spPr/>
        <p:txBody>
          <a:bodyPr/>
          <a:lstStyle/>
          <a:p>
            <a:endParaRPr lang="en-CA" dirty="0"/>
          </a:p>
        </p:txBody>
      </p:sp>
      <p:pic>
        <p:nvPicPr>
          <p:cNvPr id="4" name="Picture 3">
            <a:extLst>
              <a:ext uri="{FF2B5EF4-FFF2-40B4-BE49-F238E27FC236}">
                <a16:creationId xmlns:a16="http://schemas.microsoft.com/office/drawing/2014/main" id="{96D45EF5-1CD8-5DA9-9723-323471367C17}"/>
              </a:ext>
            </a:extLst>
          </p:cNvPr>
          <p:cNvPicPr>
            <a:picLocks noChangeAspect="1"/>
          </p:cNvPicPr>
          <p:nvPr/>
        </p:nvPicPr>
        <p:blipFill>
          <a:blip r:embed="rId3"/>
          <a:stretch>
            <a:fillRect/>
          </a:stretch>
        </p:blipFill>
        <p:spPr>
          <a:xfrm>
            <a:off x="0" y="0"/>
            <a:ext cx="12192000" cy="6858000"/>
          </a:xfrm>
          <a:prstGeom prst="rect">
            <a:avLst/>
          </a:prstGeom>
        </p:spPr>
      </p:pic>
      <p:sp>
        <p:nvSpPr>
          <p:cNvPr id="10" name="TextBox 9">
            <a:extLst>
              <a:ext uri="{FF2B5EF4-FFF2-40B4-BE49-F238E27FC236}">
                <a16:creationId xmlns:a16="http://schemas.microsoft.com/office/drawing/2014/main" id="{ABCD8F28-BAC4-A985-AB8D-58F158A09DD0}"/>
              </a:ext>
            </a:extLst>
          </p:cNvPr>
          <p:cNvSpPr txBox="1"/>
          <p:nvPr/>
        </p:nvSpPr>
        <p:spPr>
          <a:xfrm>
            <a:off x="4343399" y="3044279"/>
            <a:ext cx="3505200" cy="769441"/>
          </a:xfrm>
          <a:prstGeom prst="rect">
            <a:avLst/>
          </a:prstGeom>
          <a:noFill/>
        </p:spPr>
        <p:txBody>
          <a:bodyPr wrap="square" rtlCol="0">
            <a:spAutoFit/>
          </a:bodyPr>
          <a:lstStyle/>
          <a:p>
            <a:r>
              <a:rPr lang="en-US" sz="4400" b="1" dirty="0">
                <a:solidFill>
                  <a:schemeClr val="accent5"/>
                </a:solidFill>
                <a:latin typeface="Georgia" panose="02040502050405020303" pitchFamily="18" charset="0"/>
              </a:rPr>
              <a:t>DATASETS</a:t>
            </a:r>
          </a:p>
        </p:txBody>
      </p:sp>
      <p:sp>
        <p:nvSpPr>
          <p:cNvPr id="7" name="Slide Number Placeholder 5">
            <a:extLst>
              <a:ext uri="{FF2B5EF4-FFF2-40B4-BE49-F238E27FC236}">
                <a16:creationId xmlns:a16="http://schemas.microsoft.com/office/drawing/2014/main" id="{2D81F02B-DD4D-42B9-D537-609A43384736}"/>
              </a:ext>
            </a:extLst>
          </p:cNvPr>
          <p:cNvSpPr txBox="1">
            <a:spLocks/>
          </p:cNvSpPr>
          <p:nvPr/>
        </p:nvSpPr>
        <p:spPr>
          <a:xfrm>
            <a:off x="3581400" y="64054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70B7C0-46F6-4DF2-8928-276E092CFE71}" type="slidenum">
              <a:rPr lang="en-CA" sz="1800" b="1" smtClean="0"/>
              <a:pPr/>
              <a:t>17</a:t>
            </a:fld>
            <a:endParaRPr lang="en-CA" sz="1800" b="1" dirty="0"/>
          </a:p>
        </p:txBody>
      </p:sp>
      <p:sp>
        <p:nvSpPr>
          <p:cNvPr id="8" name="Date Placeholder 4">
            <a:extLst>
              <a:ext uri="{FF2B5EF4-FFF2-40B4-BE49-F238E27FC236}">
                <a16:creationId xmlns:a16="http://schemas.microsoft.com/office/drawing/2014/main" id="{D2879F9E-27C6-9E98-6DA5-0DACB538EC23}"/>
              </a:ext>
            </a:extLst>
          </p:cNvPr>
          <p:cNvSpPr>
            <a:spLocks noGrp="1"/>
          </p:cNvSpPr>
          <p:nvPr>
            <p:ph type="dt" sz="half" idx="10"/>
          </p:nvPr>
        </p:nvSpPr>
        <p:spPr>
          <a:xfrm>
            <a:off x="364549" y="6432085"/>
            <a:ext cx="2743200" cy="365125"/>
          </a:xfrm>
        </p:spPr>
        <p:txBody>
          <a:bodyPr/>
          <a:lstStyle/>
          <a:p>
            <a:r>
              <a:rPr lang="en-CA" dirty="0"/>
              <a:t>2026-03-26</a:t>
            </a:r>
          </a:p>
        </p:txBody>
      </p:sp>
    </p:spTree>
    <p:extLst>
      <p:ext uri="{BB962C8B-B14F-4D97-AF65-F5344CB8AC3E}">
        <p14:creationId xmlns:p14="http://schemas.microsoft.com/office/powerpoint/2010/main" val="322531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C818E-8EFE-DAC5-6339-AC80E06FCA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6DB1B1-AB07-9CB0-9513-F14CF107CCD2}"/>
              </a:ext>
            </a:extLst>
          </p:cNvPr>
          <p:cNvSpPr>
            <a:spLocks noGrp="1"/>
          </p:cNvSpPr>
          <p:nvPr>
            <p:ph type="title"/>
          </p:nvPr>
        </p:nvSpPr>
        <p:spPr/>
        <p:txBody>
          <a:bodyPr/>
          <a:lstStyle/>
          <a:p>
            <a:endParaRPr lang="en-CA"/>
          </a:p>
        </p:txBody>
      </p:sp>
      <p:pic>
        <p:nvPicPr>
          <p:cNvPr id="4" name="Picture 3">
            <a:extLst>
              <a:ext uri="{FF2B5EF4-FFF2-40B4-BE49-F238E27FC236}">
                <a16:creationId xmlns:a16="http://schemas.microsoft.com/office/drawing/2014/main" id="{BB850F56-5774-F988-0664-75B474392A0A}"/>
              </a:ext>
            </a:extLst>
          </p:cNvPr>
          <p:cNvPicPr>
            <a:picLocks noChangeAspect="1"/>
          </p:cNvPicPr>
          <p:nvPr/>
        </p:nvPicPr>
        <p:blipFill>
          <a:blip r:embed="rId3"/>
          <a:stretch>
            <a:fillRect/>
          </a:stretch>
        </p:blipFill>
        <p:spPr>
          <a:xfrm>
            <a:off x="0" y="0"/>
            <a:ext cx="12192000" cy="6858000"/>
          </a:xfrm>
          <a:prstGeom prst="rect">
            <a:avLst/>
          </a:prstGeom>
        </p:spPr>
      </p:pic>
      <p:sp>
        <p:nvSpPr>
          <p:cNvPr id="7" name="TextBox 6">
            <a:extLst>
              <a:ext uri="{FF2B5EF4-FFF2-40B4-BE49-F238E27FC236}">
                <a16:creationId xmlns:a16="http://schemas.microsoft.com/office/drawing/2014/main" id="{9DD0DAF3-4051-CB78-7E35-6F25366C5116}"/>
              </a:ext>
            </a:extLst>
          </p:cNvPr>
          <p:cNvSpPr txBox="1"/>
          <p:nvPr/>
        </p:nvSpPr>
        <p:spPr>
          <a:xfrm>
            <a:off x="635000" y="762000"/>
            <a:ext cx="6121400" cy="1077218"/>
          </a:xfrm>
          <a:prstGeom prst="rect">
            <a:avLst/>
          </a:prstGeom>
          <a:noFill/>
        </p:spPr>
        <p:txBody>
          <a:bodyPr wrap="square" rtlCol="0">
            <a:spAutoFit/>
          </a:bodyPr>
          <a:lstStyle/>
          <a:p>
            <a:r>
              <a:rPr lang="en-CA" sz="3200" b="1" dirty="0">
                <a:solidFill>
                  <a:schemeClr val="accent5"/>
                </a:solidFill>
                <a:latin typeface="Georgia" panose="02040502050405020303" pitchFamily="18" charset="0"/>
              </a:rPr>
              <a:t>ORNL : </a:t>
            </a:r>
          </a:p>
          <a:p>
            <a:endParaRPr lang="en-US" sz="3200" b="1" dirty="0">
              <a:solidFill>
                <a:schemeClr val="accent5"/>
              </a:solidFill>
            </a:endParaRPr>
          </a:p>
        </p:txBody>
      </p:sp>
      <p:sp>
        <p:nvSpPr>
          <p:cNvPr id="8" name="TextBox 7">
            <a:extLst>
              <a:ext uri="{FF2B5EF4-FFF2-40B4-BE49-F238E27FC236}">
                <a16:creationId xmlns:a16="http://schemas.microsoft.com/office/drawing/2014/main" id="{06C27D3E-C127-CDE2-1AEA-63DF7BA0886B}"/>
              </a:ext>
            </a:extLst>
          </p:cNvPr>
          <p:cNvSpPr txBox="1"/>
          <p:nvPr/>
        </p:nvSpPr>
        <p:spPr>
          <a:xfrm>
            <a:off x="344129" y="1825625"/>
            <a:ext cx="6774426" cy="4154984"/>
          </a:xfrm>
          <a:prstGeom prst="rect">
            <a:avLst/>
          </a:prstGeom>
          <a:noFill/>
        </p:spPr>
        <p:txBody>
          <a:bodyPr wrap="square" rtlCol="0">
            <a:spAutoFit/>
          </a:bodyPr>
          <a:lstStyle/>
          <a:p>
            <a:pPr marL="285750" indent="-285750">
              <a:buFont typeface="Wingdings" panose="05000000000000000000" pitchFamily="2" charset="2"/>
              <a:buChar char="§"/>
            </a:pPr>
            <a:r>
              <a:rPr lang="en-CA" sz="2400" b="1" dirty="0">
                <a:latin typeface="Georgia" panose="02040502050405020303" pitchFamily="18" charset="0"/>
              </a:rPr>
              <a:t>Descriptions: </a:t>
            </a:r>
            <a:r>
              <a:rPr lang="en-US" sz="2400" dirty="0">
                <a:latin typeface="Georgia" panose="02040502050405020303" pitchFamily="18" charset="0"/>
              </a:rPr>
              <a:t>High-resolution SCADA telemetry containing voltage, current, and phase-angle measurements</a:t>
            </a:r>
          </a:p>
          <a:p>
            <a:pPr marL="285750" indent="-285750">
              <a:buFont typeface="Wingdings" panose="05000000000000000000" pitchFamily="2" charset="2"/>
              <a:buChar char="§"/>
            </a:pPr>
            <a:endParaRPr lang="en-US" sz="2400" dirty="0">
              <a:latin typeface="Georgia" panose="02040502050405020303" pitchFamily="18" charset="0"/>
            </a:endParaRPr>
          </a:p>
          <a:p>
            <a:pPr marL="285750" indent="-285750">
              <a:buFont typeface="Wingdings" panose="05000000000000000000" pitchFamily="2" charset="2"/>
              <a:buChar char="§"/>
            </a:pPr>
            <a:r>
              <a:rPr lang="en-US" sz="2400" b="1" dirty="0">
                <a:latin typeface="Georgia" panose="02040502050405020303" pitchFamily="18" charset="0"/>
              </a:rPr>
              <a:t>Size: </a:t>
            </a:r>
            <a:r>
              <a:rPr lang="en-US" sz="2400" dirty="0">
                <a:latin typeface="Georgia" panose="02040502050405020303" pitchFamily="18" charset="0"/>
              </a:rPr>
              <a:t>117 columns</a:t>
            </a:r>
            <a:r>
              <a:rPr lang="en-US" sz="2400">
                <a:latin typeface="Georgia" panose="02040502050405020303" pitchFamily="18" charset="0"/>
              </a:rPr>
              <a:t>, 13141 measurements</a:t>
            </a:r>
            <a:r>
              <a:rPr lang="en-US" sz="2400" b="1">
                <a:latin typeface="Georgia" panose="02040502050405020303" pitchFamily="18" charset="0"/>
              </a:rPr>
              <a:t> </a:t>
            </a:r>
            <a:r>
              <a:rPr lang="en-US" sz="2400">
                <a:latin typeface="Georgia" panose="02040502050405020303" pitchFamily="18" charset="0"/>
              </a:rPr>
              <a:t>(10,513 </a:t>
            </a:r>
            <a:r>
              <a:rPr lang="en-US" sz="2400" dirty="0">
                <a:latin typeface="Georgia" panose="02040502050405020303" pitchFamily="18" charset="0"/>
              </a:rPr>
              <a:t>Train</a:t>
            </a:r>
            <a:r>
              <a:rPr lang="en-US" sz="2400">
                <a:latin typeface="Georgia" panose="02040502050405020303" pitchFamily="18" charset="0"/>
              </a:rPr>
              <a:t>, 2628 </a:t>
            </a:r>
            <a:r>
              <a:rPr lang="en-US" sz="2400" dirty="0">
                <a:latin typeface="Georgia" panose="02040502050405020303" pitchFamily="18" charset="0"/>
              </a:rPr>
              <a:t>Test) </a:t>
            </a:r>
          </a:p>
          <a:p>
            <a:pPr marL="285750" indent="-285750">
              <a:buFont typeface="Wingdings" panose="05000000000000000000" pitchFamily="2" charset="2"/>
              <a:buChar char="§"/>
            </a:pPr>
            <a:endParaRPr lang="en-US" sz="2400" dirty="0">
              <a:latin typeface="Georgia" panose="02040502050405020303" pitchFamily="18" charset="0"/>
            </a:endParaRPr>
          </a:p>
          <a:p>
            <a:pPr marL="285750" indent="-285750">
              <a:buFont typeface="Wingdings" panose="05000000000000000000" pitchFamily="2" charset="2"/>
              <a:buChar char="§"/>
            </a:pPr>
            <a:r>
              <a:rPr lang="en-US" sz="2400" b="1" dirty="0">
                <a:latin typeface="Georgia" panose="02040502050405020303" pitchFamily="18" charset="0"/>
              </a:rPr>
              <a:t>Preprocessing: </a:t>
            </a:r>
            <a:r>
              <a:rPr lang="en-CA" sz="2400" dirty="0">
                <a:latin typeface="Georgia" panose="02040502050405020303" pitchFamily="18" charset="0"/>
              </a:rPr>
              <a:t>Normalized to [0,1]</a:t>
            </a:r>
            <a:r>
              <a:rPr lang="ar-AE" sz="2400" dirty="0">
                <a:latin typeface="Georgia" panose="02040502050405020303" pitchFamily="18" charset="0"/>
              </a:rPr>
              <a:t> </a:t>
            </a:r>
            <a:r>
              <a:rPr lang="en-CA" sz="2400" dirty="0">
                <a:latin typeface="Georgia" panose="02040502050405020303" pitchFamily="18" charset="0"/>
              </a:rPr>
              <a:t>; statistical features (mean, variance, skewness, kurtosis) computed for hybrid feature-engineering.</a:t>
            </a:r>
            <a:endParaRPr lang="en-CA" sz="2400" b="1" dirty="0">
              <a:latin typeface="Georgia" panose="02040502050405020303" pitchFamily="18" charset="0"/>
            </a:endParaRPr>
          </a:p>
        </p:txBody>
      </p:sp>
      <p:sp>
        <p:nvSpPr>
          <p:cNvPr id="6" name="Slide Number Placeholder 5">
            <a:extLst>
              <a:ext uri="{FF2B5EF4-FFF2-40B4-BE49-F238E27FC236}">
                <a16:creationId xmlns:a16="http://schemas.microsoft.com/office/drawing/2014/main" id="{08B7EDFE-0EDE-8058-6045-25C973153F5D}"/>
              </a:ext>
            </a:extLst>
          </p:cNvPr>
          <p:cNvSpPr txBox="1">
            <a:spLocks/>
          </p:cNvSpPr>
          <p:nvPr/>
        </p:nvSpPr>
        <p:spPr>
          <a:xfrm>
            <a:off x="3581400" y="64054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70B7C0-46F6-4DF2-8928-276E092CFE71}" type="slidenum">
              <a:rPr lang="en-CA" sz="1800" b="1" smtClean="0"/>
              <a:pPr/>
              <a:t>18</a:t>
            </a:fld>
            <a:endParaRPr lang="en-CA" sz="1800" b="1" dirty="0"/>
          </a:p>
        </p:txBody>
      </p:sp>
      <p:pic>
        <p:nvPicPr>
          <p:cNvPr id="10" name="Picture 9">
            <a:extLst>
              <a:ext uri="{FF2B5EF4-FFF2-40B4-BE49-F238E27FC236}">
                <a16:creationId xmlns:a16="http://schemas.microsoft.com/office/drawing/2014/main" id="{666C6FB5-6D9A-3C2D-AD85-201BF9ED59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75586" y="1218435"/>
            <a:ext cx="4559028" cy="4595756"/>
          </a:xfrm>
          <a:prstGeom prst="rect">
            <a:avLst/>
          </a:prstGeom>
        </p:spPr>
      </p:pic>
      <p:sp>
        <p:nvSpPr>
          <p:cNvPr id="9" name="Date Placeholder 4">
            <a:extLst>
              <a:ext uri="{FF2B5EF4-FFF2-40B4-BE49-F238E27FC236}">
                <a16:creationId xmlns:a16="http://schemas.microsoft.com/office/drawing/2014/main" id="{E033FC00-8527-6831-602C-2C3E97E9355F}"/>
              </a:ext>
            </a:extLst>
          </p:cNvPr>
          <p:cNvSpPr>
            <a:spLocks noGrp="1"/>
          </p:cNvSpPr>
          <p:nvPr>
            <p:ph type="dt" sz="half" idx="10"/>
          </p:nvPr>
        </p:nvSpPr>
        <p:spPr>
          <a:xfrm>
            <a:off x="364549" y="6432085"/>
            <a:ext cx="2743200" cy="365125"/>
          </a:xfrm>
        </p:spPr>
        <p:txBody>
          <a:bodyPr/>
          <a:lstStyle/>
          <a:p>
            <a:r>
              <a:rPr lang="en-CA" dirty="0"/>
              <a:t>2026-03-26</a:t>
            </a:r>
          </a:p>
        </p:txBody>
      </p:sp>
    </p:spTree>
    <p:extLst>
      <p:ext uri="{BB962C8B-B14F-4D97-AF65-F5344CB8AC3E}">
        <p14:creationId xmlns:p14="http://schemas.microsoft.com/office/powerpoint/2010/main" val="36702009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9DDF6-CE8D-1E04-2EB3-C249134B2C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88F5E6-3A89-DD18-4173-6A5D46D35641}"/>
              </a:ext>
            </a:extLst>
          </p:cNvPr>
          <p:cNvSpPr>
            <a:spLocks noGrp="1"/>
          </p:cNvSpPr>
          <p:nvPr>
            <p:ph type="title"/>
          </p:nvPr>
        </p:nvSpPr>
        <p:spPr/>
        <p:txBody>
          <a:bodyPr/>
          <a:lstStyle/>
          <a:p>
            <a:endParaRPr lang="en-CA"/>
          </a:p>
        </p:txBody>
      </p:sp>
      <p:pic>
        <p:nvPicPr>
          <p:cNvPr id="4" name="Picture 3">
            <a:extLst>
              <a:ext uri="{FF2B5EF4-FFF2-40B4-BE49-F238E27FC236}">
                <a16:creationId xmlns:a16="http://schemas.microsoft.com/office/drawing/2014/main" id="{B16255D2-FED1-4005-B5E7-7A41540ED04C}"/>
              </a:ext>
            </a:extLst>
          </p:cNvPr>
          <p:cNvPicPr>
            <a:picLocks noChangeAspect="1"/>
          </p:cNvPicPr>
          <p:nvPr/>
        </p:nvPicPr>
        <p:blipFill>
          <a:blip r:embed="rId3"/>
          <a:stretch>
            <a:fillRect/>
          </a:stretch>
        </p:blipFill>
        <p:spPr>
          <a:xfrm>
            <a:off x="0" y="0"/>
            <a:ext cx="12192000" cy="6858000"/>
          </a:xfrm>
          <a:prstGeom prst="rect">
            <a:avLst/>
          </a:prstGeom>
        </p:spPr>
      </p:pic>
      <p:sp>
        <p:nvSpPr>
          <p:cNvPr id="7" name="TextBox 6">
            <a:extLst>
              <a:ext uri="{FF2B5EF4-FFF2-40B4-BE49-F238E27FC236}">
                <a16:creationId xmlns:a16="http://schemas.microsoft.com/office/drawing/2014/main" id="{35FDFDFC-391D-3734-E90A-E68879987115}"/>
              </a:ext>
            </a:extLst>
          </p:cNvPr>
          <p:cNvSpPr txBox="1"/>
          <p:nvPr/>
        </p:nvSpPr>
        <p:spPr>
          <a:xfrm>
            <a:off x="635000" y="762000"/>
            <a:ext cx="6121400" cy="1077218"/>
          </a:xfrm>
          <a:prstGeom prst="rect">
            <a:avLst/>
          </a:prstGeom>
          <a:noFill/>
        </p:spPr>
        <p:txBody>
          <a:bodyPr wrap="square" rtlCol="0">
            <a:spAutoFit/>
          </a:bodyPr>
          <a:lstStyle/>
          <a:p>
            <a:r>
              <a:rPr lang="en-CA" sz="3200" b="1" dirty="0">
                <a:solidFill>
                  <a:schemeClr val="accent5"/>
                </a:solidFill>
                <a:latin typeface="Georgia" panose="02040502050405020303" pitchFamily="18" charset="0"/>
              </a:rPr>
              <a:t>ORNL : </a:t>
            </a:r>
          </a:p>
          <a:p>
            <a:endParaRPr lang="en-US" sz="3200" b="1" dirty="0">
              <a:solidFill>
                <a:schemeClr val="accent5"/>
              </a:solidFill>
            </a:endParaRPr>
          </a:p>
        </p:txBody>
      </p:sp>
      <p:sp>
        <p:nvSpPr>
          <p:cNvPr id="8" name="TextBox 7">
            <a:extLst>
              <a:ext uri="{FF2B5EF4-FFF2-40B4-BE49-F238E27FC236}">
                <a16:creationId xmlns:a16="http://schemas.microsoft.com/office/drawing/2014/main" id="{AF05F991-97C1-A63B-111E-B179C5C09026}"/>
              </a:ext>
            </a:extLst>
          </p:cNvPr>
          <p:cNvSpPr txBox="1"/>
          <p:nvPr/>
        </p:nvSpPr>
        <p:spPr>
          <a:xfrm>
            <a:off x="344129" y="1825625"/>
            <a:ext cx="6774426" cy="3934603"/>
          </a:xfrm>
          <a:prstGeom prst="rect">
            <a:avLst/>
          </a:prstGeom>
          <a:noFill/>
        </p:spPr>
        <p:txBody>
          <a:bodyPr wrap="square" rtlCol="0">
            <a:spAutoFit/>
          </a:bodyPr>
          <a:lstStyle/>
          <a:p>
            <a:pPr marL="285750" indent="-285750">
              <a:buFont typeface="Wingdings" panose="05000000000000000000" pitchFamily="2" charset="2"/>
              <a:buChar char="§"/>
            </a:pPr>
            <a:r>
              <a:rPr lang="en-CA" sz="2400" b="1" dirty="0">
                <a:latin typeface="Georgia" panose="02040502050405020303" pitchFamily="18" charset="0"/>
              </a:rPr>
              <a:t>Feature Types: </a:t>
            </a:r>
          </a:p>
          <a:p>
            <a:pPr marL="800100" lvl="1" indent="-342900">
              <a:lnSpc>
                <a:spcPct val="150000"/>
              </a:lnSpc>
              <a:buFont typeface="Courier New" panose="02070309020205020404" pitchFamily="49" charset="0"/>
              <a:buChar char="o"/>
            </a:pPr>
            <a:r>
              <a:rPr lang="en-US" sz="2100" dirty="0">
                <a:latin typeface="Georgia" panose="02040502050405020303" pitchFamily="18" charset="0"/>
              </a:rPr>
              <a:t>Voltage</a:t>
            </a:r>
          </a:p>
          <a:p>
            <a:pPr marL="800100" lvl="1" indent="-342900">
              <a:lnSpc>
                <a:spcPct val="150000"/>
              </a:lnSpc>
              <a:buFont typeface="Courier New" panose="02070309020205020404" pitchFamily="49" charset="0"/>
              <a:buChar char="o"/>
            </a:pPr>
            <a:r>
              <a:rPr lang="en-US" sz="2100" dirty="0">
                <a:latin typeface="Georgia" panose="02040502050405020303" pitchFamily="18" charset="0"/>
              </a:rPr>
              <a:t>Current</a:t>
            </a:r>
          </a:p>
          <a:p>
            <a:pPr marL="800100" lvl="1" indent="-342900">
              <a:lnSpc>
                <a:spcPct val="150000"/>
              </a:lnSpc>
              <a:buFont typeface="Courier New" panose="02070309020205020404" pitchFamily="49" charset="0"/>
              <a:buChar char="o"/>
            </a:pPr>
            <a:r>
              <a:rPr lang="en-US" sz="2100" dirty="0">
                <a:latin typeface="Georgia" panose="02040502050405020303" pitchFamily="18" charset="0"/>
              </a:rPr>
              <a:t>Phase Angle</a:t>
            </a:r>
          </a:p>
          <a:p>
            <a:pPr marL="285750" indent="-285750">
              <a:buFont typeface="Wingdings" panose="05000000000000000000" pitchFamily="2" charset="2"/>
              <a:buChar char="§"/>
            </a:pPr>
            <a:r>
              <a:rPr lang="en-US" sz="2400" b="1" dirty="0">
                <a:latin typeface="Georgia" panose="02040502050405020303" pitchFamily="18" charset="0"/>
              </a:rPr>
              <a:t>Grid Region : </a:t>
            </a:r>
            <a:r>
              <a:rPr lang="en-US" sz="2400" dirty="0">
                <a:latin typeface="Georgia" panose="02040502050405020303" pitchFamily="18" charset="0"/>
              </a:rPr>
              <a:t>R1, R2, R3, R4</a:t>
            </a:r>
          </a:p>
          <a:p>
            <a:pPr marL="285750" indent="-285750">
              <a:buFont typeface="Wingdings" panose="05000000000000000000" pitchFamily="2" charset="2"/>
              <a:buChar char="§"/>
            </a:pPr>
            <a:endParaRPr lang="en-US" sz="2400" dirty="0">
              <a:latin typeface="Georgia" panose="02040502050405020303" pitchFamily="18" charset="0"/>
            </a:endParaRPr>
          </a:p>
          <a:p>
            <a:pPr marL="285750" indent="-285750">
              <a:buFont typeface="Wingdings" panose="05000000000000000000" pitchFamily="2" charset="2"/>
              <a:buChar char="§"/>
            </a:pPr>
            <a:r>
              <a:rPr lang="en-US" sz="2400" b="1" dirty="0">
                <a:latin typeface="Georgia" panose="02040502050405020303" pitchFamily="18" charset="0"/>
              </a:rPr>
              <a:t>Labels:  </a:t>
            </a:r>
            <a:endParaRPr lang="en-US" sz="2400" dirty="0">
              <a:latin typeface="Georgia" panose="02040502050405020303" pitchFamily="18" charset="0"/>
            </a:endParaRPr>
          </a:p>
          <a:p>
            <a:pPr marL="1428750" lvl="2" indent="-514350">
              <a:lnSpc>
                <a:spcPct val="150000"/>
              </a:lnSpc>
              <a:buFont typeface="+mj-lt"/>
              <a:buAutoNum type="romanUcPeriod"/>
            </a:pPr>
            <a:r>
              <a:rPr lang="en-US" sz="2100" dirty="0">
                <a:latin typeface="Georgia" panose="02040502050405020303" pitchFamily="18" charset="0"/>
              </a:rPr>
              <a:t>Normal(0)</a:t>
            </a:r>
          </a:p>
          <a:p>
            <a:pPr marL="1428750" lvl="2" indent="-514350">
              <a:lnSpc>
                <a:spcPct val="150000"/>
              </a:lnSpc>
              <a:buFont typeface="+mj-lt"/>
              <a:buAutoNum type="romanUcPeriod"/>
            </a:pPr>
            <a:r>
              <a:rPr lang="en-US" sz="2100" dirty="0">
                <a:latin typeface="Georgia" panose="02040502050405020303" pitchFamily="18" charset="0"/>
              </a:rPr>
              <a:t>Attack (1)</a:t>
            </a:r>
            <a:endParaRPr lang="en-CA" sz="2100" dirty="0">
              <a:latin typeface="Georgia" panose="02040502050405020303" pitchFamily="18" charset="0"/>
            </a:endParaRPr>
          </a:p>
        </p:txBody>
      </p:sp>
      <p:sp>
        <p:nvSpPr>
          <p:cNvPr id="6" name="Slide Number Placeholder 5">
            <a:extLst>
              <a:ext uri="{FF2B5EF4-FFF2-40B4-BE49-F238E27FC236}">
                <a16:creationId xmlns:a16="http://schemas.microsoft.com/office/drawing/2014/main" id="{E69AD8C7-30F0-6D32-8EC4-17C82EF07C1A}"/>
              </a:ext>
            </a:extLst>
          </p:cNvPr>
          <p:cNvSpPr txBox="1">
            <a:spLocks/>
          </p:cNvSpPr>
          <p:nvPr/>
        </p:nvSpPr>
        <p:spPr>
          <a:xfrm>
            <a:off x="3581400" y="64054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70B7C0-46F6-4DF2-8928-276E092CFE71}" type="slidenum">
              <a:rPr lang="en-CA" sz="1800" b="1" smtClean="0"/>
              <a:pPr/>
              <a:t>19</a:t>
            </a:fld>
            <a:endParaRPr lang="en-CA" sz="1800" b="1" dirty="0"/>
          </a:p>
        </p:txBody>
      </p:sp>
      <p:pic>
        <p:nvPicPr>
          <p:cNvPr id="13" name="Picture 12">
            <a:extLst>
              <a:ext uri="{FF2B5EF4-FFF2-40B4-BE49-F238E27FC236}">
                <a16:creationId xmlns:a16="http://schemas.microsoft.com/office/drawing/2014/main" id="{D6073D25-6D83-F951-322B-48A4898B981C}"/>
              </a:ext>
            </a:extLst>
          </p:cNvPr>
          <p:cNvPicPr>
            <a:picLocks noChangeAspect="1"/>
          </p:cNvPicPr>
          <p:nvPr/>
        </p:nvPicPr>
        <p:blipFill>
          <a:blip r:embed="rId4"/>
          <a:stretch>
            <a:fillRect/>
          </a:stretch>
        </p:blipFill>
        <p:spPr>
          <a:xfrm>
            <a:off x="6918146" y="1575018"/>
            <a:ext cx="5112108" cy="3647235"/>
          </a:xfrm>
          <a:prstGeom prst="rect">
            <a:avLst/>
          </a:prstGeom>
        </p:spPr>
      </p:pic>
      <p:sp>
        <p:nvSpPr>
          <p:cNvPr id="9" name="Date Placeholder 4">
            <a:extLst>
              <a:ext uri="{FF2B5EF4-FFF2-40B4-BE49-F238E27FC236}">
                <a16:creationId xmlns:a16="http://schemas.microsoft.com/office/drawing/2014/main" id="{EA08E2A6-8597-F97D-86E2-379236734AA2}"/>
              </a:ext>
            </a:extLst>
          </p:cNvPr>
          <p:cNvSpPr>
            <a:spLocks noGrp="1"/>
          </p:cNvSpPr>
          <p:nvPr>
            <p:ph type="dt" sz="half" idx="10"/>
          </p:nvPr>
        </p:nvSpPr>
        <p:spPr>
          <a:xfrm>
            <a:off x="364549" y="6432085"/>
            <a:ext cx="2743200" cy="365125"/>
          </a:xfrm>
        </p:spPr>
        <p:txBody>
          <a:bodyPr/>
          <a:lstStyle/>
          <a:p>
            <a:r>
              <a:rPr lang="en-CA" dirty="0"/>
              <a:t>2026-03-26</a:t>
            </a:r>
          </a:p>
        </p:txBody>
      </p:sp>
    </p:spTree>
    <p:extLst>
      <p:ext uri="{BB962C8B-B14F-4D97-AF65-F5344CB8AC3E}">
        <p14:creationId xmlns:p14="http://schemas.microsoft.com/office/powerpoint/2010/main" val="32188275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50F47-C768-2D15-EAD0-AADB28D701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BA7707-F8E0-86A0-940D-B9F064CD67A2}"/>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F0B62047-807C-7221-CDC8-C772706B7FA7}"/>
              </a:ext>
            </a:extLst>
          </p:cNvPr>
          <p:cNvSpPr>
            <a:spLocks noGrp="1"/>
          </p:cNvSpPr>
          <p:nvPr>
            <p:ph idx="1"/>
          </p:nvPr>
        </p:nvSpPr>
        <p:spPr/>
        <p:txBody>
          <a:bodyPr/>
          <a:lstStyle/>
          <a:p>
            <a:endParaRPr lang="en-CA" dirty="0"/>
          </a:p>
        </p:txBody>
      </p:sp>
      <p:pic>
        <p:nvPicPr>
          <p:cNvPr id="4" name="Picture 3">
            <a:extLst>
              <a:ext uri="{FF2B5EF4-FFF2-40B4-BE49-F238E27FC236}">
                <a16:creationId xmlns:a16="http://schemas.microsoft.com/office/drawing/2014/main" id="{C5E9C799-FA0B-A7E6-D286-1AA73CE7DD74}"/>
              </a:ext>
            </a:extLst>
          </p:cNvPr>
          <p:cNvPicPr>
            <a:picLocks noChangeAspect="1"/>
          </p:cNvPicPr>
          <p:nvPr/>
        </p:nvPicPr>
        <p:blipFill>
          <a:blip r:embed="rId3"/>
          <a:stretch>
            <a:fillRect/>
          </a:stretch>
        </p:blipFill>
        <p:spPr>
          <a:xfrm>
            <a:off x="0" y="0"/>
            <a:ext cx="12192000" cy="6858000"/>
          </a:xfrm>
          <a:prstGeom prst="rect">
            <a:avLst/>
          </a:prstGeom>
        </p:spPr>
      </p:pic>
      <p:sp>
        <p:nvSpPr>
          <p:cNvPr id="9" name="TextBox 8">
            <a:extLst>
              <a:ext uri="{FF2B5EF4-FFF2-40B4-BE49-F238E27FC236}">
                <a16:creationId xmlns:a16="http://schemas.microsoft.com/office/drawing/2014/main" id="{CD772264-A0F6-0832-0DB4-0CABF2B75C8F}"/>
              </a:ext>
            </a:extLst>
          </p:cNvPr>
          <p:cNvSpPr txBox="1"/>
          <p:nvPr/>
        </p:nvSpPr>
        <p:spPr>
          <a:xfrm>
            <a:off x="1002890" y="2367171"/>
            <a:ext cx="10009239" cy="769441"/>
          </a:xfrm>
          <a:prstGeom prst="rect">
            <a:avLst/>
          </a:prstGeom>
          <a:noFill/>
        </p:spPr>
        <p:txBody>
          <a:bodyPr wrap="square" rtlCol="0">
            <a:spAutoFit/>
          </a:bodyPr>
          <a:lstStyle/>
          <a:p>
            <a:pPr algn="ctr"/>
            <a:r>
              <a:rPr lang="en-US" sz="4400" b="1" dirty="0">
                <a:solidFill>
                  <a:schemeClr val="accent5"/>
                </a:solidFill>
                <a:latin typeface="Georgia" panose="02040502050405020303" pitchFamily="18" charset="0"/>
              </a:rPr>
              <a:t>Experiments</a:t>
            </a:r>
          </a:p>
        </p:txBody>
      </p:sp>
      <p:sp>
        <p:nvSpPr>
          <p:cNvPr id="5" name="Date Placeholder 4">
            <a:extLst>
              <a:ext uri="{FF2B5EF4-FFF2-40B4-BE49-F238E27FC236}">
                <a16:creationId xmlns:a16="http://schemas.microsoft.com/office/drawing/2014/main" id="{3DF70A0C-7DA2-AA78-98FD-3BF1DA9E3D05}"/>
              </a:ext>
            </a:extLst>
          </p:cNvPr>
          <p:cNvSpPr>
            <a:spLocks noGrp="1"/>
          </p:cNvSpPr>
          <p:nvPr>
            <p:ph type="dt" sz="half" idx="10"/>
          </p:nvPr>
        </p:nvSpPr>
        <p:spPr>
          <a:xfrm>
            <a:off x="419100" y="6452829"/>
            <a:ext cx="2743200" cy="365125"/>
          </a:xfrm>
        </p:spPr>
        <p:txBody>
          <a:bodyPr/>
          <a:lstStyle/>
          <a:p>
            <a:fld id="{D3831AF8-77C7-473C-A1B2-C1424B415F47}" type="datetime1">
              <a:rPr lang="en-CA" smtClean="0"/>
              <a:t>2026-03-26</a:t>
            </a:fld>
            <a:endParaRPr lang="en-CA" dirty="0"/>
          </a:p>
        </p:txBody>
      </p:sp>
      <p:sp>
        <p:nvSpPr>
          <p:cNvPr id="7" name="Slide Number Placeholder 5">
            <a:extLst>
              <a:ext uri="{FF2B5EF4-FFF2-40B4-BE49-F238E27FC236}">
                <a16:creationId xmlns:a16="http://schemas.microsoft.com/office/drawing/2014/main" id="{9B71EA4B-2BC5-63CB-472E-03AD3632DAC5}"/>
              </a:ext>
            </a:extLst>
          </p:cNvPr>
          <p:cNvSpPr txBox="1">
            <a:spLocks/>
          </p:cNvSpPr>
          <p:nvPr/>
        </p:nvSpPr>
        <p:spPr>
          <a:xfrm>
            <a:off x="3581400" y="64054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70B7C0-46F6-4DF2-8928-276E092CFE71}" type="slidenum">
              <a:rPr lang="en-CA" sz="1800" b="1" smtClean="0"/>
              <a:pPr/>
              <a:t>20</a:t>
            </a:fld>
            <a:endParaRPr lang="en-CA" sz="1800" b="1" dirty="0"/>
          </a:p>
        </p:txBody>
      </p:sp>
    </p:spTree>
    <p:extLst>
      <p:ext uri="{BB962C8B-B14F-4D97-AF65-F5344CB8AC3E}">
        <p14:creationId xmlns:p14="http://schemas.microsoft.com/office/powerpoint/2010/main" val="20319266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48F83-6CCB-1099-E8D1-D7E111656D4E}"/>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9AC5254E-CDC9-29AA-B6E4-20681B4B0666}"/>
              </a:ext>
            </a:extLst>
          </p:cNvPr>
          <p:cNvSpPr>
            <a:spLocks noGrp="1"/>
          </p:cNvSpPr>
          <p:nvPr>
            <p:ph type="ctrTitle"/>
          </p:nvPr>
        </p:nvSpPr>
        <p:spPr/>
        <p:txBody>
          <a:bodyPr/>
          <a:lstStyle/>
          <a:p>
            <a:endParaRPr lang="en-CA"/>
          </a:p>
        </p:txBody>
      </p:sp>
      <p:sp>
        <p:nvSpPr>
          <p:cNvPr id="13" name="Subtitle 12">
            <a:extLst>
              <a:ext uri="{FF2B5EF4-FFF2-40B4-BE49-F238E27FC236}">
                <a16:creationId xmlns:a16="http://schemas.microsoft.com/office/drawing/2014/main" id="{0D6688A4-A3E7-98EA-70D5-BFB898A44F7B}"/>
              </a:ext>
            </a:extLst>
          </p:cNvPr>
          <p:cNvSpPr>
            <a:spLocks noGrp="1"/>
          </p:cNvSpPr>
          <p:nvPr>
            <p:ph type="subTitle" idx="1"/>
          </p:nvPr>
        </p:nvSpPr>
        <p:spPr/>
        <p:txBody>
          <a:bodyPr/>
          <a:lstStyle/>
          <a:p>
            <a:endParaRPr lang="en-CA"/>
          </a:p>
        </p:txBody>
      </p:sp>
      <p:sp>
        <p:nvSpPr>
          <p:cNvPr id="5" name="Date Placeholder 4">
            <a:extLst>
              <a:ext uri="{FF2B5EF4-FFF2-40B4-BE49-F238E27FC236}">
                <a16:creationId xmlns:a16="http://schemas.microsoft.com/office/drawing/2014/main" id="{8DD47F0C-2D2B-7B10-0703-07F057EF0F2D}"/>
              </a:ext>
            </a:extLst>
          </p:cNvPr>
          <p:cNvSpPr>
            <a:spLocks noGrp="1"/>
          </p:cNvSpPr>
          <p:nvPr>
            <p:ph type="dt" sz="half" idx="10"/>
          </p:nvPr>
        </p:nvSpPr>
        <p:spPr/>
        <p:txBody>
          <a:bodyPr/>
          <a:lstStyle/>
          <a:p>
            <a:fld id="{D3831AF8-77C7-473C-A1B2-C1424B415F47}" type="datetime1">
              <a:rPr lang="en-CA" smtClean="0"/>
              <a:t>2026-03-26</a:t>
            </a:fld>
            <a:endParaRPr lang="en-CA"/>
          </a:p>
        </p:txBody>
      </p:sp>
      <p:sp>
        <p:nvSpPr>
          <p:cNvPr id="6" name="Slide Number Placeholder 5">
            <a:extLst>
              <a:ext uri="{FF2B5EF4-FFF2-40B4-BE49-F238E27FC236}">
                <a16:creationId xmlns:a16="http://schemas.microsoft.com/office/drawing/2014/main" id="{26490ED4-939D-191C-8593-2E946AFA033A}"/>
              </a:ext>
            </a:extLst>
          </p:cNvPr>
          <p:cNvSpPr>
            <a:spLocks noGrp="1"/>
          </p:cNvSpPr>
          <p:nvPr>
            <p:ph type="sldNum" sz="quarter" idx="12"/>
          </p:nvPr>
        </p:nvSpPr>
        <p:spPr/>
        <p:txBody>
          <a:bodyPr/>
          <a:lstStyle/>
          <a:p>
            <a:fld id="{E370B7C0-46F6-4DF2-8928-276E092CFE71}" type="slidenum">
              <a:rPr lang="en-CA" smtClean="0"/>
              <a:t>21</a:t>
            </a:fld>
            <a:endParaRPr lang="en-CA"/>
          </a:p>
        </p:txBody>
      </p:sp>
      <p:pic>
        <p:nvPicPr>
          <p:cNvPr id="4" name="Picture 3">
            <a:extLst>
              <a:ext uri="{FF2B5EF4-FFF2-40B4-BE49-F238E27FC236}">
                <a16:creationId xmlns:a16="http://schemas.microsoft.com/office/drawing/2014/main" id="{46A29677-2425-29F8-A242-B3F16B808FC9}"/>
              </a:ext>
            </a:extLst>
          </p:cNvPr>
          <p:cNvPicPr>
            <a:picLocks noChangeAspect="1"/>
          </p:cNvPicPr>
          <p:nvPr/>
        </p:nvPicPr>
        <p:blipFill>
          <a:blip r:embed="rId3"/>
          <a:stretch>
            <a:fillRect/>
          </a:stretch>
        </p:blipFill>
        <p:spPr>
          <a:xfrm>
            <a:off x="0" y="0"/>
            <a:ext cx="12192000" cy="6858000"/>
          </a:xfrm>
          <a:prstGeom prst="rect">
            <a:avLst/>
          </a:prstGeom>
        </p:spPr>
      </p:pic>
      <p:sp>
        <p:nvSpPr>
          <p:cNvPr id="7" name="Slide Number Placeholder 5">
            <a:extLst>
              <a:ext uri="{FF2B5EF4-FFF2-40B4-BE49-F238E27FC236}">
                <a16:creationId xmlns:a16="http://schemas.microsoft.com/office/drawing/2014/main" id="{431EA31A-F153-FDAE-9A8B-75AF0A80456A}"/>
              </a:ext>
            </a:extLst>
          </p:cNvPr>
          <p:cNvSpPr txBox="1">
            <a:spLocks/>
          </p:cNvSpPr>
          <p:nvPr/>
        </p:nvSpPr>
        <p:spPr>
          <a:xfrm>
            <a:off x="3581400" y="64054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70B7C0-46F6-4DF2-8928-276E092CFE71}" type="slidenum">
              <a:rPr lang="en-CA" sz="1800" b="1" smtClean="0"/>
              <a:pPr/>
              <a:t>21</a:t>
            </a:fld>
            <a:endParaRPr lang="en-CA" sz="1800" b="1" dirty="0"/>
          </a:p>
        </p:txBody>
      </p:sp>
      <p:sp>
        <p:nvSpPr>
          <p:cNvPr id="18" name="TextBox 17">
            <a:extLst>
              <a:ext uri="{FF2B5EF4-FFF2-40B4-BE49-F238E27FC236}">
                <a16:creationId xmlns:a16="http://schemas.microsoft.com/office/drawing/2014/main" id="{3D87B5A1-3D49-EEC6-3BA9-4D5D58D965C8}"/>
              </a:ext>
            </a:extLst>
          </p:cNvPr>
          <p:cNvSpPr txBox="1"/>
          <p:nvPr/>
        </p:nvSpPr>
        <p:spPr>
          <a:xfrm>
            <a:off x="595313" y="670369"/>
            <a:ext cx="6115050" cy="584775"/>
          </a:xfrm>
          <a:prstGeom prst="rect">
            <a:avLst/>
          </a:prstGeom>
          <a:noFill/>
        </p:spPr>
        <p:txBody>
          <a:bodyPr wrap="square" rtlCol="0">
            <a:spAutoFit/>
          </a:bodyPr>
          <a:lstStyle/>
          <a:p>
            <a:r>
              <a:rPr lang="en-US" sz="3200" b="1" dirty="0">
                <a:solidFill>
                  <a:schemeClr val="accent5"/>
                </a:solidFill>
                <a:latin typeface="Georgia" panose="02040502050405020303" pitchFamily="18" charset="0"/>
              </a:rPr>
              <a:t>Experiments</a:t>
            </a:r>
          </a:p>
        </p:txBody>
      </p:sp>
      <p:graphicFrame>
        <p:nvGraphicFramePr>
          <p:cNvPr id="21" name="Content Placeholder 2">
            <a:extLst>
              <a:ext uri="{FF2B5EF4-FFF2-40B4-BE49-F238E27FC236}">
                <a16:creationId xmlns:a16="http://schemas.microsoft.com/office/drawing/2014/main" id="{B8757801-35F0-735F-04B7-4C6DAD4FAB85}"/>
              </a:ext>
            </a:extLst>
          </p:cNvPr>
          <p:cNvGraphicFramePr>
            <a:graphicFrameLocks noGrp="1"/>
          </p:cNvGraphicFramePr>
          <p:nvPr>
            <p:extLst>
              <p:ext uri="{D42A27DB-BD31-4B8C-83A1-F6EECF244321}">
                <p14:modId xmlns:p14="http://schemas.microsoft.com/office/powerpoint/2010/main" val="80250374"/>
              </p:ext>
            </p:extLst>
          </p:nvPr>
        </p:nvGraphicFramePr>
        <p:xfrm>
          <a:off x="447441" y="1424709"/>
          <a:ext cx="11297118" cy="459047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Date Placeholder 4">
            <a:extLst>
              <a:ext uri="{FF2B5EF4-FFF2-40B4-BE49-F238E27FC236}">
                <a16:creationId xmlns:a16="http://schemas.microsoft.com/office/drawing/2014/main" id="{9E23C140-6DEB-8BBD-4848-7EA390E107E7}"/>
              </a:ext>
            </a:extLst>
          </p:cNvPr>
          <p:cNvSpPr txBox="1">
            <a:spLocks/>
          </p:cNvSpPr>
          <p:nvPr/>
        </p:nvSpPr>
        <p:spPr>
          <a:xfrm>
            <a:off x="364549" y="6432085"/>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a:t>2026-03-26</a:t>
            </a:r>
            <a:endParaRPr lang="en-CA" dirty="0"/>
          </a:p>
        </p:txBody>
      </p:sp>
    </p:spTree>
    <p:extLst>
      <p:ext uri="{BB962C8B-B14F-4D97-AF65-F5344CB8AC3E}">
        <p14:creationId xmlns:p14="http://schemas.microsoft.com/office/powerpoint/2010/main" val="9163932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53C19-2F40-C712-CB12-0AD2A8B4FA19}"/>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CDC27819-972C-6E84-EE0A-2BD90BA743F6}"/>
              </a:ext>
            </a:extLst>
          </p:cNvPr>
          <p:cNvSpPr>
            <a:spLocks noGrp="1"/>
          </p:cNvSpPr>
          <p:nvPr>
            <p:ph type="ctrTitle"/>
          </p:nvPr>
        </p:nvSpPr>
        <p:spPr/>
        <p:txBody>
          <a:bodyPr/>
          <a:lstStyle/>
          <a:p>
            <a:endParaRPr lang="en-CA"/>
          </a:p>
        </p:txBody>
      </p:sp>
      <p:sp>
        <p:nvSpPr>
          <p:cNvPr id="13" name="Subtitle 12">
            <a:extLst>
              <a:ext uri="{FF2B5EF4-FFF2-40B4-BE49-F238E27FC236}">
                <a16:creationId xmlns:a16="http://schemas.microsoft.com/office/drawing/2014/main" id="{D362F917-CE55-816B-95F5-BE315BA14990}"/>
              </a:ext>
            </a:extLst>
          </p:cNvPr>
          <p:cNvSpPr>
            <a:spLocks noGrp="1"/>
          </p:cNvSpPr>
          <p:nvPr>
            <p:ph type="subTitle" idx="1"/>
          </p:nvPr>
        </p:nvSpPr>
        <p:spPr/>
        <p:txBody>
          <a:bodyPr/>
          <a:lstStyle/>
          <a:p>
            <a:endParaRPr lang="en-CA"/>
          </a:p>
        </p:txBody>
      </p:sp>
      <p:sp>
        <p:nvSpPr>
          <p:cNvPr id="5" name="Date Placeholder 4">
            <a:extLst>
              <a:ext uri="{FF2B5EF4-FFF2-40B4-BE49-F238E27FC236}">
                <a16:creationId xmlns:a16="http://schemas.microsoft.com/office/drawing/2014/main" id="{7872C671-E845-78CF-B178-1FE986E0BD08}"/>
              </a:ext>
            </a:extLst>
          </p:cNvPr>
          <p:cNvSpPr>
            <a:spLocks noGrp="1"/>
          </p:cNvSpPr>
          <p:nvPr>
            <p:ph type="dt" sz="half" idx="10"/>
          </p:nvPr>
        </p:nvSpPr>
        <p:spPr/>
        <p:txBody>
          <a:bodyPr/>
          <a:lstStyle/>
          <a:p>
            <a:fld id="{D3831AF8-77C7-473C-A1B2-C1424B415F47}" type="datetime1">
              <a:rPr lang="en-CA" smtClean="0"/>
              <a:t>2026-03-26</a:t>
            </a:fld>
            <a:endParaRPr lang="en-CA"/>
          </a:p>
        </p:txBody>
      </p:sp>
      <p:sp>
        <p:nvSpPr>
          <p:cNvPr id="6" name="Slide Number Placeholder 5">
            <a:extLst>
              <a:ext uri="{FF2B5EF4-FFF2-40B4-BE49-F238E27FC236}">
                <a16:creationId xmlns:a16="http://schemas.microsoft.com/office/drawing/2014/main" id="{80A29583-F773-126D-8EF7-AE06728E59AB}"/>
              </a:ext>
            </a:extLst>
          </p:cNvPr>
          <p:cNvSpPr>
            <a:spLocks noGrp="1"/>
          </p:cNvSpPr>
          <p:nvPr>
            <p:ph type="sldNum" sz="quarter" idx="12"/>
          </p:nvPr>
        </p:nvSpPr>
        <p:spPr/>
        <p:txBody>
          <a:bodyPr/>
          <a:lstStyle/>
          <a:p>
            <a:fld id="{E370B7C0-46F6-4DF2-8928-276E092CFE71}" type="slidenum">
              <a:rPr lang="en-CA" smtClean="0"/>
              <a:t>22</a:t>
            </a:fld>
            <a:endParaRPr lang="en-CA"/>
          </a:p>
        </p:txBody>
      </p:sp>
      <p:pic>
        <p:nvPicPr>
          <p:cNvPr id="4" name="Picture 3">
            <a:extLst>
              <a:ext uri="{FF2B5EF4-FFF2-40B4-BE49-F238E27FC236}">
                <a16:creationId xmlns:a16="http://schemas.microsoft.com/office/drawing/2014/main" id="{EAACACCE-2654-C329-5D90-3A7553F0BDEA}"/>
              </a:ext>
            </a:extLst>
          </p:cNvPr>
          <p:cNvPicPr>
            <a:picLocks noChangeAspect="1"/>
          </p:cNvPicPr>
          <p:nvPr/>
        </p:nvPicPr>
        <p:blipFill>
          <a:blip r:embed="rId3"/>
          <a:stretch>
            <a:fillRect/>
          </a:stretch>
        </p:blipFill>
        <p:spPr>
          <a:xfrm>
            <a:off x="0" y="0"/>
            <a:ext cx="12192000" cy="6858000"/>
          </a:xfrm>
          <a:prstGeom prst="rect">
            <a:avLst/>
          </a:prstGeom>
        </p:spPr>
      </p:pic>
      <p:sp>
        <p:nvSpPr>
          <p:cNvPr id="7" name="Slide Number Placeholder 5">
            <a:extLst>
              <a:ext uri="{FF2B5EF4-FFF2-40B4-BE49-F238E27FC236}">
                <a16:creationId xmlns:a16="http://schemas.microsoft.com/office/drawing/2014/main" id="{2F9A4145-908B-C62F-C8AE-DD9BE883EB7B}"/>
              </a:ext>
            </a:extLst>
          </p:cNvPr>
          <p:cNvSpPr txBox="1">
            <a:spLocks/>
          </p:cNvSpPr>
          <p:nvPr/>
        </p:nvSpPr>
        <p:spPr>
          <a:xfrm>
            <a:off x="3581400" y="64054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70B7C0-46F6-4DF2-8928-276E092CFE71}" type="slidenum">
              <a:rPr lang="en-CA" sz="1800" b="1" smtClean="0"/>
              <a:pPr/>
              <a:t>22</a:t>
            </a:fld>
            <a:endParaRPr lang="en-CA" sz="1800" b="1" dirty="0"/>
          </a:p>
        </p:txBody>
      </p:sp>
      <p:sp>
        <p:nvSpPr>
          <p:cNvPr id="18" name="TextBox 17">
            <a:extLst>
              <a:ext uri="{FF2B5EF4-FFF2-40B4-BE49-F238E27FC236}">
                <a16:creationId xmlns:a16="http://schemas.microsoft.com/office/drawing/2014/main" id="{851E5E2A-F572-D983-334C-3621B6BDB6CD}"/>
              </a:ext>
            </a:extLst>
          </p:cNvPr>
          <p:cNvSpPr txBox="1"/>
          <p:nvPr/>
        </p:nvSpPr>
        <p:spPr>
          <a:xfrm>
            <a:off x="595312" y="670369"/>
            <a:ext cx="6792623" cy="584775"/>
          </a:xfrm>
          <a:prstGeom prst="rect">
            <a:avLst/>
          </a:prstGeom>
          <a:noFill/>
        </p:spPr>
        <p:txBody>
          <a:bodyPr wrap="square" rtlCol="0">
            <a:spAutoFit/>
          </a:bodyPr>
          <a:lstStyle/>
          <a:p>
            <a:r>
              <a:rPr lang="en-US" sz="3200" b="1" dirty="0">
                <a:solidFill>
                  <a:schemeClr val="accent5"/>
                </a:solidFill>
                <a:latin typeface="Georgia" panose="02040502050405020303" pitchFamily="18" charset="0"/>
              </a:rPr>
              <a:t>Experiment 1: Baseline Model</a:t>
            </a:r>
          </a:p>
        </p:txBody>
      </p:sp>
      <p:sp>
        <p:nvSpPr>
          <p:cNvPr id="2" name="TextBox 1">
            <a:extLst>
              <a:ext uri="{FF2B5EF4-FFF2-40B4-BE49-F238E27FC236}">
                <a16:creationId xmlns:a16="http://schemas.microsoft.com/office/drawing/2014/main" id="{84AF4B4F-E6D1-5F2A-FB06-AB9DC893CFE7}"/>
              </a:ext>
            </a:extLst>
          </p:cNvPr>
          <p:cNvSpPr txBox="1"/>
          <p:nvPr/>
        </p:nvSpPr>
        <p:spPr>
          <a:xfrm>
            <a:off x="595312" y="1797627"/>
            <a:ext cx="10217727" cy="2947538"/>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sz="2400" dirty="0"/>
              <a:t>Train Random Forest model using all available features (116)</a:t>
            </a:r>
          </a:p>
          <a:p>
            <a:pPr marL="285750" indent="-285750">
              <a:lnSpc>
                <a:spcPct val="200000"/>
              </a:lnSpc>
              <a:buFont typeface="Arial" panose="020B0604020202020204" pitchFamily="34" charset="0"/>
              <a:buChar char="•"/>
            </a:pPr>
            <a:r>
              <a:rPr lang="en-US" sz="2400" dirty="0"/>
              <a:t>No feature selection or optimization applied</a:t>
            </a:r>
          </a:p>
          <a:p>
            <a:pPr marL="285750" indent="-285750">
              <a:lnSpc>
                <a:spcPct val="200000"/>
              </a:lnSpc>
              <a:buFont typeface="Arial" panose="020B0604020202020204" pitchFamily="34" charset="0"/>
              <a:buChar char="•"/>
            </a:pPr>
            <a:r>
              <a:rPr lang="en-CA" sz="2400" dirty="0"/>
              <a:t>Establish baseline performance for comparison</a:t>
            </a:r>
          </a:p>
          <a:p>
            <a:pPr marL="285750" indent="-285750">
              <a:lnSpc>
                <a:spcPct val="200000"/>
              </a:lnSpc>
              <a:buFont typeface="Arial" panose="020B0604020202020204" pitchFamily="34" charset="0"/>
              <a:buChar char="•"/>
            </a:pPr>
            <a:r>
              <a:rPr lang="en-US" sz="2400" dirty="0"/>
              <a:t>Acts as reference for all further experiments</a:t>
            </a:r>
            <a:endParaRPr lang="en-CA" sz="2400" dirty="0"/>
          </a:p>
        </p:txBody>
      </p:sp>
      <p:sp>
        <p:nvSpPr>
          <p:cNvPr id="3" name="Date Placeholder 4">
            <a:extLst>
              <a:ext uri="{FF2B5EF4-FFF2-40B4-BE49-F238E27FC236}">
                <a16:creationId xmlns:a16="http://schemas.microsoft.com/office/drawing/2014/main" id="{5A946201-26C6-FBC1-EE04-6866A7F3AF1C}"/>
              </a:ext>
            </a:extLst>
          </p:cNvPr>
          <p:cNvSpPr txBox="1">
            <a:spLocks/>
          </p:cNvSpPr>
          <p:nvPr/>
        </p:nvSpPr>
        <p:spPr>
          <a:xfrm>
            <a:off x="364549" y="6432085"/>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a:t>2026-03-26</a:t>
            </a:r>
            <a:endParaRPr lang="en-CA" dirty="0"/>
          </a:p>
        </p:txBody>
      </p:sp>
    </p:spTree>
    <p:extLst>
      <p:ext uri="{BB962C8B-B14F-4D97-AF65-F5344CB8AC3E}">
        <p14:creationId xmlns:p14="http://schemas.microsoft.com/office/powerpoint/2010/main" val="35663461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457F8-9C60-5DEF-4788-8FC8A14BCDFF}"/>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D88DAC29-0077-F097-06F9-D5E3C83970CF}"/>
              </a:ext>
            </a:extLst>
          </p:cNvPr>
          <p:cNvSpPr>
            <a:spLocks noGrp="1"/>
          </p:cNvSpPr>
          <p:nvPr>
            <p:ph type="ctrTitle"/>
          </p:nvPr>
        </p:nvSpPr>
        <p:spPr/>
        <p:txBody>
          <a:bodyPr/>
          <a:lstStyle/>
          <a:p>
            <a:endParaRPr lang="en-CA"/>
          </a:p>
        </p:txBody>
      </p:sp>
      <p:sp>
        <p:nvSpPr>
          <p:cNvPr id="13" name="Subtitle 12">
            <a:extLst>
              <a:ext uri="{FF2B5EF4-FFF2-40B4-BE49-F238E27FC236}">
                <a16:creationId xmlns:a16="http://schemas.microsoft.com/office/drawing/2014/main" id="{2BE53EFD-3972-61CF-D0B1-07D2FAA01AA0}"/>
              </a:ext>
            </a:extLst>
          </p:cNvPr>
          <p:cNvSpPr>
            <a:spLocks noGrp="1"/>
          </p:cNvSpPr>
          <p:nvPr>
            <p:ph type="subTitle" idx="1"/>
          </p:nvPr>
        </p:nvSpPr>
        <p:spPr/>
        <p:txBody>
          <a:bodyPr/>
          <a:lstStyle/>
          <a:p>
            <a:endParaRPr lang="en-CA"/>
          </a:p>
        </p:txBody>
      </p:sp>
      <p:sp>
        <p:nvSpPr>
          <p:cNvPr id="5" name="Date Placeholder 4">
            <a:extLst>
              <a:ext uri="{FF2B5EF4-FFF2-40B4-BE49-F238E27FC236}">
                <a16:creationId xmlns:a16="http://schemas.microsoft.com/office/drawing/2014/main" id="{746568B9-91EA-FBE2-C0AF-18B2C797AA62}"/>
              </a:ext>
            </a:extLst>
          </p:cNvPr>
          <p:cNvSpPr>
            <a:spLocks noGrp="1"/>
          </p:cNvSpPr>
          <p:nvPr>
            <p:ph type="dt" sz="half" idx="10"/>
          </p:nvPr>
        </p:nvSpPr>
        <p:spPr/>
        <p:txBody>
          <a:bodyPr/>
          <a:lstStyle/>
          <a:p>
            <a:fld id="{D3831AF8-77C7-473C-A1B2-C1424B415F47}" type="datetime1">
              <a:rPr lang="en-CA" smtClean="0"/>
              <a:t>2026-03-26</a:t>
            </a:fld>
            <a:endParaRPr lang="en-CA"/>
          </a:p>
        </p:txBody>
      </p:sp>
      <p:sp>
        <p:nvSpPr>
          <p:cNvPr id="6" name="Slide Number Placeholder 5">
            <a:extLst>
              <a:ext uri="{FF2B5EF4-FFF2-40B4-BE49-F238E27FC236}">
                <a16:creationId xmlns:a16="http://schemas.microsoft.com/office/drawing/2014/main" id="{6C155EB9-800A-6513-849D-81C325CD8AB5}"/>
              </a:ext>
            </a:extLst>
          </p:cNvPr>
          <p:cNvSpPr>
            <a:spLocks noGrp="1"/>
          </p:cNvSpPr>
          <p:nvPr>
            <p:ph type="sldNum" sz="quarter" idx="12"/>
          </p:nvPr>
        </p:nvSpPr>
        <p:spPr/>
        <p:txBody>
          <a:bodyPr/>
          <a:lstStyle/>
          <a:p>
            <a:fld id="{E370B7C0-46F6-4DF2-8928-276E092CFE71}" type="slidenum">
              <a:rPr lang="en-CA" smtClean="0"/>
              <a:t>23</a:t>
            </a:fld>
            <a:endParaRPr lang="en-CA"/>
          </a:p>
        </p:txBody>
      </p:sp>
      <p:pic>
        <p:nvPicPr>
          <p:cNvPr id="4" name="Picture 3">
            <a:extLst>
              <a:ext uri="{FF2B5EF4-FFF2-40B4-BE49-F238E27FC236}">
                <a16:creationId xmlns:a16="http://schemas.microsoft.com/office/drawing/2014/main" id="{889352A0-631B-B08E-A881-27329E496F3E}"/>
              </a:ext>
            </a:extLst>
          </p:cNvPr>
          <p:cNvPicPr>
            <a:picLocks noChangeAspect="1"/>
          </p:cNvPicPr>
          <p:nvPr/>
        </p:nvPicPr>
        <p:blipFill>
          <a:blip r:embed="rId3"/>
          <a:stretch>
            <a:fillRect/>
          </a:stretch>
        </p:blipFill>
        <p:spPr>
          <a:xfrm>
            <a:off x="0" y="0"/>
            <a:ext cx="12192000" cy="6858000"/>
          </a:xfrm>
          <a:prstGeom prst="rect">
            <a:avLst/>
          </a:prstGeom>
        </p:spPr>
      </p:pic>
      <p:sp>
        <p:nvSpPr>
          <p:cNvPr id="7" name="Slide Number Placeholder 5">
            <a:extLst>
              <a:ext uri="{FF2B5EF4-FFF2-40B4-BE49-F238E27FC236}">
                <a16:creationId xmlns:a16="http://schemas.microsoft.com/office/drawing/2014/main" id="{BE1B771B-F5AC-B716-7981-C68F4CD7F3CE}"/>
              </a:ext>
            </a:extLst>
          </p:cNvPr>
          <p:cNvSpPr txBox="1">
            <a:spLocks/>
          </p:cNvSpPr>
          <p:nvPr/>
        </p:nvSpPr>
        <p:spPr>
          <a:xfrm>
            <a:off x="3581400" y="64054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70B7C0-46F6-4DF2-8928-276E092CFE71}" type="slidenum">
              <a:rPr lang="en-CA" sz="1800" b="1" smtClean="0"/>
              <a:pPr/>
              <a:t>23</a:t>
            </a:fld>
            <a:endParaRPr lang="en-CA" sz="1800" b="1" dirty="0"/>
          </a:p>
        </p:txBody>
      </p:sp>
      <p:sp>
        <p:nvSpPr>
          <p:cNvPr id="18" name="TextBox 17">
            <a:extLst>
              <a:ext uri="{FF2B5EF4-FFF2-40B4-BE49-F238E27FC236}">
                <a16:creationId xmlns:a16="http://schemas.microsoft.com/office/drawing/2014/main" id="{03DDA054-9D51-37AA-CFB7-92485FDA0079}"/>
              </a:ext>
            </a:extLst>
          </p:cNvPr>
          <p:cNvSpPr txBox="1"/>
          <p:nvPr/>
        </p:nvSpPr>
        <p:spPr>
          <a:xfrm>
            <a:off x="595312" y="670369"/>
            <a:ext cx="6792623" cy="584775"/>
          </a:xfrm>
          <a:prstGeom prst="rect">
            <a:avLst/>
          </a:prstGeom>
          <a:noFill/>
        </p:spPr>
        <p:txBody>
          <a:bodyPr wrap="square" rtlCol="0">
            <a:spAutoFit/>
          </a:bodyPr>
          <a:lstStyle/>
          <a:p>
            <a:r>
              <a:rPr lang="en-US" sz="3200" b="1" dirty="0">
                <a:solidFill>
                  <a:schemeClr val="accent5"/>
                </a:solidFill>
                <a:latin typeface="Georgia" panose="02040502050405020303" pitchFamily="18" charset="0"/>
              </a:rPr>
              <a:t>Experiment 1: Baseline Model</a:t>
            </a:r>
          </a:p>
        </p:txBody>
      </p:sp>
      <p:sp>
        <p:nvSpPr>
          <p:cNvPr id="2" name="TextBox 1">
            <a:extLst>
              <a:ext uri="{FF2B5EF4-FFF2-40B4-BE49-F238E27FC236}">
                <a16:creationId xmlns:a16="http://schemas.microsoft.com/office/drawing/2014/main" id="{52CB0C46-1FEB-4159-A441-8C1FD5F83928}"/>
              </a:ext>
            </a:extLst>
          </p:cNvPr>
          <p:cNvSpPr txBox="1"/>
          <p:nvPr/>
        </p:nvSpPr>
        <p:spPr>
          <a:xfrm>
            <a:off x="595312" y="1797627"/>
            <a:ext cx="9276051" cy="374128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CA" sz="2000" dirty="0"/>
              <a:t>Accuracy: 98.59%</a:t>
            </a:r>
          </a:p>
          <a:p>
            <a:pPr marL="285750" indent="-285750">
              <a:lnSpc>
                <a:spcPct val="150000"/>
              </a:lnSpc>
              <a:buFont typeface="Arial" panose="020B0604020202020204" pitchFamily="34" charset="0"/>
              <a:buChar char="•"/>
            </a:pPr>
            <a:r>
              <a:rPr lang="en-CA" sz="2000" dirty="0"/>
              <a:t>F1-Score: 98.94%</a:t>
            </a:r>
          </a:p>
          <a:p>
            <a:pPr marL="285750" indent="-285750">
              <a:lnSpc>
                <a:spcPct val="150000"/>
              </a:lnSpc>
              <a:buFont typeface="Arial" panose="020B0604020202020204" pitchFamily="34" charset="0"/>
              <a:buChar char="•"/>
            </a:pPr>
            <a:r>
              <a:rPr lang="en-CA" sz="2000" dirty="0"/>
              <a:t>ROC-AUC: 0.9983</a:t>
            </a:r>
          </a:p>
          <a:p>
            <a:pPr marL="285750" indent="-285750">
              <a:lnSpc>
                <a:spcPct val="150000"/>
              </a:lnSpc>
              <a:buFont typeface="Arial" panose="020B0604020202020204" pitchFamily="34" charset="0"/>
              <a:buChar char="•"/>
            </a:pPr>
            <a:r>
              <a:rPr lang="en-CA" sz="2000" dirty="0"/>
              <a:t>Precision: 0.9836</a:t>
            </a:r>
          </a:p>
          <a:p>
            <a:pPr marL="285750" indent="-285750">
              <a:lnSpc>
                <a:spcPct val="150000"/>
              </a:lnSpc>
              <a:buFont typeface="Arial" panose="020B0604020202020204" pitchFamily="34" charset="0"/>
              <a:buChar char="•"/>
            </a:pPr>
            <a:r>
              <a:rPr lang="en-CA" sz="2000" dirty="0"/>
              <a:t>Recall: 0.9954</a:t>
            </a:r>
          </a:p>
          <a:p>
            <a:pPr marL="285750" indent="-285750">
              <a:lnSpc>
                <a:spcPct val="150000"/>
              </a:lnSpc>
              <a:buFont typeface="Wingdings" panose="05000000000000000000" pitchFamily="2" charset="2"/>
              <a:buChar char="q"/>
            </a:pPr>
            <a:r>
              <a:rPr lang="en-US" sz="2000" b="1" dirty="0"/>
              <a:t>Disadvantage</a:t>
            </a:r>
          </a:p>
          <a:p>
            <a:pPr marL="742950" lvl="1" indent="-285750">
              <a:lnSpc>
                <a:spcPct val="150000"/>
              </a:lnSpc>
              <a:buFont typeface="Courier New" panose="02070309020205020404" pitchFamily="49" charset="0"/>
              <a:buChar char="o"/>
            </a:pPr>
            <a:r>
              <a:rPr lang="en-US" sz="2000" dirty="0"/>
              <a:t>High performance but uses all features</a:t>
            </a:r>
          </a:p>
          <a:p>
            <a:pPr marL="742950" lvl="1" indent="-285750">
              <a:lnSpc>
                <a:spcPct val="150000"/>
              </a:lnSpc>
              <a:buFont typeface="Courier New" panose="02070309020205020404" pitchFamily="49" charset="0"/>
              <a:buChar char="o"/>
            </a:pPr>
            <a:r>
              <a:rPr lang="en-US" sz="2000" dirty="0"/>
              <a:t>May include redundant and unnecessary features</a:t>
            </a:r>
            <a:endParaRPr lang="en-US" sz="2000" b="1" dirty="0"/>
          </a:p>
        </p:txBody>
      </p:sp>
      <p:pic>
        <p:nvPicPr>
          <p:cNvPr id="11" name="Picture 10">
            <a:extLst>
              <a:ext uri="{FF2B5EF4-FFF2-40B4-BE49-F238E27FC236}">
                <a16:creationId xmlns:a16="http://schemas.microsoft.com/office/drawing/2014/main" id="{CFFD49B0-425A-5ED5-BF8B-E1592EDBBD7D}"/>
              </a:ext>
            </a:extLst>
          </p:cNvPr>
          <p:cNvPicPr>
            <a:picLocks noChangeAspect="1"/>
          </p:cNvPicPr>
          <p:nvPr/>
        </p:nvPicPr>
        <p:blipFill>
          <a:blip r:embed="rId4"/>
          <a:stretch>
            <a:fillRect/>
          </a:stretch>
        </p:blipFill>
        <p:spPr>
          <a:xfrm>
            <a:off x="6894272" y="1456282"/>
            <a:ext cx="4889452" cy="4199438"/>
          </a:xfrm>
          <a:prstGeom prst="rect">
            <a:avLst/>
          </a:prstGeom>
        </p:spPr>
      </p:pic>
      <p:sp>
        <p:nvSpPr>
          <p:cNvPr id="3" name="Date Placeholder 4">
            <a:extLst>
              <a:ext uri="{FF2B5EF4-FFF2-40B4-BE49-F238E27FC236}">
                <a16:creationId xmlns:a16="http://schemas.microsoft.com/office/drawing/2014/main" id="{EBA1F0AA-74DE-B885-D9C5-3CF2932DF9E9}"/>
              </a:ext>
            </a:extLst>
          </p:cNvPr>
          <p:cNvSpPr txBox="1">
            <a:spLocks/>
          </p:cNvSpPr>
          <p:nvPr/>
        </p:nvSpPr>
        <p:spPr>
          <a:xfrm>
            <a:off x="364549" y="6432085"/>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a:t>2026-03-26</a:t>
            </a:r>
            <a:endParaRPr lang="en-CA" dirty="0"/>
          </a:p>
        </p:txBody>
      </p:sp>
    </p:spTree>
    <p:extLst>
      <p:ext uri="{BB962C8B-B14F-4D97-AF65-F5344CB8AC3E}">
        <p14:creationId xmlns:p14="http://schemas.microsoft.com/office/powerpoint/2010/main" val="29274763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07C74-F5A2-45C3-6C88-4BFB8582EE2E}"/>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33F6A357-FF93-C992-92EF-8A5A02D402D9}"/>
              </a:ext>
            </a:extLst>
          </p:cNvPr>
          <p:cNvSpPr>
            <a:spLocks noGrp="1"/>
          </p:cNvSpPr>
          <p:nvPr>
            <p:ph type="ctrTitle"/>
          </p:nvPr>
        </p:nvSpPr>
        <p:spPr/>
        <p:txBody>
          <a:bodyPr/>
          <a:lstStyle/>
          <a:p>
            <a:endParaRPr lang="en-CA"/>
          </a:p>
        </p:txBody>
      </p:sp>
      <p:sp>
        <p:nvSpPr>
          <p:cNvPr id="13" name="Subtitle 12">
            <a:extLst>
              <a:ext uri="{FF2B5EF4-FFF2-40B4-BE49-F238E27FC236}">
                <a16:creationId xmlns:a16="http://schemas.microsoft.com/office/drawing/2014/main" id="{78D6DFA0-99C6-4319-4E12-4E8D3E1F34DF}"/>
              </a:ext>
            </a:extLst>
          </p:cNvPr>
          <p:cNvSpPr>
            <a:spLocks noGrp="1"/>
          </p:cNvSpPr>
          <p:nvPr>
            <p:ph type="subTitle" idx="1"/>
          </p:nvPr>
        </p:nvSpPr>
        <p:spPr/>
        <p:txBody>
          <a:bodyPr/>
          <a:lstStyle/>
          <a:p>
            <a:endParaRPr lang="en-CA"/>
          </a:p>
        </p:txBody>
      </p:sp>
      <p:sp>
        <p:nvSpPr>
          <p:cNvPr id="5" name="Date Placeholder 4">
            <a:extLst>
              <a:ext uri="{FF2B5EF4-FFF2-40B4-BE49-F238E27FC236}">
                <a16:creationId xmlns:a16="http://schemas.microsoft.com/office/drawing/2014/main" id="{B9C9A24E-63B0-8881-EB9D-3C4268FC47DD}"/>
              </a:ext>
            </a:extLst>
          </p:cNvPr>
          <p:cNvSpPr>
            <a:spLocks noGrp="1"/>
          </p:cNvSpPr>
          <p:nvPr>
            <p:ph type="dt" sz="half" idx="10"/>
          </p:nvPr>
        </p:nvSpPr>
        <p:spPr/>
        <p:txBody>
          <a:bodyPr/>
          <a:lstStyle/>
          <a:p>
            <a:fld id="{D3831AF8-77C7-473C-A1B2-C1424B415F47}" type="datetime1">
              <a:rPr lang="en-CA" smtClean="0"/>
              <a:t>2026-03-26</a:t>
            </a:fld>
            <a:endParaRPr lang="en-CA"/>
          </a:p>
        </p:txBody>
      </p:sp>
      <p:sp>
        <p:nvSpPr>
          <p:cNvPr id="6" name="Slide Number Placeholder 5">
            <a:extLst>
              <a:ext uri="{FF2B5EF4-FFF2-40B4-BE49-F238E27FC236}">
                <a16:creationId xmlns:a16="http://schemas.microsoft.com/office/drawing/2014/main" id="{F7E8938A-6DD9-1178-A6F0-79B6CD4B76A1}"/>
              </a:ext>
            </a:extLst>
          </p:cNvPr>
          <p:cNvSpPr>
            <a:spLocks noGrp="1"/>
          </p:cNvSpPr>
          <p:nvPr>
            <p:ph type="sldNum" sz="quarter" idx="12"/>
          </p:nvPr>
        </p:nvSpPr>
        <p:spPr/>
        <p:txBody>
          <a:bodyPr/>
          <a:lstStyle/>
          <a:p>
            <a:fld id="{E370B7C0-46F6-4DF2-8928-276E092CFE71}" type="slidenum">
              <a:rPr lang="en-CA" smtClean="0"/>
              <a:t>24</a:t>
            </a:fld>
            <a:endParaRPr lang="en-CA"/>
          </a:p>
        </p:txBody>
      </p:sp>
      <p:pic>
        <p:nvPicPr>
          <p:cNvPr id="4" name="Picture 3">
            <a:extLst>
              <a:ext uri="{FF2B5EF4-FFF2-40B4-BE49-F238E27FC236}">
                <a16:creationId xmlns:a16="http://schemas.microsoft.com/office/drawing/2014/main" id="{D5584B9E-0A7D-C6D3-F4BC-821F20753FD6}"/>
              </a:ext>
            </a:extLst>
          </p:cNvPr>
          <p:cNvPicPr>
            <a:picLocks noChangeAspect="1"/>
          </p:cNvPicPr>
          <p:nvPr/>
        </p:nvPicPr>
        <p:blipFill>
          <a:blip r:embed="rId3"/>
          <a:stretch>
            <a:fillRect/>
          </a:stretch>
        </p:blipFill>
        <p:spPr>
          <a:xfrm>
            <a:off x="0" y="0"/>
            <a:ext cx="12192000" cy="6858000"/>
          </a:xfrm>
          <a:prstGeom prst="rect">
            <a:avLst/>
          </a:prstGeom>
        </p:spPr>
      </p:pic>
      <p:sp>
        <p:nvSpPr>
          <p:cNvPr id="7" name="Slide Number Placeholder 5">
            <a:extLst>
              <a:ext uri="{FF2B5EF4-FFF2-40B4-BE49-F238E27FC236}">
                <a16:creationId xmlns:a16="http://schemas.microsoft.com/office/drawing/2014/main" id="{F47E51C2-2D7F-B48B-0730-09274BC22ECA}"/>
              </a:ext>
            </a:extLst>
          </p:cNvPr>
          <p:cNvSpPr txBox="1">
            <a:spLocks/>
          </p:cNvSpPr>
          <p:nvPr/>
        </p:nvSpPr>
        <p:spPr>
          <a:xfrm>
            <a:off x="3581400" y="64054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70B7C0-46F6-4DF2-8928-276E092CFE71}" type="slidenum">
              <a:rPr lang="en-CA" sz="1800" b="1" smtClean="0"/>
              <a:pPr/>
              <a:t>24</a:t>
            </a:fld>
            <a:endParaRPr lang="en-CA" sz="1800" b="1" dirty="0"/>
          </a:p>
        </p:txBody>
      </p:sp>
      <p:sp>
        <p:nvSpPr>
          <p:cNvPr id="18" name="TextBox 17">
            <a:extLst>
              <a:ext uri="{FF2B5EF4-FFF2-40B4-BE49-F238E27FC236}">
                <a16:creationId xmlns:a16="http://schemas.microsoft.com/office/drawing/2014/main" id="{0E73A4BB-C1FF-9078-CF70-91353C24DEF8}"/>
              </a:ext>
            </a:extLst>
          </p:cNvPr>
          <p:cNvSpPr txBox="1"/>
          <p:nvPr/>
        </p:nvSpPr>
        <p:spPr>
          <a:xfrm>
            <a:off x="595312" y="670369"/>
            <a:ext cx="9650124" cy="584775"/>
          </a:xfrm>
          <a:prstGeom prst="rect">
            <a:avLst/>
          </a:prstGeom>
          <a:noFill/>
        </p:spPr>
        <p:txBody>
          <a:bodyPr wrap="square" rtlCol="0">
            <a:spAutoFit/>
          </a:bodyPr>
          <a:lstStyle/>
          <a:p>
            <a:r>
              <a:rPr lang="en-US" sz="3200" b="1" dirty="0">
                <a:solidFill>
                  <a:schemeClr val="accent5"/>
                </a:solidFill>
                <a:latin typeface="Georgia" panose="02040502050405020303" pitchFamily="18" charset="0"/>
              </a:rPr>
              <a:t>Experiment 2 — SHAP Feature Reduction</a:t>
            </a:r>
          </a:p>
        </p:txBody>
      </p:sp>
      <p:sp>
        <p:nvSpPr>
          <p:cNvPr id="2" name="TextBox 1">
            <a:extLst>
              <a:ext uri="{FF2B5EF4-FFF2-40B4-BE49-F238E27FC236}">
                <a16:creationId xmlns:a16="http://schemas.microsoft.com/office/drawing/2014/main" id="{3887A9DE-E30F-A2D7-EB97-9554E9617E29}"/>
              </a:ext>
            </a:extLst>
          </p:cNvPr>
          <p:cNvSpPr txBox="1"/>
          <p:nvPr/>
        </p:nvSpPr>
        <p:spPr>
          <a:xfrm>
            <a:off x="595312" y="1797627"/>
            <a:ext cx="9276051" cy="3741281"/>
          </a:xfrm>
          <a:prstGeom prst="rect">
            <a:avLst/>
          </a:prstGeom>
          <a:noFill/>
        </p:spPr>
        <p:txBody>
          <a:bodyPr wrap="square" rtlCol="0">
            <a:spAutoFit/>
          </a:bodyPr>
          <a:lstStyle/>
          <a:p>
            <a:pPr marL="342900" indent="-342900">
              <a:lnSpc>
                <a:spcPct val="150000"/>
              </a:lnSpc>
              <a:buFont typeface="Wingdings" panose="05000000000000000000" pitchFamily="2" charset="2"/>
              <a:buChar char="v"/>
            </a:pPr>
            <a:r>
              <a:rPr lang="en-US" sz="2000" b="1" dirty="0"/>
              <a:t>Why SHAP (</a:t>
            </a:r>
            <a:r>
              <a:rPr lang="en-CA" b="1" dirty="0" err="1"/>
              <a:t>SHapley</a:t>
            </a:r>
            <a:r>
              <a:rPr lang="en-CA" b="1" dirty="0"/>
              <a:t> Additive </a:t>
            </a:r>
            <a:r>
              <a:rPr lang="en-CA" b="1" dirty="0" err="1"/>
              <a:t>exPlanations</a:t>
            </a:r>
            <a:r>
              <a:rPr lang="en-US" sz="2000" b="1" dirty="0"/>
              <a:t>) ?</a:t>
            </a:r>
          </a:p>
          <a:p>
            <a:pPr marL="342900" indent="-342900">
              <a:lnSpc>
                <a:spcPct val="150000"/>
              </a:lnSpc>
              <a:buFont typeface="Arial" panose="020B0604020202020204" pitchFamily="34" charset="0"/>
              <a:buChar char="•"/>
            </a:pPr>
            <a:r>
              <a:rPr lang="en-US" sz="2000" dirty="0"/>
              <a:t>Baseline model uses all 116 features.</a:t>
            </a:r>
          </a:p>
          <a:p>
            <a:pPr marL="342900" indent="-342900">
              <a:lnSpc>
                <a:spcPct val="150000"/>
              </a:lnSpc>
              <a:buFont typeface="Arial" panose="020B0604020202020204" pitchFamily="34" charset="0"/>
              <a:buChar char="•"/>
            </a:pPr>
            <a:r>
              <a:rPr lang="en-US" sz="2000" dirty="0"/>
              <a:t>Many features may be redundant or irrelevant</a:t>
            </a:r>
          </a:p>
          <a:p>
            <a:pPr marL="342900" indent="-342900">
              <a:lnSpc>
                <a:spcPct val="150000"/>
              </a:lnSpc>
              <a:buFont typeface="Arial" panose="020B0604020202020204" pitchFamily="34" charset="0"/>
              <a:buChar char="•"/>
            </a:pPr>
            <a:r>
              <a:rPr lang="en-US" sz="2000" dirty="0"/>
              <a:t>Need to identify most important features</a:t>
            </a:r>
          </a:p>
          <a:p>
            <a:pPr marL="342900" indent="-342900">
              <a:lnSpc>
                <a:spcPct val="150000"/>
              </a:lnSpc>
              <a:buFont typeface="Arial" panose="020B0604020202020204" pitchFamily="34" charset="0"/>
              <a:buChar char="•"/>
            </a:pPr>
            <a:r>
              <a:rPr lang="en-CA" sz="2000" dirty="0"/>
              <a:t>SHAP (</a:t>
            </a:r>
            <a:r>
              <a:rPr lang="en-CA" sz="2000" dirty="0" err="1"/>
              <a:t>SHapley</a:t>
            </a:r>
            <a:r>
              <a:rPr lang="en-CA" sz="2000" dirty="0"/>
              <a:t> Additive </a:t>
            </a:r>
            <a:r>
              <a:rPr lang="en-CA" sz="2000" dirty="0" err="1"/>
              <a:t>exPlanations</a:t>
            </a:r>
            <a:r>
              <a:rPr lang="en-CA" sz="2000" dirty="0"/>
              <a:t>):</a:t>
            </a:r>
          </a:p>
          <a:p>
            <a:pPr marL="800100" lvl="1" indent="-342900">
              <a:lnSpc>
                <a:spcPct val="150000"/>
              </a:lnSpc>
              <a:buFont typeface="Courier New" panose="02070309020205020404" pitchFamily="49" charset="0"/>
              <a:buChar char="o"/>
            </a:pPr>
            <a:r>
              <a:rPr lang="en-CA" sz="2000" dirty="0"/>
              <a:t>Explains model decisions</a:t>
            </a:r>
          </a:p>
          <a:p>
            <a:pPr marL="800100" lvl="1" indent="-342900">
              <a:lnSpc>
                <a:spcPct val="150000"/>
              </a:lnSpc>
              <a:buFont typeface="Courier New" panose="02070309020205020404" pitchFamily="49" charset="0"/>
              <a:buChar char="o"/>
            </a:pPr>
            <a:r>
              <a:rPr lang="en-US" sz="2000" dirty="0"/>
              <a:t>Assigns importance to each feature</a:t>
            </a:r>
          </a:p>
          <a:p>
            <a:pPr marL="285750" indent="-285750">
              <a:lnSpc>
                <a:spcPct val="150000"/>
              </a:lnSpc>
              <a:buFont typeface="Arial" panose="020B0604020202020204" pitchFamily="34" charset="0"/>
              <a:buChar char="•"/>
            </a:pPr>
            <a:endParaRPr lang="en-US" sz="2000" b="1" dirty="0"/>
          </a:p>
        </p:txBody>
      </p:sp>
      <p:pic>
        <p:nvPicPr>
          <p:cNvPr id="2052" name="Picture 4" descr="A Complete Guide to SHAP Values. SHAP (SHapley Additive exPlanations)… | by  Vikram Dev | Medium">
            <a:extLst>
              <a:ext uri="{FF2B5EF4-FFF2-40B4-BE49-F238E27FC236}">
                <a16:creationId xmlns:a16="http://schemas.microsoft.com/office/drawing/2014/main" id="{7B649AFB-F499-D6C9-86EB-8EC871EFAF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4600" y="2049832"/>
            <a:ext cx="5760027" cy="3477926"/>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4">
            <a:extLst>
              <a:ext uri="{FF2B5EF4-FFF2-40B4-BE49-F238E27FC236}">
                <a16:creationId xmlns:a16="http://schemas.microsoft.com/office/drawing/2014/main" id="{F195FDD5-54D9-883A-5180-AA30DF2C6084}"/>
              </a:ext>
            </a:extLst>
          </p:cNvPr>
          <p:cNvSpPr txBox="1">
            <a:spLocks/>
          </p:cNvSpPr>
          <p:nvPr/>
        </p:nvSpPr>
        <p:spPr>
          <a:xfrm>
            <a:off x="364549" y="6432085"/>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a:t>2026-03-26</a:t>
            </a:r>
            <a:endParaRPr lang="en-CA" dirty="0"/>
          </a:p>
        </p:txBody>
      </p:sp>
    </p:spTree>
    <p:extLst>
      <p:ext uri="{BB962C8B-B14F-4D97-AF65-F5344CB8AC3E}">
        <p14:creationId xmlns:p14="http://schemas.microsoft.com/office/powerpoint/2010/main" val="20972112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C049E-49B5-0702-F561-F78F41993EBC}"/>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EA8F0D49-B2C1-BDF9-F312-F121F8154CF3}"/>
              </a:ext>
            </a:extLst>
          </p:cNvPr>
          <p:cNvSpPr>
            <a:spLocks noGrp="1"/>
          </p:cNvSpPr>
          <p:nvPr>
            <p:ph type="ctrTitle"/>
          </p:nvPr>
        </p:nvSpPr>
        <p:spPr/>
        <p:txBody>
          <a:bodyPr/>
          <a:lstStyle/>
          <a:p>
            <a:endParaRPr lang="en-CA"/>
          </a:p>
        </p:txBody>
      </p:sp>
      <p:sp>
        <p:nvSpPr>
          <p:cNvPr id="13" name="Subtitle 12">
            <a:extLst>
              <a:ext uri="{FF2B5EF4-FFF2-40B4-BE49-F238E27FC236}">
                <a16:creationId xmlns:a16="http://schemas.microsoft.com/office/drawing/2014/main" id="{33FA200B-1B9D-4E9C-4A24-048C94A730C6}"/>
              </a:ext>
            </a:extLst>
          </p:cNvPr>
          <p:cNvSpPr>
            <a:spLocks noGrp="1"/>
          </p:cNvSpPr>
          <p:nvPr>
            <p:ph type="subTitle" idx="1"/>
          </p:nvPr>
        </p:nvSpPr>
        <p:spPr/>
        <p:txBody>
          <a:bodyPr/>
          <a:lstStyle/>
          <a:p>
            <a:endParaRPr lang="en-CA"/>
          </a:p>
        </p:txBody>
      </p:sp>
      <p:sp>
        <p:nvSpPr>
          <p:cNvPr id="5" name="Date Placeholder 4">
            <a:extLst>
              <a:ext uri="{FF2B5EF4-FFF2-40B4-BE49-F238E27FC236}">
                <a16:creationId xmlns:a16="http://schemas.microsoft.com/office/drawing/2014/main" id="{A459F664-3A5E-4F2A-7FDD-D17A7C8BEBD9}"/>
              </a:ext>
            </a:extLst>
          </p:cNvPr>
          <p:cNvSpPr>
            <a:spLocks noGrp="1"/>
          </p:cNvSpPr>
          <p:nvPr>
            <p:ph type="dt" sz="half" idx="10"/>
          </p:nvPr>
        </p:nvSpPr>
        <p:spPr/>
        <p:txBody>
          <a:bodyPr/>
          <a:lstStyle/>
          <a:p>
            <a:fld id="{D3831AF8-77C7-473C-A1B2-C1424B415F47}" type="datetime1">
              <a:rPr lang="en-CA" smtClean="0"/>
              <a:t>2026-03-26</a:t>
            </a:fld>
            <a:endParaRPr lang="en-CA"/>
          </a:p>
        </p:txBody>
      </p:sp>
      <p:sp>
        <p:nvSpPr>
          <p:cNvPr id="6" name="Slide Number Placeholder 5">
            <a:extLst>
              <a:ext uri="{FF2B5EF4-FFF2-40B4-BE49-F238E27FC236}">
                <a16:creationId xmlns:a16="http://schemas.microsoft.com/office/drawing/2014/main" id="{729855EC-A415-E119-DD0F-8D1DC7C30690}"/>
              </a:ext>
            </a:extLst>
          </p:cNvPr>
          <p:cNvSpPr>
            <a:spLocks noGrp="1"/>
          </p:cNvSpPr>
          <p:nvPr>
            <p:ph type="sldNum" sz="quarter" idx="12"/>
          </p:nvPr>
        </p:nvSpPr>
        <p:spPr/>
        <p:txBody>
          <a:bodyPr/>
          <a:lstStyle/>
          <a:p>
            <a:fld id="{E370B7C0-46F6-4DF2-8928-276E092CFE71}" type="slidenum">
              <a:rPr lang="en-CA" smtClean="0"/>
              <a:t>25</a:t>
            </a:fld>
            <a:endParaRPr lang="en-CA"/>
          </a:p>
        </p:txBody>
      </p:sp>
      <p:pic>
        <p:nvPicPr>
          <p:cNvPr id="4" name="Picture 3">
            <a:extLst>
              <a:ext uri="{FF2B5EF4-FFF2-40B4-BE49-F238E27FC236}">
                <a16:creationId xmlns:a16="http://schemas.microsoft.com/office/drawing/2014/main" id="{B0A81E7A-6CE8-178D-10F2-72CA6D6C24DA}"/>
              </a:ext>
            </a:extLst>
          </p:cNvPr>
          <p:cNvPicPr>
            <a:picLocks noChangeAspect="1"/>
          </p:cNvPicPr>
          <p:nvPr/>
        </p:nvPicPr>
        <p:blipFill>
          <a:blip r:embed="rId3"/>
          <a:stretch>
            <a:fillRect/>
          </a:stretch>
        </p:blipFill>
        <p:spPr>
          <a:xfrm>
            <a:off x="0" y="0"/>
            <a:ext cx="12192000" cy="6858000"/>
          </a:xfrm>
          <a:prstGeom prst="rect">
            <a:avLst/>
          </a:prstGeom>
        </p:spPr>
      </p:pic>
      <p:sp>
        <p:nvSpPr>
          <p:cNvPr id="7" name="Slide Number Placeholder 5">
            <a:extLst>
              <a:ext uri="{FF2B5EF4-FFF2-40B4-BE49-F238E27FC236}">
                <a16:creationId xmlns:a16="http://schemas.microsoft.com/office/drawing/2014/main" id="{E2D01703-55B5-80B8-9BD9-6BBAFC7C252B}"/>
              </a:ext>
            </a:extLst>
          </p:cNvPr>
          <p:cNvSpPr txBox="1">
            <a:spLocks/>
          </p:cNvSpPr>
          <p:nvPr/>
        </p:nvSpPr>
        <p:spPr>
          <a:xfrm>
            <a:off x="3581400" y="64054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70B7C0-46F6-4DF2-8928-276E092CFE71}" type="slidenum">
              <a:rPr lang="en-CA" sz="1800" b="1" smtClean="0"/>
              <a:pPr/>
              <a:t>25</a:t>
            </a:fld>
            <a:endParaRPr lang="en-CA" sz="1800" b="1" dirty="0"/>
          </a:p>
        </p:txBody>
      </p:sp>
      <p:sp>
        <p:nvSpPr>
          <p:cNvPr id="18" name="TextBox 17">
            <a:extLst>
              <a:ext uri="{FF2B5EF4-FFF2-40B4-BE49-F238E27FC236}">
                <a16:creationId xmlns:a16="http://schemas.microsoft.com/office/drawing/2014/main" id="{B9BA3FED-283E-0D04-3F27-C12DC9A8CBB3}"/>
              </a:ext>
            </a:extLst>
          </p:cNvPr>
          <p:cNvSpPr txBox="1"/>
          <p:nvPr/>
        </p:nvSpPr>
        <p:spPr>
          <a:xfrm>
            <a:off x="595312" y="670369"/>
            <a:ext cx="9650124" cy="584775"/>
          </a:xfrm>
          <a:prstGeom prst="rect">
            <a:avLst/>
          </a:prstGeom>
          <a:noFill/>
        </p:spPr>
        <p:txBody>
          <a:bodyPr wrap="square" rtlCol="0">
            <a:spAutoFit/>
          </a:bodyPr>
          <a:lstStyle/>
          <a:p>
            <a:r>
              <a:rPr lang="en-US" sz="3200" b="1" dirty="0">
                <a:solidFill>
                  <a:schemeClr val="accent5"/>
                </a:solidFill>
                <a:latin typeface="Georgia" panose="02040502050405020303" pitchFamily="18" charset="0"/>
              </a:rPr>
              <a:t>Experiment 2 — SHAP Feature Reduction</a:t>
            </a:r>
          </a:p>
        </p:txBody>
      </p:sp>
      <p:sp>
        <p:nvSpPr>
          <p:cNvPr id="2" name="TextBox 1">
            <a:extLst>
              <a:ext uri="{FF2B5EF4-FFF2-40B4-BE49-F238E27FC236}">
                <a16:creationId xmlns:a16="http://schemas.microsoft.com/office/drawing/2014/main" id="{547E9419-62DE-3ADA-5B1F-175313EF8DAA}"/>
              </a:ext>
            </a:extLst>
          </p:cNvPr>
          <p:cNvSpPr txBox="1"/>
          <p:nvPr/>
        </p:nvSpPr>
        <p:spPr>
          <a:xfrm>
            <a:off x="595312" y="1434335"/>
            <a:ext cx="6460115" cy="4152355"/>
          </a:xfrm>
          <a:prstGeom prst="rect">
            <a:avLst/>
          </a:prstGeom>
          <a:noFill/>
        </p:spPr>
        <p:txBody>
          <a:bodyPr wrap="square" rtlCol="0">
            <a:spAutoFit/>
          </a:bodyPr>
          <a:lstStyle/>
          <a:p>
            <a:pPr marL="342900" indent="-342900">
              <a:lnSpc>
                <a:spcPct val="150000"/>
              </a:lnSpc>
              <a:buFont typeface="Wingdings" panose="05000000000000000000" pitchFamily="2" charset="2"/>
              <a:buChar char="v"/>
            </a:pPr>
            <a:r>
              <a:rPr lang="en-US" sz="2400" b="1" dirty="0"/>
              <a:t>How I used SHAP ?</a:t>
            </a:r>
          </a:p>
          <a:p>
            <a:pPr marL="342900" indent="-342900">
              <a:lnSpc>
                <a:spcPct val="150000"/>
              </a:lnSpc>
              <a:buFont typeface="Arial" panose="020B0604020202020204" pitchFamily="34" charset="0"/>
              <a:buChar char="•"/>
            </a:pPr>
            <a:r>
              <a:rPr lang="en-US" sz="2200" dirty="0"/>
              <a:t>Compute SHAP values using trained Random Forest</a:t>
            </a:r>
          </a:p>
          <a:p>
            <a:pPr marL="342900" indent="-342900">
              <a:lnSpc>
                <a:spcPct val="150000"/>
              </a:lnSpc>
              <a:buFont typeface="Arial" panose="020B0604020202020204" pitchFamily="34" charset="0"/>
              <a:buChar char="•"/>
            </a:pPr>
            <a:r>
              <a:rPr lang="en-US" sz="2200" dirty="0"/>
              <a:t>Rank features based on importance</a:t>
            </a:r>
          </a:p>
          <a:p>
            <a:pPr marL="342900" indent="-342900">
              <a:lnSpc>
                <a:spcPct val="150000"/>
              </a:lnSpc>
              <a:buFont typeface="Arial" panose="020B0604020202020204" pitchFamily="34" charset="0"/>
              <a:buChar char="•"/>
            </a:pPr>
            <a:r>
              <a:rPr lang="en-US" sz="2200" dirty="0"/>
              <a:t>Select top features:</a:t>
            </a:r>
          </a:p>
          <a:p>
            <a:pPr marL="1257300" lvl="2" indent="-342900">
              <a:lnSpc>
                <a:spcPct val="150000"/>
              </a:lnSpc>
              <a:buFont typeface="Courier New" panose="02070309020205020404" pitchFamily="49" charset="0"/>
              <a:buChar char="o"/>
            </a:pPr>
            <a:r>
              <a:rPr lang="en-US" sz="2200" dirty="0"/>
              <a:t>10, 20, 30, 40, 60</a:t>
            </a:r>
          </a:p>
          <a:p>
            <a:pPr marL="285750" indent="-285750">
              <a:lnSpc>
                <a:spcPct val="150000"/>
              </a:lnSpc>
              <a:buFont typeface="Arial" panose="020B0604020202020204" pitchFamily="34" charset="0"/>
              <a:buChar char="•"/>
            </a:pPr>
            <a:r>
              <a:rPr lang="en-US" sz="2200" dirty="0"/>
              <a:t>Train model using reduced feature sets</a:t>
            </a:r>
          </a:p>
          <a:p>
            <a:pPr marL="285750" indent="-285750">
              <a:lnSpc>
                <a:spcPct val="150000"/>
              </a:lnSpc>
              <a:buFont typeface="Arial" panose="020B0604020202020204" pitchFamily="34" charset="0"/>
              <a:buChar char="•"/>
            </a:pPr>
            <a:r>
              <a:rPr lang="en-CA" sz="2200" dirty="0"/>
              <a:t>Compare performance with baseline</a:t>
            </a:r>
            <a:endParaRPr lang="en-US" sz="2200" b="1" dirty="0"/>
          </a:p>
        </p:txBody>
      </p:sp>
      <p:graphicFrame>
        <p:nvGraphicFramePr>
          <p:cNvPr id="3" name="Table 2">
            <a:extLst>
              <a:ext uri="{FF2B5EF4-FFF2-40B4-BE49-F238E27FC236}">
                <a16:creationId xmlns:a16="http://schemas.microsoft.com/office/drawing/2014/main" id="{7BE5ACD5-1EA3-EED5-5F04-21856120E486}"/>
              </a:ext>
            </a:extLst>
          </p:cNvPr>
          <p:cNvGraphicFramePr>
            <a:graphicFrameLocks noGrp="1"/>
          </p:cNvGraphicFramePr>
          <p:nvPr>
            <p:extLst>
              <p:ext uri="{D42A27DB-BD31-4B8C-83A1-F6EECF244321}">
                <p14:modId xmlns:p14="http://schemas.microsoft.com/office/powerpoint/2010/main" val="986083918"/>
              </p:ext>
            </p:extLst>
          </p:nvPr>
        </p:nvGraphicFramePr>
        <p:xfrm>
          <a:off x="6909955" y="1864897"/>
          <a:ext cx="5143500" cy="3060395"/>
        </p:xfrm>
        <a:graphic>
          <a:graphicData uri="http://schemas.openxmlformats.org/drawingml/2006/table">
            <a:tbl>
              <a:tblPr firstRow="1" bandRow="1">
                <a:tableStyleId>{35758FB7-9AC5-4552-8A53-C91805E547FA}</a:tableStyleId>
              </a:tblPr>
              <a:tblGrid>
                <a:gridCol w="1285875">
                  <a:extLst>
                    <a:ext uri="{9D8B030D-6E8A-4147-A177-3AD203B41FA5}">
                      <a16:colId xmlns:a16="http://schemas.microsoft.com/office/drawing/2014/main" val="3354986528"/>
                    </a:ext>
                  </a:extLst>
                </a:gridCol>
                <a:gridCol w="1285875">
                  <a:extLst>
                    <a:ext uri="{9D8B030D-6E8A-4147-A177-3AD203B41FA5}">
                      <a16:colId xmlns:a16="http://schemas.microsoft.com/office/drawing/2014/main" val="2586942389"/>
                    </a:ext>
                  </a:extLst>
                </a:gridCol>
                <a:gridCol w="1285875">
                  <a:extLst>
                    <a:ext uri="{9D8B030D-6E8A-4147-A177-3AD203B41FA5}">
                      <a16:colId xmlns:a16="http://schemas.microsoft.com/office/drawing/2014/main" val="531768614"/>
                    </a:ext>
                  </a:extLst>
                </a:gridCol>
                <a:gridCol w="1285875">
                  <a:extLst>
                    <a:ext uri="{9D8B030D-6E8A-4147-A177-3AD203B41FA5}">
                      <a16:colId xmlns:a16="http://schemas.microsoft.com/office/drawing/2014/main" val="102738669"/>
                    </a:ext>
                  </a:extLst>
                </a:gridCol>
              </a:tblGrid>
              <a:tr h="793435">
                <a:tc>
                  <a:txBody>
                    <a:bodyPr/>
                    <a:lstStyle/>
                    <a:p>
                      <a:r>
                        <a:rPr lang="en-CA" dirty="0"/>
                        <a:t>Num of features</a:t>
                      </a:r>
                    </a:p>
                  </a:txBody>
                  <a:tcPr/>
                </a:tc>
                <a:tc>
                  <a:txBody>
                    <a:bodyPr/>
                    <a:lstStyle/>
                    <a:p>
                      <a:r>
                        <a:rPr lang="en-CA" dirty="0"/>
                        <a:t>Accuracy</a:t>
                      </a:r>
                    </a:p>
                  </a:txBody>
                  <a:tcPr/>
                </a:tc>
                <a:tc>
                  <a:txBody>
                    <a:bodyPr/>
                    <a:lstStyle/>
                    <a:p>
                      <a:r>
                        <a:rPr lang="en-CA" dirty="0"/>
                        <a:t>F1-Score</a:t>
                      </a:r>
                    </a:p>
                  </a:txBody>
                  <a:tcPr/>
                </a:tc>
                <a:tc>
                  <a:txBody>
                    <a:bodyPr/>
                    <a:lstStyle/>
                    <a:p>
                      <a:r>
                        <a:rPr lang="en-CA" dirty="0"/>
                        <a:t>ROC_AUC</a:t>
                      </a:r>
                    </a:p>
                  </a:txBody>
                  <a:tcPr/>
                </a:tc>
                <a:extLst>
                  <a:ext uri="{0D108BD9-81ED-4DB2-BD59-A6C34878D82A}">
                    <a16:rowId xmlns:a16="http://schemas.microsoft.com/office/drawing/2014/main" val="1118051573"/>
                  </a:ext>
                </a:extLst>
              </a:tr>
              <a:tr h="453392">
                <a:tc>
                  <a:txBody>
                    <a:bodyPr/>
                    <a:lstStyle/>
                    <a:p>
                      <a:r>
                        <a:rPr lang="en-CA" dirty="0"/>
                        <a:t>10</a:t>
                      </a:r>
                    </a:p>
                  </a:txBody>
                  <a:tcPr/>
                </a:tc>
                <a:tc>
                  <a:txBody>
                    <a:bodyPr/>
                    <a:lstStyle/>
                    <a:p>
                      <a:r>
                        <a:rPr lang="en-CA" dirty="0"/>
                        <a:t>0.944</a:t>
                      </a:r>
                    </a:p>
                  </a:txBody>
                  <a:tcPr/>
                </a:tc>
                <a:tc>
                  <a:txBody>
                    <a:bodyPr/>
                    <a:lstStyle/>
                    <a:p>
                      <a:r>
                        <a:rPr lang="en-CA" dirty="0"/>
                        <a:t>0.944</a:t>
                      </a:r>
                    </a:p>
                  </a:txBody>
                  <a:tcPr/>
                </a:tc>
                <a:tc>
                  <a:txBody>
                    <a:bodyPr/>
                    <a:lstStyle/>
                    <a:p>
                      <a:r>
                        <a:rPr lang="en-CA" dirty="0"/>
                        <a:t>0.984</a:t>
                      </a:r>
                    </a:p>
                  </a:txBody>
                  <a:tcPr/>
                </a:tc>
                <a:extLst>
                  <a:ext uri="{0D108BD9-81ED-4DB2-BD59-A6C34878D82A}">
                    <a16:rowId xmlns:a16="http://schemas.microsoft.com/office/drawing/2014/main" val="641943347"/>
                  </a:ext>
                </a:extLst>
              </a:tr>
              <a:tr h="453392">
                <a:tc>
                  <a:txBody>
                    <a:bodyPr/>
                    <a:lstStyle/>
                    <a:p>
                      <a:r>
                        <a:rPr lang="en-CA" dirty="0"/>
                        <a:t>20</a:t>
                      </a:r>
                    </a:p>
                  </a:txBody>
                  <a:tcPr/>
                </a:tc>
                <a:tc>
                  <a:txBody>
                    <a:bodyPr/>
                    <a:lstStyle/>
                    <a:p>
                      <a:r>
                        <a:rPr lang="en-CA" dirty="0"/>
                        <a:t>0.956</a:t>
                      </a:r>
                    </a:p>
                  </a:txBody>
                  <a:tcPr/>
                </a:tc>
                <a:tc>
                  <a:txBody>
                    <a:bodyPr/>
                    <a:lstStyle/>
                    <a:p>
                      <a:r>
                        <a:rPr lang="en-CA" dirty="0"/>
                        <a:t>0.956</a:t>
                      </a:r>
                    </a:p>
                  </a:txBody>
                  <a:tcPr/>
                </a:tc>
                <a:tc>
                  <a:txBody>
                    <a:bodyPr/>
                    <a:lstStyle/>
                    <a:p>
                      <a:r>
                        <a:rPr lang="en-CA" dirty="0"/>
                        <a:t>0.990</a:t>
                      </a:r>
                    </a:p>
                  </a:txBody>
                  <a:tcPr/>
                </a:tc>
                <a:extLst>
                  <a:ext uri="{0D108BD9-81ED-4DB2-BD59-A6C34878D82A}">
                    <a16:rowId xmlns:a16="http://schemas.microsoft.com/office/drawing/2014/main" val="3602725973"/>
                  </a:ext>
                </a:extLst>
              </a:tr>
              <a:tr h="453392">
                <a:tc>
                  <a:txBody>
                    <a:bodyPr/>
                    <a:lstStyle/>
                    <a:p>
                      <a:r>
                        <a:rPr lang="en-CA" dirty="0"/>
                        <a:t>30</a:t>
                      </a:r>
                    </a:p>
                  </a:txBody>
                  <a:tcPr/>
                </a:tc>
                <a:tc>
                  <a:txBody>
                    <a:bodyPr/>
                    <a:lstStyle/>
                    <a:p>
                      <a:r>
                        <a:rPr lang="en-CA" dirty="0"/>
                        <a:t>0.977</a:t>
                      </a:r>
                    </a:p>
                  </a:txBody>
                  <a:tcPr/>
                </a:tc>
                <a:tc>
                  <a:txBody>
                    <a:bodyPr/>
                    <a:lstStyle/>
                    <a:p>
                      <a:r>
                        <a:rPr lang="en-CA" dirty="0"/>
                        <a:t>0.977</a:t>
                      </a:r>
                    </a:p>
                  </a:txBody>
                  <a:tcPr/>
                </a:tc>
                <a:tc>
                  <a:txBody>
                    <a:bodyPr/>
                    <a:lstStyle/>
                    <a:p>
                      <a:r>
                        <a:rPr lang="en-CA" dirty="0"/>
                        <a:t>0.996</a:t>
                      </a:r>
                    </a:p>
                  </a:txBody>
                  <a:tcPr/>
                </a:tc>
                <a:extLst>
                  <a:ext uri="{0D108BD9-81ED-4DB2-BD59-A6C34878D82A}">
                    <a16:rowId xmlns:a16="http://schemas.microsoft.com/office/drawing/2014/main" val="178213598"/>
                  </a:ext>
                </a:extLst>
              </a:tr>
              <a:tr h="453392">
                <a:tc>
                  <a:txBody>
                    <a:bodyPr/>
                    <a:lstStyle/>
                    <a:p>
                      <a:r>
                        <a:rPr lang="en-CA" dirty="0"/>
                        <a:t>40</a:t>
                      </a:r>
                    </a:p>
                  </a:txBody>
                  <a:tcPr/>
                </a:tc>
                <a:tc>
                  <a:txBody>
                    <a:bodyPr/>
                    <a:lstStyle/>
                    <a:p>
                      <a:r>
                        <a:rPr lang="en-CA" dirty="0"/>
                        <a:t>0.980</a:t>
                      </a:r>
                    </a:p>
                  </a:txBody>
                  <a:tcPr/>
                </a:tc>
                <a:tc>
                  <a:txBody>
                    <a:bodyPr/>
                    <a:lstStyle/>
                    <a:p>
                      <a:r>
                        <a:rPr lang="en-CA" dirty="0"/>
                        <a:t>0.980</a:t>
                      </a:r>
                    </a:p>
                  </a:txBody>
                  <a:tcPr/>
                </a:tc>
                <a:tc>
                  <a:txBody>
                    <a:bodyPr/>
                    <a:lstStyle/>
                    <a:p>
                      <a:r>
                        <a:rPr lang="en-CA" dirty="0"/>
                        <a:t>0.997</a:t>
                      </a:r>
                    </a:p>
                  </a:txBody>
                  <a:tcPr/>
                </a:tc>
                <a:extLst>
                  <a:ext uri="{0D108BD9-81ED-4DB2-BD59-A6C34878D82A}">
                    <a16:rowId xmlns:a16="http://schemas.microsoft.com/office/drawing/2014/main" val="1752431104"/>
                  </a:ext>
                </a:extLst>
              </a:tr>
              <a:tr h="453392">
                <a:tc>
                  <a:txBody>
                    <a:bodyPr/>
                    <a:lstStyle/>
                    <a:p>
                      <a:r>
                        <a:rPr lang="en-CA" dirty="0"/>
                        <a:t>60</a:t>
                      </a:r>
                    </a:p>
                  </a:txBody>
                  <a:tcPr/>
                </a:tc>
                <a:tc>
                  <a:txBody>
                    <a:bodyPr/>
                    <a:lstStyle/>
                    <a:p>
                      <a:r>
                        <a:rPr lang="en-CA" dirty="0"/>
                        <a:t>0.983</a:t>
                      </a:r>
                    </a:p>
                  </a:txBody>
                  <a:tcPr/>
                </a:tc>
                <a:tc>
                  <a:txBody>
                    <a:bodyPr/>
                    <a:lstStyle/>
                    <a:p>
                      <a:r>
                        <a:rPr lang="en-CA" dirty="0"/>
                        <a:t>0.983</a:t>
                      </a:r>
                    </a:p>
                  </a:txBody>
                  <a:tcPr/>
                </a:tc>
                <a:tc>
                  <a:txBody>
                    <a:bodyPr/>
                    <a:lstStyle/>
                    <a:p>
                      <a:r>
                        <a:rPr lang="en-CA" dirty="0"/>
                        <a:t>0.997</a:t>
                      </a:r>
                    </a:p>
                  </a:txBody>
                  <a:tcPr/>
                </a:tc>
                <a:extLst>
                  <a:ext uri="{0D108BD9-81ED-4DB2-BD59-A6C34878D82A}">
                    <a16:rowId xmlns:a16="http://schemas.microsoft.com/office/drawing/2014/main" val="981564451"/>
                  </a:ext>
                </a:extLst>
              </a:tr>
            </a:tbl>
          </a:graphicData>
        </a:graphic>
      </p:graphicFrame>
      <p:sp>
        <p:nvSpPr>
          <p:cNvPr id="8" name="Date Placeholder 4">
            <a:extLst>
              <a:ext uri="{FF2B5EF4-FFF2-40B4-BE49-F238E27FC236}">
                <a16:creationId xmlns:a16="http://schemas.microsoft.com/office/drawing/2014/main" id="{D1010F72-4F11-7903-6BF7-4A5EF532FDC1}"/>
              </a:ext>
            </a:extLst>
          </p:cNvPr>
          <p:cNvSpPr txBox="1">
            <a:spLocks/>
          </p:cNvSpPr>
          <p:nvPr/>
        </p:nvSpPr>
        <p:spPr>
          <a:xfrm>
            <a:off x="364549" y="6432085"/>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a:t>2026-03-26</a:t>
            </a:r>
            <a:endParaRPr lang="en-CA" dirty="0"/>
          </a:p>
        </p:txBody>
      </p:sp>
    </p:spTree>
    <p:extLst>
      <p:ext uri="{BB962C8B-B14F-4D97-AF65-F5344CB8AC3E}">
        <p14:creationId xmlns:p14="http://schemas.microsoft.com/office/powerpoint/2010/main" val="3357894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B7D98-F225-8576-FF23-002D244A419D}"/>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2856F435-5DE0-2357-C575-DA669235A02A}"/>
              </a:ext>
            </a:extLst>
          </p:cNvPr>
          <p:cNvSpPr>
            <a:spLocks noGrp="1"/>
          </p:cNvSpPr>
          <p:nvPr>
            <p:ph type="ctrTitle"/>
          </p:nvPr>
        </p:nvSpPr>
        <p:spPr/>
        <p:txBody>
          <a:bodyPr/>
          <a:lstStyle/>
          <a:p>
            <a:endParaRPr lang="en-CA"/>
          </a:p>
        </p:txBody>
      </p:sp>
      <p:sp>
        <p:nvSpPr>
          <p:cNvPr id="13" name="Subtitle 12">
            <a:extLst>
              <a:ext uri="{FF2B5EF4-FFF2-40B4-BE49-F238E27FC236}">
                <a16:creationId xmlns:a16="http://schemas.microsoft.com/office/drawing/2014/main" id="{CAE23754-3C0E-0092-145B-09270DA64241}"/>
              </a:ext>
            </a:extLst>
          </p:cNvPr>
          <p:cNvSpPr>
            <a:spLocks noGrp="1"/>
          </p:cNvSpPr>
          <p:nvPr>
            <p:ph type="subTitle" idx="1"/>
          </p:nvPr>
        </p:nvSpPr>
        <p:spPr/>
        <p:txBody>
          <a:bodyPr/>
          <a:lstStyle/>
          <a:p>
            <a:endParaRPr lang="en-CA"/>
          </a:p>
        </p:txBody>
      </p:sp>
      <p:sp>
        <p:nvSpPr>
          <p:cNvPr id="5" name="Date Placeholder 4">
            <a:extLst>
              <a:ext uri="{FF2B5EF4-FFF2-40B4-BE49-F238E27FC236}">
                <a16:creationId xmlns:a16="http://schemas.microsoft.com/office/drawing/2014/main" id="{DBC85B5A-59A8-E37E-04C8-8D3D7A532A7E}"/>
              </a:ext>
            </a:extLst>
          </p:cNvPr>
          <p:cNvSpPr>
            <a:spLocks noGrp="1"/>
          </p:cNvSpPr>
          <p:nvPr>
            <p:ph type="dt" sz="half" idx="10"/>
          </p:nvPr>
        </p:nvSpPr>
        <p:spPr/>
        <p:txBody>
          <a:bodyPr/>
          <a:lstStyle/>
          <a:p>
            <a:fld id="{D3831AF8-77C7-473C-A1B2-C1424B415F47}" type="datetime1">
              <a:rPr lang="en-CA" smtClean="0"/>
              <a:t>2026-03-26</a:t>
            </a:fld>
            <a:endParaRPr lang="en-CA"/>
          </a:p>
        </p:txBody>
      </p:sp>
      <p:sp>
        <p:nvSpPr>
          <p:cNvPr id="6" name="Slide Number Placeholder 5">
            <a:extLst>
              <a:ext uri="{FF2B5EF4-FFF2-40B4-BE49-F238E27FC236}">
                <a16:creationId xmlns:a16="http://schemas.microsoft.com/office/drawing/2014/main" id="{D8C6FF2E-B6CD-44BF-CD12-EE5E239F1521}"/>
              </a:ext>
            </a:extLst>
          </p:cNvPr>
          <p:cNvSpPr>
            <a:spLocks noGrp="1"/>
          </p:cNvSpPr>
          <p:nvPr>
            <p:ph type="sldNum" sz="quarter" idx="12"/>
          </p:nvPr>
        </p:nvSpPr>
        <p:spPr/>
        <p:txBody>
          <a:bodyPr/>
          <a:lstStyle/>
          <a:p>
            <a:fld id="{E370B7C0-46F6-4DF2-8928-276E092CFE71}" type="slidenum">
              <a:rPr lang="en-CA" smtClean="0"/>
              <a:t>26</a:t>
            </a:fld>
            <a:endParaRPr lang="en-CA"/>
          </a:p>
        </p:txBody>
      </p:sp>
      <p:pic>
        <p:nvPicPr>
          <p:cNvPr id="4" name="Picture 3">
            <a:extLst>
              <a:ext uri="{FF2B5EF4-FFF2-40B4-BE49-F238E27FC236}">
                <a16:creationId xmlns:a16="http://schemas.microsoft.com/office/drawing/2014/main" id="{41EACD08-1B8A-62C7-365C-CA3CADF1C999}"/>
              </a:ext>
            </a:extLst>
          </p:cNvPr>
          <p:cNvPicPr>
            <a:picLocks noChangeAspect="1"/>
          </p:cNvPicPr>
          <p:nvPr/>
        </p:nvPicPr>
        <p:blipFill>
          <a:blip r:embed="rId3"/>
          <a:stretch>
            <a:fillRect/>
          </a:stretch>
        </p:blipFill>
        <p:spPr>
          <a:xfrm>
            <a:off x="0" y="0"/>
            <a:ext cx="12192000" cy="6858000"/>
          </a:xfrm>
          <a:prstGeom prst="rect">
            <a:avLst/>
          </a:prstGeom>
        </p:spPr>
      </p:pic>
      <p:sp>
        <p:nvSpPr>
          <p:cNvPr id="7" name="Slide Number Placeholder 5">
            <a:extLst>
              <a:ext uri="{FF2B5EF4-FFF2-40B4-BE49-F238E27FC236}">
                <a16:creationId xmlns:a16="http://schemas.microsoft.com/office/drawing/2014/main" id="{7E540F05-51B9-E54C-23DA-F64710D9F83C}"/>
              </a:ext>
            </a:extLst>
          </p:cNvPr>
          <p:cNvSpPr txBox="1">
            <a:spLocks/>
          </p:cNvSpPr>
          <p:nvPr/>
        </p:nvSpPr>
        <p:spPr>
          <a:xfrm>
            <a:off x="3581400" y="64054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70B7C0-46F6-4DF2-8928-276E092CFE71}" type="slidenum">
              <a:rPr lang="en-CA" sz="1800" b="1" smtClean="0"/>
              <a:pPr/>
              <a:t>26</a:t>
            </a:fld>
            <a:endParaRPr lang="en-CA" sz="1800" b="1" dirty="0"/>
          </a:p>
        </p:txBody>
      </p:sp>
      <p:sp>
        <p:nvSpPr>
          <p:cNvPr id="18" name="TextBox 17">
            <a:extLst>
              <a:ext uri="{FF2B5EF4-FFF2-40B4-BE49-F238E27FC236}">
                <a16:creationId xmlns:a16="http://schemas.microsoft.com/office/drawing/2014/main" id="{ADAC6F57-2D6A-B855-6362-BF0C50AC628B}"/>
              </a:ext>
            </a:extLst>
          </p:cNvPr>
          <p:cNvSpPr txBox="1"/>
          <p:nvPr/>
        </p:nvSpPr>
        <p:spPr>
          <a:xfrm>
            <a:off x="595312" y="670369"/>
            <a:ext cx="9650124" cy="584775"/>
          </a:xfrm>
          <a:prstGeom prst="rect">
            <a:avLst/>
          </a:prstGeom>
          <a:noFill/>
        </p:spPr>
        <p:txBody>
          <a:bodyPr wrap="square" rtlCol="0">
            <a:spAutoFit/>
          </a:bodyPr>
          <a:lstStyle/>
          <a:p>
            <a:r>
              <a:rPr lang="en-US" sz="3200" b="1" dirty="0">
                <a:solidFill>
                  <a:schemeClr val="accent5"/>
                </a:solidFill>
                <a:latin typeface="Georgia" panose="02040502050405020303" pitchFamily="18" charset="0"/>
              </a:rPr>
              <a:t>Experiment 2 — Results</a:t>
            </a:r>
          </a:p>
        </p:txBody>
      </p:sp>
      <p:sp>
        <p:nvSpPr>
          <p:cNvPr id="2" name="TextBox 1">
            <a:extLst>
              <a:ext uri="{FF2B5EF4-FFF2-40B4-BE49-F238E27FC236}">
                <a16:creationId xmlns:a16="http://schemas.microsoft.com/office/drawing/2014/main" id="{06AFD7A5-60E5-A267-DDAE-F5D7F7C5A6C7}"/>
              </a:ext>
            </a:extLst>
          </p:cNvPr>
          <p:cNvSpPr txBox="1"/>
          <p:nvPr/>
        </p:nvSpPr>
        <p:spPr>
          <a:xfrm>
            <a:off x="595312" y="1434335"/>
            <a:ext cx="5930179" cy="336303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dirty="0"/>
              <a:t>Performance improves significantly up to ~30–40 features</a:t>
            </a:r>
            <a:endParaRPr lang="en-US" sz="2200" dirty="0"/>
          </a:p>
          <a:p>
            <a:pPr marL="342900" indent="-342900">
              <a:lnSpc>
                <a:spcPct val="150000"/>
              </a:lnSpc>
              <a:buFont typeface="Arial" panose="020B0604020202020204" pitchFamily="34" charset="0"/>
              <a:buChar char="•"/>
            </a:pPr>
            <a:r>
              <a:rPr lang="en-US" sz="2400" dirty="0"/>
              <a:t>After 40 features, improvement becomes minimal</a:t>
            </a:r>
          </a:p>
          <a:p>
            <a:pPr marL="342900" indent="-342900">
              <a:lnSpc>
                <a:spcPct val="150000"/>
              </a:lnSpc>
              <a:buFont typeface="Arial" panose="020B0604020202020204" pitchFamily="34" charset="0"/>
              <a:buChar char="•"/>
            </a:pPr>
            <a:r>
              <a:rPr lang="en-US" sz="2400" dirty="0"/>
              <a:t>Using only 40 features achieves near-baseline performance</a:t>
            </a:r>
          </a:p>
        </p:txBody>
      </p:sp>
      <p:pic>
        <p:nvPicPr>
          <p:cNvPr id="8" name="Picture 7">
            <a:extLst>
              <a:ext uri="{FF2B5EF4-FFF2-40B4-BE49-F238E27FC236}">
                <a16:creationId xmlns:a16="http://schemas.microsoft.com/office/drawing/2014/main" id="{D14D161A-AB62-381D-5908-A59D7B383F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25491" y="1347219"/>
            <a:ext cx="5291640" cy="3740058"/>
          </a:xfrm>
          <a:prstGeom prst="rect">
            <a:avLst/>
          </a:prstGeom>
        </p:spPr>
      </p:pic>
      <p:sp>
        <p:nvSpPr>
          <p:cNvPr id="3" name="Date Placeholder 4">
            <a:extLst>
              <a:ext uri="{FF2B5EF4-FFF2-40B4-BE49-F238E27FC236}">
                <a16:creationId xmlns:a16="http://schemas.microsoft.com/office/drawing/2014/main" id="{413E183A-7DF5-7B07-CFD4-FE4B30CC2256}"/>
              </a:ext>
            </a:extLst>
          </p:cNvPr>
          <p:cNvSpPr txBox="1">
            <a:spLocks/>
          </p:cNvSpPr>
          <p:nvPr/>
        </p:nvSpPr>
        <p:spPr>
          <a:xfrm>
            <a:off x="364549" y="6432085"/>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a:t>2026-03-26</a:t>
            </a:r>
            <a:endParaRPr lang="en-CA" dirty="0"/>
          </a:p>
        </p:txBody>
      </p:sp>
    </p:spTree>
    <p:extLst>
      <p:ext uri="{BB962C8B-B14F-4D97-AF65-F5344CB8AC3E}">
        <p14:creationId xmlns:p14="http://schemas.microsoft.com/office/powerpoint/2010/main" val="35490671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B0FC0-5557-1EB8-75AC-A756820AF862}"/>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EE7489A6-265A-F23C-BD48-98FD951DEE54}"/>
              </a:ext>
            </a:extLst>
          </p:cNvPr>
          <p:cNvSpPr>
            <a:spLocks noGrp="1"/>
          </p:cNvSpPr>
          <p:nvPr>
            <p:ph type="ctrTitle"/>
          </p:nvPr>
        </p:nvSpPr>
        <p:spPr/>
        <p:txBody>
          <a:bodyPr/>
          <a:lstStyle/>
          <a:p>
            <a:endParaRPr lang="en-CA"/>
          </a:p>
        </p:txBody>
      </p:sp>
      <p:sp>
        <p:nvSpPr>
          <p:cNvPr id="13" name="Subtitle 12">
            <a:extLst>
              <a:ext uri="{FF2B5EF4-FFF2-40B4-BE49-F238E27FC236}">
                <a16:creationId xmlns:a16="http://schemas.microsoft.com/office/drawing/2014/main" id="{0E255397-21C1-1536-4917-D2AD88B0E411}"/>
              </a:ext>
            </a:extLst>
          </p:cNvPr>
          <p:cNvSpPr>
            <a:spLocks noGrp="1"/>
          </p:cNvSpPr>
          <p:nvPr>
            <p:ph type="subTitle" idx="1"/>
          </p:nvPr>
        </p:nvSpPr>
        <p:spPr/>
        <p:txBody>
          <a:bodyPr/>
          <a:lstStyle/>
          <a:p>
            <a:endParaRPr lang="en-CA"/>
          </a:p>
        </p:txBody>
      </p:sp>
      <p:sp>
        <p:nvSpPr>
          <p:cNvPr id="5" name="Date Placeholder 4">
            <a:extLst>
              <a:ext uri="{FF2B5EF4-FFF2-40B4-BE49-F238E27FC236}">
                <a16:creationId xmlns:a16="http://schemas.microsoft.com/office/drawing/2014/main" id="{4FEC6FC5-5E00-508D-6A13-93624E45495F}"/>
              </a:ext>
            </a:extLst>
          </p:cNvPr>
          <p:cNvSpPr>
            <a:spLocks noGrp="1"/>
          </p:cNvSpPr>
          <p:nvPr>
            <p:ph type="dt" sz="half" idx="10"/>
          </p:nvPr>
        </p:nvSpPr>
        <p:spPr/>
        <p:txBody>
          <a:bodyPr/>
          <a:lstStyle/>
          <a:p>
            <a:fld id="{D3831AF8-77C7-473C-A1B2-C1424B415F47}" type="datetime1">
              <a:rPr lang="en-CA" smtClean="0"/>
              <a:t>2026-03-26</a:t>
            </a:fld>
            <a:endParaRPr lang="en-CA"/>
          </a:p>
        </p:txBody>
      </p:sp>
      <p:sp>
        <p:nvSpPr>
          <p:cNvPr id="6" name="Slide Number Placeholder 5">
            <a:extLst>
              <a:ext uri="{FF2B5EF4-FFF2-40B4-BE49-F238E27FC236}">
                <a16:creationId xmlns:a16="http://schemas.microsoft.com/office/drawing/2014/main" id="{8FAF9A15-A75D-7FF9-1C35-9229695172CF}"/>
              </a:ext>
            </a:extLst>
          </p:cNvPr>
          <p:cNvSpPr>
            <a:spLocks noGrp="1"/>
          </p:cNvSpPr>
          <p:nvPr>
            <p:ph type="sldNum" sz="quarter" idx="12"/>
          </p:nvPr>
        </p:nvSpPr>
        <p:spPr/>
        <p:txBody>
          <a:bodyPr/>
          <a:lstStyle/>
          <a:p>
            <a:fld id="{E370B7C0-46F6-4DF2-8928-276E092CFE71}" type="slidenum">
              <a:rPr lang="en-CA" smtClean="0"/>
              <a:t>27</a:t>
            </a:fld>
            <a:endParaRPr lang="en-CA"/>
          </a:p>
        </p:txBody>
      </p:sp>
      <p:pic>
        <p:nvPicPr>
          <p:cNvPr id="4" name="Picture 3">
            <a:extLst>
              <a:ext uri="{FF2B5EF4-FFF2-40B4-BE49-F238E27FC236}">
                <a16:creationId xmlns:a16="http://schemas.microsoft.com/office/drawing/2014/main" id="{FB5FAFC2-B9DB-DAD9-3FD2-A632276B6203}"/>
              </a:ext>
            </a:extLst>
          </p:cNvPr>
          <p:cNvPicPr>
            <a:picLocks noChangeAspect="1"/>
          </p:cNvPicPr>
          <p:nvPr/>
        </p:nvPicPr>
        <p:blipFill>
          <a:blip r:embed="rId3"/>
          <a:stretch>
            <a:fillRect/>
          </a:stretch>
        </p:blipFill>
        <p:spPr>
          <a:xfrm>
            <a:off x="0" y="0"/>
            <a:ext cx="12192000" cy="6858000"/>
          </a:xfrm>
          <a:prstGeom prst="rect">
            <a:avLst/>
          </a:prstGeom>
        </p:spPr>
      </p:pic>
      <p:sp>
        <p:nvSpPr>
          <p:cNvPr id="7" name="Slide Number Placeholder 5">
            <a:extLst>
              <a:ext uri="{FF2B5EF4-FFF2-40B4-BE49-F238E27FC236}">
                <a16:creationId xmlns:a16="http://schemas.microsoft.com/office/drawing/2014/main" id="{3AAAC792-D157-EB74-04CF-76F4B409C3A0}"/>
              </a:ext>
            </a:extLst>
          </p:cNvPr>
          <p:cNvSpPr txBox="1">
            <a:spLocks/>
          </p:cNvSpPr>
          <p:nvPr/>
        </p:nvSpPr>
        <p:spPr>
          <a:xfrm>
            <a:off x="3581400" y="64054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70B7C0-46F6-4DF2-8928-276E092CFE71}" type="slidenum">
              <a:rPr lang="en-CA" sz="1800" b="1" smtClean="0"/>
              <a:pPr/>
              <a:t>27</a:t>
            </a:fld>
            <a:endParaRPr lang="en-CA" sz="1800" b="1" dirty="0"/>
          </a:p>
        </p:txBody>
      </p:sp>
      <p:sp>
        <p:nvSpPr>
          <p:cNvPr id="18" name="TextBox 17">
            <a:extLst>
              <a:ext uri="{FF2B5EF4-FFF2-40B4-BE49-F238E27FC236}">
                <a16:creationId xmlns:a16="http://schemas.microsoft.com/office/drawing/2014/main" id="{DAD67142-03B0-AC03-EDE2-054A9979B95C}"/>
              </a:ext>
            </a:extLst>
          </p:cNvPr>
          <p:cNvSpPr txBox="1"/>
          <p:nvPr/>
        </p:nvSpPr>
        <p:spPr>
          <a:xfrm>
            <a:off x="595312" y="670369"/>
            <a:ext cx="9650124" cy="584775"/>
          </a:xfrm>
          <a:prstGeom prst="rect">
            <a:avLst/>
          </a:prstGeom>
          <a:noFill/>
        </p:spPr>
        <p:txBody>
          <a:bodyPr wrap="square" rtlCol="0">
            <a:spAutoFit/>
          </a:bodyPr>
          <a:lstStyle/>
          <a:p>
            <a:r>
              <a:rPr lang="en-US" sz="3200" b="1" dirty="0">
                <a:solidFill>
                  <a:schemeClr val="accent5"/>
                </a:solidFill>
                <a:latin typeface="Georgia" panose="02040502050405020303" pitchFamily="18" charset="0"/>
              </a:rPr>
              <a:t>Experiment 3 — Cross Validation</a:t>
            </a:r>
          </a:p>
        </p:txBody>
      </p:sp>
      <p:sp>
        <p:nvSpPr>
          <p:cNvPr id="2" name="TextBox 1">
            <a:extLst>
              <a:ext uri="{FF2B5EF4-FFF2-40B4-BE49-F238E27FC236}">
                <a16:creationId xmlns:a16="http://schemas.microsoft.com/office/drawing/2014/main" id="{3F5E0C6B-C17C-DDF8-91ED-7DF588DC030D}"/>
              </a:ext>
            </a:extLst>
          </p:cNvPr>
          <p:cNvSpPr txBox="1"/>
          <p:nvPr/>
        </p:nvSpPr>
        <p:spPr>
          <a:xfrm>
            <a:off x="595312" y="1434335"/>
            <a:ext cx="6595197" cy="4210640"/>
          </a:xfrm>
          <a:prstGeom prst="rect">
            <a:avLst/>
          </a:prstGeom>
          <a:noFill/>
        </p:spPr>
        <p:txBody>
          <a:bodyPr wrap="square" rtlCol="0">
            <a:spAutoFit/>
          </a:bodyPr>
          <a:lstStyle/>
          <a:p>
            <a:pPr marL="342900" indent="-342900">
              <a:lnSpc>
                <a:spcPct val="150000"/>
              </a:lnSpc>
              <a:buFont typeface="Wingdings" panose="05000000000000000000" pitchFamily="2" charset="2"/>
              <a:buChar char="v"/>
            </a:pPr>
            <a:r>
              <a:rPr lang="en-CA" sz="2100" b="1" dirty="0"/>
              <a:t>Why Cross Validation?</a:t>
            </a:r>
            <a:endParaRPr lang="en-US" sz="2100" b="1" dirty="0"/>
          </a:p>
          <a:p>
            <a:pPr marL="342900" indent="-342900">
              <a:buFont typeface="Arial" panose="020B0604020202020204" pitchFamily="34" charset="0"/>
              <a:buChar char="•"/>
            </a:pPr>
            <a:r>
              <a:rPr lang="en-US" sz="2200" dirty="0"/>
              <a:t>Previous results are based on a single train-test split</a:t>
            </a:r>
          </a:p>
          <a:p>
            <a:pPr marL="342900" indent="-342900">
              <a:lnSpc>
                <a:spcPct val="150000"/>
              </a:lnSpc>
              <a:buFont typeface="Arial" panose="020B0604020202020204" pitchFamily="34" charset="0"/>
              <a:buChar char="•"/>
            </a:pPr>
            <a:r>
              <a:rPr lang="en-US" sz="2200" dirty="0"/>
              <a:t>Performance may vary depending on data split</a:t>
            </a:r>
          </a:p>
          <a:p>
            <a:pPr marL="342900" indent="-342900">
              <a:lnSpc>
                <a:spcPct val="150000"/>
              </a:lnSpc>
              <a:buFont typeface="Arial" panose="020B0604020202020204" pitchFamily="34" charset="0"/>
              <a:buChar char="•"/>
            </a:pPr>
            <a:r>
              <a:rPr lang="en-US" sz="2200" dirty="0"/>
              <a:t>Need to ensure results are reliable and consistent</a:t>
            </a:r>
          </a:p>
          <a:p>
            <a:pPr marL="342900" indent="-342900">
              <a:lnSpc>
                <a:spcPct val="150000"/>
              </a:lnSpc>
              <a:buFont typeface="Arial" panose="020B0604020202020204" pitchFamily="34" charset="0"/>
              <a:buChar char="•"/>
            </a:pPr>
            <a:r>
              <a:rPr lang="en-US" sz="2200" dirty="0"/>
              <a:t>Use 5-Fold Stratified Cross Validation:</a:t>
            </a:r>
          </a:p>
          <a:p>
            <a:pPr marL="1257300" lvl="2" indent="-342900">
              <a:buFont typeface="Courier New" panose="02070309020205020404" pitchFamily="49" charset="0"/>
              <a:buChar char="o"/>
            </a:pPr>
            <a:r>
              <a:rPr lang="en-US" sz="2200" dirty="0"/>
              <a:t>Data split into 5 parts</a:t>
            </a:r>
          </a:p>
          <a:p>
            <a:pPr marL="1257300" lvl="2" indent="-342900">
              <a:buFont typeface="Courier New" panose="02070309020205020404" pitchFamily="49" charset="0"/>
              <a:buChar char="o"/>
            </a:pPr>
            <a:r>
              <a:rPr lang="en-US" sz="2200" dirty="0"/>
              <a:t>Each part used as test once</a:t>
            </a:r>
          </a:p>
          <a:p>
            <a:pPr marL="1257300" lvl="2" indent="-342900">
              <a:buFont typeface="Courier New" panose="02070309020205020404" pitchFamily="49" charset="0"/>
              <a:buChar char="o"/>
            </a:pPr>
            <a:r>
              <a:rPr lang="en-US" sz="2200" dirty="0"/>
              <a:t>Average performance is computed</a:t>
            </a:r>
          </a:p>
          <a:p>
            <a:pPr marL="342900" indent="-342900">
              <a:lnSpc>
                <a:spcPct val="150000"/>
              </a:lnSpc>
              <a:buFont typeface="Arial" panose="020B0604020202020204" pitchFamily="34" charset="0"/>
              <a:buChar char="•"/>
            </a:pPr>
            <a:endParaRPr lang="en-US" sz="2000" dirty="0"/>
          </a:p>
        </p:txBody>
      </p:sp>
      <p:graphicFrame>
        <p:nvGraphicFramePr>
          <p:cNvPr id="3" name="Diagram 2">
            <a:extLst>
              <a:ext uri="{FF2B5EF4-FFF2-40B4-BE49-F238E27FC236}">
                <a16:creationId xmlns:a16="http://schemas.microsoft.com/office/drawing/2014/main" id="{9BF65B83-BD35-14C1-C08D-F8003247E3CB}"/>
              </a:ext>
            </a:extLst>
          </p:cNvPr>
          <p:cNvGraphicFramePr/>
          <p:nvPr>
            <p:extLst>
              <p:ext uri="{D42A27DB-BD31-4B8C-83A1-F6EECF244321}">
                <p14:modId xmlns:p14="http://schemas.microsoft.com/office/powerpoint/2010/main" val="2921709763"/>
              </p:ext>
            </p:extLst>
          </p:nvPr>
        </p:nvGraphicFramePr>
        <p:xfrm>
          <a:off x="7333961" y="1502945"/>
          <a:ext cx="4569113" cy="345017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Date Placeholder 4">
            <a:extLst>
              <a:ext uri="{FF2B5EF4-FFF2-40B4-BE49-F238E27FC236}">
                <a16:creationId xmlns:a16="http://schemas.microsoft.com/office/drawing/2014/main" id="{C92F0600-485B-2C04-443D-8F3BEED76EDB}"/>
              </a:ext>
            </a:extLst>
          </p:cNvPr>
          <p:cNvSpPr txBox="1">
            <a:spLocks/>
          </p:cNvSpPr>
          <p:nvPr/>
        </p:nvSpPr>
        <p:spPr>
          <a:xfrm>
            <a:off x="364549" y="6432085"/>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a:t>2026-03-26</a:t>
            </a:r>
            <a:endParaRPr lang="en-CA" dirty="0"/>
          </a:p>
        </p:txBody>
      </p:sp>
    </p:spTree>
    <p:extLst>
      <p:ext uri="{BB962C8B-B14F-4D97-AF65-F5344CB8AC3E}">
        <p14:creationId xmlns:p14="http://schemas.microsoft.com/office/powerpoint/2010/main" val="24225688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84508-01DA-13CC-E84A-4F1982DCA94E}"/>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7A108201-68E6-855C-E65B-E202C11DB741}"/>
              </a:ext>
            </a:extLst>
          </p:cNvPr>
          <p:cNvSpPr>
            <a:spLocks noGrp="1"/>
          </p:cNvSpPr>
          <p:nvPr>
            <p:ph type="ctrTitle"/>
          </p:nvPr>
        </p:nvSpPr>
        <p:spPr/>
        <p:txBody>
          <a:bodyPr/>
          <a:lstStyle/>
          <a:p>
            <a:endParaRPr lang="en-CA"/>
          </a:p>
        </p:txBody>
      </p:sp>
      <p:sp>
        <p:nvSpPr>
          <p:cNvPr id="13" name="Subtitle 12">
            <a:extLst>
              <a:ext uri="{FF2B5EF4-FFF2-40B4-BE49-F238E27FC236}">
                <a16:creationId xmlns:a16="http://schemas.microsoft.com/office/drawing/2014/main" id="{E34F1386-A8D2-02B0-E1B2-EF51D0580338}"/>
              </a:ext>
            </a:extLst>
          </p:cNvPr>
          <p:cNvSpPr>
            <a:spLocks noGrp="1"/>
          </p:cNvSpPr>
          <p:nvPr>
            <p:ph type="subTitle" idx="1"/>
          </p:nvPr>
        </p:nvSpPr>
        <p:spPr/>
        <p:txBody>
          <a:bodyPr/>
          <a:lstStyle/>
          <a:p>
            <a:endParaRPr lang="en-CA"/>
          </a:p>
        </p:txBody>
      </p:sp>
      <p:sp>
        <p:nvSpPr>
          <p:cNvPr id="5" name="Date Placeholder 4">
            <a:extLst>
              <a:ext uri="{FF2B5EF4-FFF2-40B4-BE49-F238E27FC236}">
                <a16:creationId xmlns:a16="http://schemas.microsoft.com/office/drawing/2014/main" id="{B7E860EF-BBB5-A1D7-F087-2CCEB25FF7A5}"/>
              </a:ext>
            </a:extLst>
          </p:cNvPr>
          <p:cNvSpPr>
            <a:spLocks noGrp="1"/>
          </p:cNvSpPr>
          <p:nvPr>
            <p:ph type="dt" sz="half" idx="10"/>
          </p:nvPr>
        </p:nvSpPr>
        <p:spPr/>
        <p:txBody>
          <a:bodyPr/>
          <a:lstStyle/>
          <a:p>
            <a:fld id="{D3831AF8-77C7-473C-A1B2-C1424B415F47}" type="datetime1">
              <a:rPr lang="en-CA" smtClean="0"/>
              <a:t>2026-03-26</a:t>
            </a:fld>
            <a:endParaRPr lang="en-CA"/>
          </a:p>
        </p:txBody>
      </p:sp>
      <p:sp>
        <p:nvSpPr>
          <p:cNvPr id="6" name="Slide Number Placeholder 5">
            <a:extLst>
              <a:ext uri="{FF2B5EF4-FFF2-40B4-BE49-F238E27FC236}">
                <a16:creationId xmlns:a16="http://schemas.microsoft.com/office/drawing/2014/main" id="{CBA24636-53B2-4FFF-E1CA-621614BF9E79}"/>
              </a:ext>
            </a:extLst>
          </p:cNvPr>
          <p:cNvSpPr>
            <a:spLocks noGrp="1"/>
          </p:cNvSpPr>
          <p:nvPr>
            <p:ph type="sldNum" sz="quarter" idx="12"/>
          </p:nvPr>
        </p:nvSpPr>
        <p:spPr/>
        <p:txBody>
          <a:bodyPr/>
          <a:lstStyle/>
          <a:p>
            <a:fld id="{E370B7C0-46F6-4DF2-8928-276E092CFE71}" type="slidenum">
              <a:rPr lang="en-CA" smtClean="0"/>
              <a:t>28</a:t>
            </a:fld>
            <a:endParaRPr lang="en-CA"/>
          </a:p>
        </p:txBody>
      </p:sp>
      <p:pic>
        <p:nvPicPr>
          <p:cNvPr id="4" name="Picture 3">
            <a:extLst>
              <a:ext uri="{FF2B5EF4-FFF2-40B4-BE49-F238E27FC236}">
                <a16:creationId xmlns:a16="http://schemas.microsoft.com/office/drawing/2014/main" id="{82C5C41D-2DBF-86CB-183E-5E38C09EFA8A}"/>
              </a:ext>
            </a:extLst>
          </p:cNvPr>
          <p:cNvPicPr>
            <a:picLocks noChangeAspect="1"/>
          </p:cNvPicPr>
          <p:nvPr/>
        </p:nvPicPr>
        <p:blipFill>
          <a:blip r:embed="rId3"/>
          <a:stretch>
            <a:fillRect/>
          </a:stretch>
        </p:blipFill>
        <p:spPr>
          <a:xfrm>
            <a:off x="0" y="0"/>
            <a:ext cx="12192000" cy="6858000"/>
          </a:xfrm>
          <a:prstGeom prst="rect">
            <a:avLst/>
          </a:prstGeom>
        </p:spPr>
      </p:pic>
      <p:sp>
        <p:nvSpPr>
          <p:cNvPr id="7" name="Slide Number Placeholder 5">
            <a:extLst>
              <a:ext uri="{FF2B5EF4-FFF2-40B4-BE49-F238E27FC236}">
                <a16:creationId xmlns:a16="http://schemas.microsoft.com/office/drawing/2014/main" id="{E7A65068-DEEE-34B3-DA68-56695B2B5427}"/>
              </a:ext>
            </a:extLst>
          </p:cNvPr>
          <p:cNvSpPr txBox="1">
            <a:spLocks/>
          </p:cNvSpPr>
          <p:nvPr/>
        </p:nvSpPr>
        <p:spPr>
          <a:xfrm>
            <a:off x="3581400" y="64054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70B7C0-46F6-4DF2-8928-276E092CFE71}" type="slidenum">
              <a:rPr lang="en-CA" sz="1800" b="1" smtClean="0"/>
              <a:pPr/>
              <a:t>28</a:t>
            </a:fld>
            <a:endParaRPr lang="en-CA" sz="1800" b="1" dirty="0"/>
          </a:p>
        </p:txBody>
      </p:sp>
      <p:sp>
        <p:nvSpPr>
          <p:cNvPr id="18" name="TextBox 17">
            <a:extLst>
              <a:ext uri="{FF2B5EF4-FFF2-40B4-BE49-F238E27FC236}">
                <a16:creationId xmlns:a16="http://schemas.microsoft.com/office/drawing/2014/main" id="{52B04917-4EBF-3953-F8AD-3BC93A08AD9B}"/>
              </a:ext>
            </a:extLst>
          </p:cNvPr>
          <p:cNvSpPr txBox="1"/>
          <p:nvPr/>
        </p:nvSpPr>
        <p:spPr>
          <a:xfrm>
            <a:off x="595312" y="670369"/>
            <a:ext cx="9650124" cy="584775"/>
          </a:xfrm>
          <a:prstGeom prst="rect">
            <a:avLst/>
          </a:prstGeom>
          <a:noFill/>
        </p:spPr>
        <p:txBody>
          <a:bodyPr wrap="square" rtlCol="0">
            <a:spAutoFit/>
          </a:bodyPr>
          <a:lstStyle/>
          <a:p>
            <a:r>
              <a:rPr lang="en-US" sz="3200" b="1" dirty="0">
                <a:solidFill>
                  <a:schemeClr val="accent5"/>
                </a:solidFill>
                <a:latin typeface="Georgia" panose="02040502050405020303" pitchFamily="18" charset="0"/>
              </a:rPr>
              <a:t>Experiment 3 — Results</a:t>
            </a:r>
          </a:p>
        </p:txBody>
      </p:sp>
      <p:sp>
        <p:nvSpPr>
          <p:cNvPr id="2" name="TextBox 1">
            <a:extLst>
              <a:ext uri="{FF2B5EF4-FFF2-40B4-BE49-F238E27FC236}">
                <a16:creationId xmlns:a16="http://schemas.microsoft.com/office/drawing/2014/main" id="{F6CED76B-0603-C5BC-CE04-A8188F6F5B4C}"/>
              </a:ext>
            </a:extLst>
          </p:cNvPr>
          <p:cNvSpPr txBox="1"/>
          <p:nvPr/>
        </p:nvSpPr>
        <p:spPr>
          <a:xfrm>
            <a:off x="595312" y="1434335"/>
            <a:ext cx="6595197" cy="4664610"/>
          </a:xfrm>
          <a:prstGeom prst="rect">
            <a:avLst/>
          </a:prstGeom>
          <a:noFill/>
        </p:spPr>
        <p:txBody>
          <a:bodyPr wrap="square" rtlCol="0">
            <a:spAutoFit/>
          </a:bodyPr>
          <a:lstStyle/>
          <a:p>
            <a:pPr>
              <a:lnSpc>
                <a:spcPct val="150000"/>
              </a:lnSpc>
            </a:pPr>
            <a:r>
              <a:rPr lang="en-US" sz="2000" b="1" dirty="0"/>
              <a:t>1. Full Model (116 Features)</a:t>
            </a:r>
          </a:p>
          <a:p>
            <a:pPr>
              <a:lnSpc>
                <a:spcPct val="150000"/>
              </a:lnSpc>
            </a:pPr>
            <a:r>
              <a:rPr lang="en-US" sz="2000" dirty="0"/>
              <a:t>	Accuracy: </a:t>
            </a:r>
            <a:r>
              <a:rPr lang="en-US" sz="2000" b="1" dirty="0"/>
              <a:t>98.57% ± 0.27%</a:t>
            </a:r>
            <a:endParaRPr lang="en-US" sz="2000" dirty="0"/>
          </a:p>
          <a:p>
            <a:pPr>
              <a:lnSpc>
                <a:spcPct val="150000"/>
              </a:lnSpc>
            </a:pPr>
            <a:r>
              <a:rPr lang="en-US" sz="2000" dirty="0"/>
              <a:t>	F1 Score: </a:t>
            </a:r>
            <a:r>
              <a:rPr lang="en-US" sz="2000" b="1" dirty="0"/>
              <a:t>98.56% ± 0.27%</a:t>
            </a:r>
            <a:endParaRPr lang="en-US" sz="2000" dirty="0"/>
          </a:p>
          <a:p>
            <a:pPr>
              <a:lnSpc>
                <a:spcPct val="150000"/>
              </a:lnSpc>
            </a:pPr>
            <a:r>
              <a:rPr lang="en-US" sz="2000" dirty="0"/>
              <a:t>	ROC-AUC: </a:t>
            </a:r>
            <a:r>
              <a:rPr lang="en-US" sz="2000" b="1" dirty="0"/>
              <a:t>0.9988 ± 0.0003</a:t>
            </a:r>
          </a:p>
          <a:p>
            <a:pPr>
              <a:lnSpc>
                <a:spcPct val="150000"/>
              </a:lnSpc>
            </a:pPr>
            <a:endParaRPr lang="en-US" sz="2000" dirty="0"/>
          </a:p>
          <a:p>
            <a:pPr>
              <a:lnSpc>
                <a:spcPct val="150000"/>
              </a:lnSpc>
            </a:pPr>
            <a:r>
              <a:rPr lang="en-US" sz="2000" b="1" dirty="0"/>
              <a:t>2. SHAP Top-40 Model</a:t>
            </a:r>
          </a:p>
          <a:p>
            <a:pPr>
              <a:lnSpc>
                <a:spcPct val="150000"/>
              </a:lnSpc>
            </a:pPr>
            <a:r>
              <a:rPr lang="en-US" sz="2000" dirty="0"/>
              <a:t>	Accuracy: </a:t>
            </a:r>
            <a:r>
              <a:rPr lang="en-US" sz="2000" b="1" dirty="0"/>
              <a:t>98.25% ± 0.24%</a:t>
            </a:r>
            <a:endParaRPr lang="en-US" sz="2000" dirty="0"/>
          </a:p>
          <a:p>
            <a:pPr>
              <a:lnSpc>
                <a:spcPct val="150000"/>
              </a:lnSpc>
            </a:pPr>
            <a:r>
              <a:rPr lang="en-US" sz="2000" dirty="0"/>
              <a:t>	F1 Score: </a:t>
            </a:r>
            <a:r>
              <a:rPr lang="en-US" sz="2000" b="1" dirty="0"/>
              <a:t>98.25% ± 0.24%</a:t>
            </a:r>
            <a:endParaRPr lang="en-US" sz="2000" dirty="0"/>
          </a:p>
          <a:p>
            <a:pPr>
              <a:lnSpc>
                <a:spcPct val="150000"/>
              </a:lnSpc>
            </a:pPr>
            <a:r>
              <a:rPr lang="en-US" sz="2000" dirty="0"/>
              <a:t>	ROC-AUC: </a:t>
            </a:r>
            <a:r>
              <a:rPr lang="en-US" sz="2000" b="1" dirty="0"/>
              <a:t>0.9980 ± 0.0004</a:t>
            </a:r>
            <a:endParaRPr lang="en-US" sz="2000" dirty="0"/>
          </a:p>
          <a:p>
            <a:pPr marL="342900" indent="-342900">
              <a:lnSpc>
                <a:spcPct val="150000"/>
              </a:lnSpc>
              <a:buFont typeface="Arial" panose="020B0604020202020204" pitchFamily="34" charset="0"/>
              <a:buChar char="•"/>
            </a:pPr>
            <a:endParaRPr lang="en-US" sz="2000" dirty="0"/>
          </a:p>
        </p:txBody>
      </p:sp>
      <p:sp>
        <p:nvSpPr>
          <p:cNvPr id="3" name="Date Placeholder 4">
            <a:extLst>
              <a:ext uri="{FF2B5EF4-FFF2-40B4-BE49-F238E27FC236}">
                <a16:creationId xmlns:a16="http://schemas.microsoft.com/office/drawing/2014/main" id="{505F0B58-7117-F1D0-7C51-8527625B8F29}"/>
              </a:ext>
            </a:extLst>
          </p:cNvPr>
          <p:cNvSpPr txBox="1">
            <a:spLocks/>
          </p:cNvSpPr>
          <p:nvPr/>
        </p:nvSpPr>
        <p:spPr>
          <a:xfrm>
            <a:off x="364549" y="6432085"/>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a:t>2026-03-26</a:t>
            </a:r>
            <a:endParaRPr lang="en-CA" dirty="0"/>
          </a:p>
        </p:txBody>
      </p:sp>
      <p:pic>
        <p:nvPicPr>
          <p:cNvPr id="14" name="Picture 13">
            <a:extLst>
              <a:ext uri="{FF2B5EF4-FFF2-40B4-BE49-F238E27FC236}">
                <a16:creationId xmlns:a16="http://schemas.microsoft.com/office/drawing/2014/main" id="{21250626-9EF4-28A3-BABF-4B2B535E491C}"/>
              </a:ext>
            </a:extLst>
          </p:cNvPr>
          <p:cNvPicPr>
            <a:picLocks noChangeAspect="1"/>
          </p:cNvPicPr>
          <p:nvPr/>
        </p:nvPicPr>
        <p:blipFill>
          <a:blip r:embed="rId4"/>
          <a:stretch>
            <a:fillRect/>
          </a:stretch>
        </p:blipFill>
        <p:spPr>
          <a:xfrm>
            <a:off x="5759325" y="1372504"/>
            <a:ext cx="5702549" cy="4274918"/>
          </a:xfrm>
          <a:prstGeom prst="rect">
            <a:avLst/>
          </a:prstGeom>
        </p:spPr>
      </p:pic>
    </p:spTree>
    <p:extLst>
      <p:ext uri="{BB962C8B-B14F-4D97-AF65-F5344CB8AC3E}">
        <p14:creationId xmlns:p14="http://schemas.microsoft.com/office/powerpoint/2010/main" val="33221036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811D6-89AB-6F0D-DC13-9A5D4D945E23}"/>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F660E5F1-DCC1-6FB8-13B4-7D9876309CC4}"/>
              </a:ext>
            </a:extLst>
          </p:cNvPr>
          <p:cNvSpPr>
            <a:spLocks noGrp="1"/>
          </p:cNvSpPr>
          <p:nvPr>
            <p:ph type="ctrTitle"/>
          </p:nvPr>
        </p:nvSpPr>
        <p:spPr/>
        <p:txBody>
          <a:bodyPr/>
          <a:lstStyle/>
          <a:p>
            <a:endParaRPr lang="en-CA"/>
          </a:p>
        </p:txBody>
      </p:sp>
      <p:sp>
        <p:nvSpPr>
          <p:cNvPr id="13" name="Subtitle 12">
            <a:extLst>
              <a:ext uri="{FF2B5EF4-FFF2-40B4-BE49-F238E27FC236}">
                <a16:creationId xmlns:a16="http://schemas.microsoft.com/office/drawing/2014/main" id="{B5B27C8D-DE43-E60C-8C29-746A3DE3EA9D}"/>
              </a:ext>
            </a:extLst>
          </p:cNvPr>
          <p:cNvSpPr>
            <a:spLocks noGrp="1"/>
          </p:cNvSpPr>
          <p:nvPr>
            <p:ph type="subTitle" idx="1"/>
          </p:nvPr>
        </p:nvSpPr>
        <p:spPr/>
        <p:txBody>
          <a:bodyPr/>
          <a:lstStyle/>
          <a:p>
            <a:endParaRPr lang="en-CA"/>
          </a:p>
        </p:txBody>
      </p:sp>
      <p:sp>
        <p:nvSpPr>
          <p:cNvPr id="5" name="Date Placeholder 4">
            <a:extLst>
              <a:ext uri="{FF2B5EF4-FFF2-40B4-BE49-F238E27FC236}">
                <a16:creationId xmlns:a16="http://schemas.microsoft.com/office/drawing/2014/main" id="{74715B93-0136-7652-15FD-BFD65A191059}"/>
              </a:ext>
            </a:extLst>
          </p:cNvPr>
          <p:cNvSpPr>
            <a:spLocks noGrp="1"/>
          </p:cNvSpPr>
          <p:nvPr>
            <p:ph type="dt" sz="half" idx="10"/>
          </p:nvPr>
        </p:nvSpPr>
        <p:spPr/>
        <p:txBody>
          <a:bodyPr/>
          <a:lstStyle/>
          <a:p>
            <a:fld id="{D3831AF8-77C7-473C-A1B2-C1424B415F47}" type="datetime1">
              <a:rPr lang="en-CA" smtClean="0"/>
              <a:t>2026-03-26</a:t>
            </a:fld>
            <a:endParaRPr lang="en-CA"/>
          </a:p>
        </p:txBody>
      </p:sp>
      <p:sp>
        <p:nvSpPr>
          <p:cNvPr id="6" name="Slide Number Placeholder 5">
            <a:extLst>
              <a:ext uri="{FF2B5EF4-FFF2-40B4-BE49-F238E27FC236}">
                <a16:creationId xmlns:a16="http://schemas.microsoft.com/office/drawing/2014/main" id="{BA1C3971-4F81-D8F0-057B-87C2310C1665}"/>
              </a:ext>
            </a:extLst>
          </p:cNvPr>
          <p:cNvSpPr>
            <a:spLocks noGrp="1"/>
          </p:cNvSpPr>
          <p:nvPr>
            <p:ph type="sldNum" sz="quarter" idx="12"/>
          </p:nvPr>
        </p:nvSpPr>
        <p:spPr/>
        <p:txBody>
          <a:bodyPr/>
          <a:lstStyle/>
          <a:p>
            <a:fld id="{E370B7C0-46F6-4DF2-8928-276E092CFE71}" type="slidenum">
              <a:rPr lang="en-CA" smtClean="0"/>
              <a:t>29</a:t>
            </a:fld>
            <a:endParaRPr lang="en-CA"/>
          </a:p>
        </p:txBody>
      </p:sp>
      <p:pic>
        <p:nvPicPr>
          <p:cNvPr id="4" name="Picture 3">
            <a:extLst>
              <a:ext uri="{FF2B5EF4-FFF2-40B4-BE49-F238E27FC236}">
                <a16:creationId xmlns:a16="http://schemas.microsoft.com/office/drawing/2014/main" id="{3DE951C6-9966-3D86-5E54-5D7A834A5E76}"/>
              </a:ext>
            </a:extLst>
          </p:cNvPr>
          <p:cNvPicPr>
            <a:picLocks noChangeAspect="1"/>
          </p:cNvPicPr>
          <p:nvPr/>
        </p:nvPicPr>
        <p:blipFill>
          <a:blip r:embed="rId3"/>
          <a:stretch>
            <a:fillRect/>
          </a:stretch>
        </p:blipFill>
        <p:spPr>
          <a:xfrm>
            <a:off x="0" y="0"/>
            <a:ext cx="12192000" cy="6858000"/>
          </a:xfrm>
          <a:prstGeom prst="rect">
            <a:avLst/>
          </a:prstGeom>
        </p:spPr>
      </p:pic>
      <p:sp>
        <p:nvSpPr>
          <p:cNvPr id="7" name="Slide Number Placeholder 5">
            <a:extLst>
              <a:ext uri="{FF2B5EF4-FFF2-40B4-BE49-F238E27FC236}">
                <a16:creationId xmlns:a16="http://schemas.microsoft.com/office/drawing/2014/main" id="{6DDB734C-10A6-02AF-C0B1-3B36E323334E}"/>
              </a:ext>
            </a:extLst>
          </p:cNvPr>
          <p:cNvSpPr txBox="1">
            <a:spLocks/>
          </p:cNvSpPr>
          <p:nvPr/>
        </p:nvSpPr>
        <p:spPr>
          <a:xfrm>
            <a:off x="3581400" y="64054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70B7C0-46F6-4DF2-8928-276E092CFE71}" type="slidenum">
              <a:rPr lang="en-CA" sz="1800" b="1" smtClean="0"/>
              <a:pPr/>
              <a:t>29</a:t>
            </a:fld>
            <a:endParaRPr lang="en-CA" sz="1800" b="1" dirty="0"/>
          </a:p>
        </p:txBody>
      </p:sp>
      <p:sp>
        <p:nvSpPr>
          <p:cNvPr id="18" name="TextBox 17">
            <a:extLst>
              <a:ext uri="{FF2B5EF4-FFF2-40B4-BE49-F238E27FC236}">
                <a16:creationId xmlns:a16="http://schemas.microsoft.com/office/drawing/2014/main" id="{37CB832E-9F9D-7CC1-BCD4-29E832343515}"/>
              </a:ext>
            </a:extLst>
          </p:cNvPr>
          <p:cNvSpPr txBox="1"/>
          <p:nvPr/>
        </p:nvSpPr>
        <p:spPr>
          <a:xfrm>
            <a:off x="595312" y="670369"/>
            <a:ext cx="9650124" cy="584775"/>
          </a:xfrm>
          <a:prstGeom prst="rect">
            <a:avLst/>
          </a:prstGeom>
          <a:noFill/>
        </p:spPr>
        <p:txBody>
          <a:bodyPr wrap="square" rtlCol="0">
            <a:spAutoFit/>
          </a:bodyPr>
          <a:lstStyle/>
          <a:p>
            <a:r>
              <a:rPr lang="en-US" sz="3200" b="1" dirty="0">
                <a:solidFill>
                  <a:schemeClr val="accent5"/>
                </a:solidFill>
                <a:latin typeface="Georgia" panose="02040502050405020303" pitchFamily="18" charset="0"/>
              </a:rPr>
              <a:t>Experiment 4 — Correlation Pruning</a:t>
            </a:r>
          </a:p>
        </p:txBody>
      </p:sp>
      <p:sp>
        <p:nvSpPr>
          <p:cNvPr id="2" name="TextBox 1">
            <a:extLst>
              <a:ext uri="{FF2B5EF4-FFF2-40B4-BE49-F238E27FC236}">
                <a16:creationId xmlns:a16="http://schemas.microsoft.com/office/drawing/2014/main" id="{79D589DD-E854-2EEA-2911-A56688C8C9AE}"/>
              </a:ext>
            </a:extLst>
          </p:cNvPr>
          <p:cNvSpPr txBox="1"/>
          <p:nvPr/>
        </p:nvSpPr>
        <p:spPr>
          <a:xfrm>
            <a:off x="595312" y="1434335"/>
            <a:ext cx="7135524" cy="327961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dirty="0"/>
              <a:t>Many SCADA features are highly correlated</a:t>
            </a:r>
          </a:p>
          <a:p>
            <a:pPr marL="342900" indent="-342900">
              <a:lnSpc>
                <a:spcPct val="150000"/>
              </a:lnSpc>
              <a:buFont typeface="Arial" panose="020B0604020202020204" pitchFamily="34" charset="0"/>
              <a:buChar char="•"/>
            </a:pPr>
            <a:r>
              <a:rPr lang="en-US" sz="2000" dirty="0"/>
              <a:t>Correlated features carry similar information</a:t>
            </a:r>
          </a:p>
          <a:p>
            <a:pPr marL="342900" indent="-342900">
              <a:lnSpc>
                <a:spcPct val="150000"/>
              </a:lnSpc>
              <a:buFont typeface="Arial" panose="020B0604020202020204" pitchFamily="34" charset="0"/>
              <a:buChar char="•"/>
            </a:pPr>
            <a:r>
              <a:rPr lang="en-US" sz="2000" dirty="0"/>
              <a:t>Leads to redundancy and unnecessary complexity</a:t>
            </a:r>
          </a:p>
          <a:p>
            <a:pPr marL="342900" indent="-342900">
              <a:lnSpc>
                <a:spcPct val="150000"/>
              </a:lnSpc>
              <a:buFont typeface="Arial" panose="020B0604020202020204" pitchFamily="34" charset="0"/>
              <a:buChar char="•"/>
            </a:pPr>
            <a:r>
              <a:rPr lang="en-CA" sz="2000" dirty="0"/>
              <a:t>Idea:</a:t>
            </a:r>
          </a:p>
          <a:p>
            <a:pPr marL="800100" lvl="1" indent="-342900">
              <a:lnSpc>
                <a:spcPct val="150000"/>
              </a:lnSpc>
              <a:buFont typeface="Courier New" panose="02070309020205020404" pitchFamily="49" charset="0"/>
              <a:buChar char="o"/>
            </a:pPr>
            <a:r>
              <a:rPr lang="en-US" sz="2000" dirty="0"/>
              <a:t>Identify highly correlated features (&gt; 0.9)</a:t>
            </a:r>
          </a:p>
          <a:p>
            <a:pPr marL="800100" lvl="1" indent="-342900">
              <a:lnSpc>
                <a:spcPct val="150000"/>
              </a:lnSpc>
              <a:buFont typeface="Courier New" panose="02070309020205020404" pitchFamily="49" charset="0"/>
              <a:buChar char="o"/>
            </a:pPr>
            <a:r>
              <a:rPr lang="en-CA" sz="2000" dirty="0"/>
              <a:t>Remove redundant features</a:t>
            </a:r>
          </a:p>
          <a:p>
            <a:pPr marL="800100" lvl="1" indent="-342900">
              <a:lnSpc>
                <a:spcPct val="150000"/>
              </a:lnSpc>
              <a:buFont typeface="Courier New" panose="02070309020205020404" pitchFamily="49" charset="0"/>
              <a:buChar char="o"/>
            </a:pPr>
            <a:r>
              <a:rPr lang="en-CA" sz="2000" dirty="0"/>
              <a:t>Retain only unique information</a:t>
            </a:r>
            <a:endParaRPr lang="en-US" sz="2000" dirty="0"/>
          </a:p>
        </p:txBody>
      </p:sp>
      <p:sp>
        <p:nvSpPr>
          <p:cNvPr id="3" name="Date Placeholder 4">
            <a:extLst>
              <a:ext uri="{FF2B5EF4-FFF2-40B4-BE49-F238E27FC236}">
                <a16:creationId xmlns:a16="http://schemas.microsoft.com/office/drawing/2014/main" id="{133301DF-6EF9-2269-BDAA-6FB03FC225F0}"/>
              </a:ext>
            </a:extLst>
          </p:cNvPr>
          <p:cNvSpPr txBox="1">
            <a:spLocks/>
          </p:cNvSpPr>
          <p:nvPr/>
        </p:nvSpPr>
        <p:spPr>
          <a:xfrm>
            <a:off x="364549" y="6432085"/>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a:t>2026-03-26</a:t>
            </a:r>
            <a:endParaRPr lang="en-CA" dirty="0"/>
          </a:p>
        </p:txBody>
      </p:sp>
    </p:spTree>
    <p:extLst>
      <p:ext uri="{BB962C8B-B14F-4D97-AF65-F5344CB8AC3E}">
        <p14:creationId xmlns:p14="http://schemas.microsoft.com/office/powerpoint/2010/main" val="42554071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18656-F053-7F0B-92E5-E3DCBAB4B073}"/>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FBF0ACE0-3163-DF36-0596-68D7D01FD45A}"/>
              </a:ext>
            </a:extLst>
          </p:cNvPr>
          <p:cNvSpPr>
            <a:spLocks noGrp="1"/>
          </p:cNvSpPr>
          <p:nvPr>
            <p:ph type="ctrTitle"/>
          </p:nvPr>
        </p:nvSpPr>
        <p:spPr/>
        <p:txBody>
          <a:bodyPr/>
          <a:lstStyle/>
          <a:p>
            <a:endParaRPr lang="en-CA"/>
          </a:p>
        </p:txBody>
      </p:sp>
      <p:sp>
        <p:nvSpPr>
          <p:cNvPr id="13" name="Subtitle 12">
            <a:extLst>
              <a:ext uri="{FF2B5EF4-FFF2-40B4-BE49-F238E27FC236}">
                <a16:creationId xmlns:a16="http://schemas.microsoft.com/office/drawing/2014/main" id="{10A39D3D-B3A4-0013-E660-54F936CF4E62}"/>
              </a:ext>
            </a:extLst>
          </p:cNvPr>
          <p:cNvSpPr>
            <a:spLocks noGrp="1"/>
          </p:cNvSpPr>
          <p:nvPr>
            <p:ph type="subTitle" idx="1"/>
          </p:nvPr>
        </p:nvSpPr>
        <p:spPr/>
        <p:txBody>
          <a:bodyPr/>
          <a:lstStyle/>
          <a:p>
            <a:endParaRPr lang="en-CA"/>
          </a:p>
        </p:txBody>
      </p:sp>
      <p:sp>
        <p:nvSpPr>
          <p:cNvPr id="5" name="Date Placeholder 4">
            <a:extLst>
              <a:ext uri="{FF2B5EF4-FFF2-40B4-BE49-F238E27FC236}">
                <a16:creationId xmlns:a16="http://schemas.microsoft.com/office/drawing/2014/main" id="{4C7C4569-E2B4-4E2B-4623-BF826AC77C5D}"/>
              </a:ext>
            </a:extLst>
          </p:cNvPr>
          <p:cNvSpPr>
            <a:spLocks noGrp="1"/>
          </p:cNvSpPr>
          <p:nvPr>
            <p:ph type="dt" sz="half" idx="10"/>
          </p:nvPr>
        </p:nvSpPr>
        <p:spPr/>
        <p:txBody>
          <a:bodyPr/>
          <a:lstStyle/>
          <a:p>
            <a:fld id="{D3831AF8-77C7-473C-A1B2-C1424B415F47}" type="datetime1">
              <a:rPr lang="en-CA" smtClean="0"/>
              <a:t>2026-03-26</a:t>
            </a:fld>
            <a:endParaRPr lang="en-CA"/>
          </a:p>
        </p:txBody>
      </p:sp>
      <p:sp>
        <p:nvSpPr>
          <p:cNvPr id="6" name="Slide Number Placeholder 5">
            <a:extLst>
              <a:ext uri="{FF2B5EF4-FFF2-40B4-BE49-F238E27FC236}">
                <a16:creationId xmlns:a16="http://schemas.microsoft.com/office/drawing/2014/main" id="{49139E57-6805-A9B4-3418-9D257F95ACF3}"/>
              </a:ext>
            </a:extLst>
          </p:cNvPr>
          <p:cNvSpPr>
            <a:spLocks noGrp="1"/>
          </p:cNvSpPr>
          <p:nvPr>
            <p:ph type="sldNum" sz="quarter" idx="12"/>
          </p:nvPr>
        </p:nvSpPr>
        <p:spPr/>
        <p:txBody>
          <a:bodyPr/>
          <a:lstStyle/>
          <a:p>
            <a:fld id="{E370B7C0-46F6-4DF2-8928-276E092CFE71}" type="slidenum">
              <a:rPr lang="en-CA" smtClean="0"/>
              <a:t>30</a:t>
            </a:fld>
            <a:endParaRPr lang="en-CA"/>
          </a:p>
        </p:txBody>
      </p:sp>
      <p:pic>
        <p:nvPicPr>
          <p:cNvPr id="4" name="Picture 3">
            <a:extLst>
              <a:ext uri="{FF2B5EF4-FFF2-40B4-BE49-F238E27FC236}">
                <a16:creationId xmlns:a16="http://schemas.microsoft.com/office/drawing/2014/main" id="{0AE2FC3B-CD65-57FF-5E52-BBA5C3E031C8}"/>
              </a:ext>
            </a:extLst>
          </p:cNvPr>
          <p:cNvPicPr>
            <a:picLocks noChangeAspect="1"/>
          </p:cNvPicPr>
          <p:nvPr/>
        </p:nvPicPr>
        <p:blipFill>
          <a:blip r:embed="rId3"/>
          <a:stretch>
            <a:fillRect/>
          </a:stretch>
        </p:blipFill>
        <p:spPr>
          <a:xfrm>
            <a:off x="0" y="0"/>
            <a:ext cx="12192000" cy="6858000"/>
          </a:xfrm>
          <a:prstGeom prst="rect">
            <a:avLst/>
          </a:prstGeom>
        </p:spPr>
      </p:pic>
      <p:sp>
        <p:nvSpPr>
          <p:cNvPr id="7" name="Slide Number Placeholder 5">
            <a:extLst>
              <a:ext uri="{FF2B5EF4-FFF2-40B4-BE49-F238E27FC236}">
                <a16:creationId xmlns:a16="http://schemas.microsoft.com/office/drawing/2014/main" id="{DA90D7D3-65A1-973B-25BB-696F097A5BB9}"/>
              </a:ext>
            </a:extLst>
          </p:cNvPr>
          <p:cNvSpPr txBox="1">
            <a:spLocks/>
          </p:cNvSpPr>
          <p:nvPr/>
        </p:nvSpPr>
        <p:spPr>
          <a:xfrm>
            <a:off x="3581400" y="64054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70B7C0-46F6-4DF2-8928-276E092CFE71}" type="slidenum">
              <a:rPr lang="en-CA" sz="1800" b="1" smtClean="0"/>
              <a:pPr/>
              <a:t>30</a:t>
            </a:fld>
            <a:endParaRPr lang="en-CA" sz="1800" b="1" dirty="0"/>
          </a:p>
        </p:txBody>
      </p:sp>
      <p:sp>
        <p:nvSpPr>
          <p:cNvPr id="18" name="TextBox 17">
            <a:extLst>
              <a:ext uri="{FF2B5EF4-FFF2-40B4-BE49-F238E27FC236}">
                <a16:creationId xmlns:a16="http://schemas.microsoft.com/office/drawing/2014/main" id="{265CE6AE-17F6-3AAF-7E22-DBDA579E0482}"/>
              </a:ext>
            </a:extLst>
          </p:cNvPr>
          <p:cNvSpPr txBox="1"/>
          <p:nvPr/>
        </p:nvSpPr>
        <p:spPr>
          <a:xfrm>
            <a:off x="595312" y="670369"/>
            <a:ext cx="9650124" cy="584775"/>
          </a:xfrm>
          <a:prstGeom prst="rect">
            <a:avLst/>
          </a:prstGeom>
          <a:noFill/>
        </p:spPr>
        <p:txBody>
          <a:bodyPr wrap="square" rtlCol="0">
            <a:spAutoFit/>
          </a:bodyPr>
          <a:lstStyle/>
          <a:p>
            <a:r>
              <a:rPr lang="en-US" sz="3200" b="1" dirty="0">
                <a:solidFill>
                  <a:schemeClr val="accent5"/>
                </a:solidFill>
                <a:latin typeface="Georgia" panose="02040502050405020303" pitchFamily="18" charset="0"/>
              </a:rPr>
              <a:t>Experiment 4 — Correlation Analysis</a:t>
            </a:r>
          </a:p>
        </p:txBody>
      </p:sp>
      <p:sp>
        <p:nvSpPr>
          <p:cNvPr id="2" name="TextBox 1">
            <a:extLst>
              <a:ext uri="{FF2B5EF4-FFF2-40B4-BE49-F238E27FC236}">
                <a16:creationId xmlns:a16="http://schemas.microsoft.com/office/drawing/2014/main" id="{DA01FE44-3E10-20E9-58A8-76E94F0DA1FA}"/>
              </a:ext>
            </a:extLst>
          </p:cNvPr>
          <p:cNvSpPr txBox="1"/>
          <p:nvPr/>
        </p:nvSpPr>
        <p:spPr>
          <a:xfrm>
            <a:off x="595312" y="1434335"/>
            <a:ext cx="7135524" cy="4063869"/>
          </a:xfrm>
          <a:prstGeom prst="rect">
            <a:avLst/>
          </a:prstGeom>
          <a:noFill/>
        </p:spPr>
        <p:txBody>
          <a:bodyPr wrap="square" rtlCol="0">
            <a:spAutoFit/>
          </a:bodyPr>
          <a:lstStyle/>
          <a:p>
            <a:pPr marL="342900" indent="-342900">
              <a:lnSpc>
                <a:spcPct val="200000"/>
              </a:lnSpc>
              <a:buFont typeface="Arial" panose="020B0604020202020204" pitchFamily="34" charset="0"/>
              <a:buChar char="•"/>
            </a:pPr>
            <a:r>
              <a:rPr lang="en-US" sz="2200" dirty="0"/>
              <a:t>Found </a:t>
            </a:r>
            <a:r>
              <a:rPr lang="en-US" sz="2200" b="1" dirty="0"/>
              <a:t>454 highly correlated feature pairs (&gt; 0.9)</a:t>
            </a:r>
          </a:p>
          <a:p>
            <a:pPr marL="342900" indent="-342900">
              <a:lnSpc>
                <a:spcPct val="200000"/>
              </a:lnSpc>
              <a:buFont typeface="Arial" panose="020B0604020202020204" pitchFamily="34" charset="0"/>
              <a:buChar char="•"/>
            </a:pPr>
            <a:r>
              <a:rPr lang="en-CA" sz="2200" dirty="0"/>
              <a:t>Indicates significant redundancy in SCADA data</a:t>
            </a:r>
          </a:p>
          <a:p>
            <a:pPr marL="342900" indent="-342900">
              <a:lnSpc>
                <a:spcPct val="200000"/>
              </a:lnSpc>
              <a:buFont typeface="Arial" panose="020B0604020202020204" pitchFamily="34" charset="0"/>
              <a:buChar char="•"/>
            </a:pPr>
            <a:r>
              <a:rPr lang="en-CA" sz="2200" dirty="0"/>
              <a:t>Feature reduction:</a:t>
            </a:r>
          </a:p>
          <a:p>
            <a:pPr marL="800100" lvl="1" indent="-342900">
              <a:lnSpc>
                <a:spcPct val="200000"/>
              </a:lnSpc>
              <a:buFont typeface="Courier New" panose="02070309020205020404" pitchFamily="49" charset="0"/>
              <a:buChar char="o"/>
            </a:pPr>
            <a:r>
              <a:rPr lang="en-CA" sz="2200" dirty="0"/>
              <a:t>Original features: </a:t>
            </a:r>
            <a:r>
              <a:rPr lang="en-CA" sz="2200" b="1" dirty="0"/>
              <a:t>116</a:t>
            </a:r>
          </a:p>
          <a:p>
            <a:pPr marL="800100" lvl="1" indent="-342900">
              <a:lnSpc>
                <a:spcPct val="200000"/>
              </a:lnSpc>
              <a:buFont typeface="Courier New" panose="02070309020205020404" pitchFamily="49" charset="0"/>
              <a:buChar char="o"/>
            </a:pPr>
            <a:r>
              <a:rPr lang="en-CA" sz="2200" dirty="0"/>
              <a:t>After pruning: </a:t>
            </a:r>
            <a:r>
              <a:rPr lang="en-CA" sz="2200" b="1" dirty="0"/>
              <a:t>51</a:t>
            </a:r>
            <a:endParaRPr lang="en-CA" sz="2200" dirty="0"/>
          </a:p>
          <a:p>
            <a:pPr marL="800100" lvl="1" indent="-342900">
              <a:lnSpc>
                <a:spcPct val="200000"/>
              </a:lnSpc>
              <a:buFont typeface="Courier New" panose="02070309020205020404" pitchFamily="49" charset="0"/>
              <a:buChar char="o"/>
            </a:pPr>
            <a:r>
              <a:rPr lang="en-CA" sz="2200" dirty="0"/>
              <a:t>Removed features: </a:t>
            </a:r>
            <a:r>
              <a:rPr lang="en-CA" sz="2200" b="1" dirty="0"/>
              <a:t>65</a:t>
            </a:r>
            <a:endParaRPr lang="en-US" sz="2200" dirty="0"/>
          </a:p>
        </p:txBody>
      </p:sp>
      <p:sp>
        <p:nvSpPr>
          <p:cNvPr id="3" name="Date Placeholder 4">
            <a:extLst>
              <a:ext uri="{FF2B5EF4-FFF2-40B4-BE49-F238E27FC236}">
                <a16:creationId xmlns:a16="http://schemas.microsoft.com/office/drawing/2014/main" id="{4C531B96-21E9-C705-0C41-00C003799855}"/>
              </a:ext>
            </a:extLst>
          </p:cNvPr>
          <p:cNvSpPr txBox="1">
            <a:spLocks/>
          </p:cNvSpPr>
          <p:nvPr/>
        </p:nvSpPr>
        <p:spPr>
          <a:xfrm>
            <a:off x="364549" y="6432085"/>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a:t>2026-03-26</a:t>
            </a:r>
            <a:endParaRPr lang="en-CA" dirty="0"/>
          </a:p>
        </p:txBody>
      </p:sp>
    </p:spTree>
    <p:extLst>
      <p:ext uri="{BB962C8B-B14F-4D97-AF65-F5344CB8AC3E}">
        <p14:creationId xmlns:p14="http://schemas.microsoft.com/office/powerpoint/2010/main" val="39996767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56004-4F81-4BC0-489E-6BD447E9CDC2}"/>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BA06EEB3-2EDB-85B5-ACA0-E33980D00073}"/>
              </a:ext>
            </a:extLst>
          </p:cNvPr>
          <p:cNvSpPr>
            <a:spLocks noGrp="1"/>
          </p:cNvSpPr>
          <p:nvPr>
            <p:ph type="ctrTitle"/>
          </p:nvPr>
        </p:nvSpPr>
        <p:spPr/>
        <p:txBody>
          <a:bodyPr/>
          <a:lstStyle/>
          <a:p>
            <a:endParaRPr lang="en-CA"/>
          </a:p>
        </p:txBody>
      </p:sp>
      <p:sp>
        <p:nvSpPr>
          <p:cNvPr id="13" name="Subtitle 12">
            <a:extLst>
              <a:ext uri="{FF2B5EF4-FFF2-40B4-BE49-F238E27FC236}">
                <a16:creationId xmlns:a16="http://schemas.microsoft.com/office/drawing/2014/main" id="{7E65BDDC-6CE8-5EE1-D1CD-A7E915BA4C1B}"/>
              </a:ext>
            </a:extLst>
          </p:cNvPr>
          <p:cNvSpPr>
            <a:spLocks noGrp="1"/>
          </p:cNvSpPr>
          <p:nvPr>
            <p:ph type="subTitle" idx="1"/>
          </p:nvPr>
        </p:nvSpPr>
        <p:spPr/>
        <p:txBody>
          <a:bodyPr/>
          <a:lstStyle/>
          <a:p>
            <a:endParaRPr lang="en-CA"/>
          </a:p>
        </p:txBody>
      </p:sp>
      <p:sp>
        <p:nvSpPr>
          <p:cNvPr id="5" name="Date Placeholder 4">
            <a:extLst>
              <a:ext uri="{FF2B5EF4-FFF2-40B4-BE49-F238E27FC236}">
                <a16:creationId xmlns:a16="http://schemas.microsoft.com/office/drawing/2014/main" id="{993D3F2B-19C1-1106-80E5-4BE6BEF148BF}"/>
              </a:ext>
            </a:extLst>
          </p:cNvPr>
          <p:cNvSpPr>
            <a:spLocks noGrp="1"/>
          </p:cNvSpPr>
          <p:nvPr>
            <p:ph type="dt" sz="half" idx="10"/>
          </p:nvPr>
        </p:nvSpPr>
        <p:spPr/>
        <p:txBody>
          <a:bodyPr/>
          <a:lstStyle/>
          <a:p>
            <a:fld id="{D3831AF8-77C7-473C-A1B2-C1424B415F47}" type="datetime1">
              <a:rPr lang="en-CA" smtClean="0"/>
              <a:t>2026-03-26</a:t>
            </a:fld>
            <a:endParaRPr lang="en-CA"/>
          </a:p>
        </p:txBody>
      </p:sp>
      <p:sp>
        <p:nvSpPr>
          <p:cNvPr id="6" name="Slide Number Placeholder 5">
            <a:extLst>
              <a:ext uri="{FF2B5EF4-FFF2-40B4-BE49-F238E27FC236}">
                <a16:creationId xmlns:a16="http://schemas.microsoft.com/office/drawing/2014/main" id="{9C4529BC-EA33-9454-D3AF-236881830DDB}"/>
              </a:ext>
            </a:extLst>
          </p:cNvPr>
          <p:cNvSpPr>
            <a:spLocks noGrp="1"/>
          </p:cNvSpPr>
          <p:nvPr>
            <p:ph type="sldNum" sz="quarter" idx="12"/>
          </p:nvPr>
        </p:nvSpPr>
        <p:spPr/>
        <p:txBody>
          <a:bodyPr/>
          <a:lstStyle/>
          <a:p>
            <a:fld id="{E370B7C0-46F6-4DF2-8928-276E092CFE71}" type="slidenum">
              <a:rPr lang="en-CA" smtClean="0"/>
              <a:t>31</a:t>
            </a:fld>
            <a:endParaRPr lang="en-CA"/>
          </a:p>
        </p:txBody>
      </p:sp>
      <p:pic>
        <p:nvPicPr>
          <p:cNvPr id="4" name="Picture 3">
            <a:extLst>
              <a:ext uri="{FF2B5EF4-FFF2-40B4-BE49-F238E27FC236}">
                <a16:creationId xmlns:a16="http://schemas.microsoft.com/office/drawing/2014/main" id="{F3B25EA2-0FD6-DF47-5D8C-ADF1979CB01B}"/>
              </a:ext>
            </a:extLst>
          </p:cNvPr>
          <p:cNvPicPr>
            <a:picLocks noChangeAspect="1"/>
          </p:cNvPicPr>
          <p:nvPr/>
        </p:nvPicPr>
        <p:blipFill>
          <a:blip r:embed="rId3"/>
          <a:stretch>
            <a:fillRect/>
          </a:stretch>
        </p:blipFill>
        <p:spPr>
          <a:xfrm>
            <a:off x="0" y="0"/>
            <a:ext cx="12192000" cy="6858000"/>
          </a:xfrm>
          <a:prstGeom prst="rect">
            <a:avLst/>
          </a:prstGeom>
        </p:spPr>
      </p:pic>
      <p:sp>
        <p:nvSpPr>
          <p:cNvPr id="7" name="Slide Number Placeholder 5">
            <a:extLst>
              <a:ext uri="{FF2B5EF4-FFF2-40B4-BE49-F238E27FC236}">
                <a16:creationId xmlns:a16="http://schemas.microsoft.com/office/drawing/2014/main" id="{FBFDE98D-5052-9CD8-2086-D5BB6BC11549}"/>
              </a:ext>
            </a:extLst>
          </p:cNvPr>
          <p:cNvSpPr txBox="1">
            <a:spLocks/>
          </p:cNvSpPr>
          <p:nvPr/>
        </p:nvSpPr>
        <p:spPr>
          <a:xfrm>
            <a:off x="3581400" y="64054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70B7C0-46F6-4DF2-8928-276E092CFE71}" type="slidenum">
              <a:rPr lang="en-CA" sz="1800" b="1" smtClean="0"/>
              <a:pPr/>
              <a:t>31</a:t>
            </a:fld>
            <a:endParaRPr lang="en-CA" sz="1800" b="1" dirty="0"/>
          </a:p>
        </p:txBody>
      </p:sp>
      <p:sp>
        <p:nvSpPr>
          <p:cNvPr id="18" name="TextBox 17">
            <a:extLst>
              <a:ext uri="{FF2B5EF4-FFF2-40B4-BE49-F238E27FC236}">
                <a16:creationId xmlns:a16="http://schemas.microsoft.com/office/drawing/2014/main" id="{7E427908-C052-AFE1-5B9A-4EACF66335B9}"/>
              </a:ext>
            </a:extLst>
          </p:cNvPr>
          <p:cNvSpPr txBox="1"/>
          <p:nvPr/>
        </p:nvSpPr>
        <p:spPr>
          <a:xfrm>
            <a:off x="595312" y="670369"/>
            <a:ext cx="9650124" cy="584775"/>
          </a:xfrm>
          <a:prstGeom prst="rect">
            <a:avLst/>
          </a:prstGeom>
          <a:noFill/>
        </p:spPr>
        <p:txBody>
          <a:bodyPr wrap="square" rtlCol="0">
            <a:spAutoFit/>
          </a:bodyPr>
          <a:lstStyle/>
          <a:p>
            <a:r>
              <a:rPr lang="en-US" sz="3200" b="1" dirty="0">
                <a:solidFill>
                  <a:schemeClr val="accent5"/>
                </a:solidFill>
                <a:latin typeface="Georgia" panose="02040502050405020303" pitchFamily="18" charset="0"/>
              </a:rPr>
              <a:t>Experiment 4 — Results</a:t>
            </a:r>
          </a:p>
        </p:txBody>
      </p:sp>
      <p:sp>
        <p:nvSpPr>
          <p:cNvPr id="2" name="TextBox 1">
            <a:extLst>
              <a:ext uri="{FF2B5EF4-FFF2-40B4-BE49-F238E27FC236}">
                <a16:creationId xmlns:a16="http://schemas.microsoft.com/office/drawing/2014/main" id="{4DDCA461-D8BB-8D63-450C-B83E12258712}"/>
              </a:ext>
            </a:extLst>
          </p:cNvPr>
          <p:cNvSpPr txBox="1"/>
          <p:nvPr/>
        </p:nvSpPr>
        <p:spPr>
          <a:xfrm>
            <a:off x="595312" y="1434335"/>
            <a:ext cx="7603115" cy="5601533"/>
          </a:xfrm>
          <a:prstGeom prst="rect">
            <a:avLst/>
          </a:prstGeom>
          <a:noFill/>
        </p:spPr>
        <p:txBody>
          <a:bodyPr wrap="square" rtlCol="0">
            <a:spAutoFit/>
          </a:bodyPr>
          <a:lstStyle/>
          <a:p>
            <a:pPr marL="342900" indent="-342900">
              <a:buFont typeface="Arial" panose="020B0604020202020204" pitchFamily="34" charset="0"/>
              <a:buChar char="•"/>
            </a:pPr>
            <a:r>
              <a:rPr lang="en-US" sz="2400" dirty="0"/>
              <a:t>Large number of correlated features removed </a:t>
            </a:r>
            <a:r>
              <a:rPr lang="en-CA" sz="2200" dirty="0"/>
              <a:t>Indicates significant redundancy in SCADA data</a:t>
            </a:r>
          </a:p>
          <a:p>
            <a:pPr marL="342900" indent="-342900">
              <a:lnSpc>
                <a:spcPct val="150000"/>
              </a:lnSpc>
              <a:buFont typeface="Arial" panose="020B0604020202020204" pitchFamily="34" charset="0"/>
              <a:buChar char="•"/>
            </a:pPr>
            <a:r>
              <a:rPr lang="en-CA" sz="2400" dirty="0"/>
              <a:t>Feature count reduced significantly</a:t>
            </a:r>
          </a:p>
          <a:p>
            <a:pPr marL="342900" indent="-342900">
              <a:lnSpc>
                <a:spcPct val="150000"/>
              </a:lnSpc>
              <a:buFont typeface="Arial" panose="020B0604020202020204" pitchFamily="34" charset="0"/>
              <a:buChar char="•"/>
            </a:pPr>
            <a:r>
              <a:rPr lang="en-US" sz="2400" dirty="0"/>
              <a:t>Performance:</a:t>
            </a:r>
          </a:p>
          <a:p>
            <a:pPr marL="1257300" lvl="2" indent="-342900">
              <a:lnSpc>
                <a:spcPct val="150000"/>
              </a:lnSpc>
              <a:buFont typeface="Courier New" panose="02070309020205020404" pitchFamily="49" charset="0"/>
              <a:buChar char="o"/>
            </a:pPr>
            <a:r>
              <a:rPr lang="en-US" sz="2400" dirty="0"/>
              <a:t>Accuracy: </a:t>
            </a:r>
            <a:r>
              <a:rPr lang="en-US" sz="2400" b="1" dirty="0"/>
              <a:t>97.66% ± 0.32%</a:t>
            </a:r>
            <a:endParaRPr lang="en-US" sz="2400" dirty="0"/>
          </a:p>
          <a:p>
            <a:pPr marL="1257300" lvl="2" indent="-342900">
              <a:lnSpc>
                <a:spcPct val="150000"/>
              </a:lnSpc>
              <a:buFont typeface="Courier New" panose="02070309020205020404" pitchFamily="49" charset="0"/>
              <a:buChar char="o"/>
            </a:pPr>
            <a:r>
              <a:rPr lang="en-US" sz="2400" dirty="0"/>
              <a:t>F1 Score: </a:t>
            </a:r>
            <a:r>
              <a:rPr lang="en-US" sz="2400" b="1" dirty="0"/>
              <a:t>97.65% ± 0.32%</a:t>
            </a:r>
            <a:endParaRPr lang="en-US" sz="2400" dirty="0"/>
          </a:p>
          <a:p>
            <a:pPr marL="1257300" lvl="2" indent="-342900">
              <a:lnSpc>
                <a:spcPct val="150000"/>
              </a:lnSpc>
              <a:buFont typeface="Courier New" panose="02070309020205020404" pitchFamily="49" charset="0"/>
              <a:buChar char="o"/>
            </a:pPr>
            <a:r>
              <a:rPr lang="en-US" sz="2400" dirty="0"/>
              <a:t>ROC-AUC: </a:t>
            </a:r>
            <a:r>
              <a:rPr lang="en-US" sz="2400" b="1" dirty="0"/>
              <a:t>0.9974 ± 0.0008</a:t>
            </a:r>
          </a:p>
          <a:p>
            <a:pPr marL="342900" indent="-342900">
              <a:lnSpc>
                <a:spcPct val="150000"/>
              </a:lnSpc>
              <a:buFont typeface="Arial" panose="020B0604020202020204" pitchFamily="34" charset="0"/>
              <a:buChar char="•"/>
            </a:pPr>
            <a:r>
              <a:rPr lang="en-US" sz="2400" dirty="0"/>
              <a:t>Slight drop in performance observed</a:t>
            </a:r>
            <a:endParaRPr lang="en-US" sz="2400" b="1" dirty="0"/>
          </a:p>
          <a:p>
            <a:pPr lvl="2"/>
            <a:endParaRPr lang="en-US" sz="2400" b="1" dirty="0"/>
          </a:p>
          <a:p>
            <a:pPr lvl="2"/>
            <a:endParaRPr lang="en-US" sz="2400" b="1" dirty="0"/>
          </a:p>
          <a:p>
            <a:pPr marL="1257300" lvl="2" indent="-342900">
              <a:buFont typeface="Courier New" panose="02070309020205020404" pitchFamily="49" charset="0"/>
              <a:buChar char="o"/>
            </a:pPr>
            <a:endParaRPr lang="en-US" sz="2400" b="1" dirty="0"/>
          </a:p>
          <a:p>
            <a:pPr marL="1257300" lvl="2" indent="-342900">
              <a:buFont typeface="Courier New" panose="02070309020205020404" pitchFamily="49" charset="0"/>
              <a:buChar char="o"/>
            </a:pPr>
            <a:endParaRPr lang="en-US" sz="2400" b="1" dirty="0"/>
          </a:p>
        </p:txBody>
      </p:sp>
      <p:graphicFrame>
        <p:nvGraphicFramePr>
          <p:cNvPr id="15" name="Chart 14">
            <a:extLst>
              <a:ext uri="{FF2B5EF4-FFF2-40B4-BE49-F238E27FC236}">
                <a16:creationId xmlns:a16="http://schemas.microsoft.com/office/drawing/2014/main" id="{BA41B9BB-E121-1961-46D4-4A7DB093D7F7}"/>
              </a:ext>
            </a:extLst>
          </p:cNvPr>
          <p:cNvGraphicFramePr/>
          <p:nvPr>
            <p:extLst>
              <p:ext uri="{D42A27DB-BD31-4B8C-83A1-F6EECF244321}">
                <p14:modId xmlns:p14="http://schemas.microsoft.com/office/powerpoint/2010/main" val="1020584513"/>
              </p:ext>
            </p:extLst>
          </p:nvPr>
        </p:nvGraphicFramePr>
        <p:xfrm>
          <a:off x="7070725" y="1399360"/>
          <a:ext cx="4724978" cy="4405355"/>
        </p:xfrm>
        <a:graphic>
          <a:graphicData uri="http://schemas.openxmlformats.org/drawingml/2006/chart">
            <c:chart xmlns:c="http://schemas.openxmlformats.org/drawingml/2006/chart" xmlns:r="http://schemas.openxmlformats.org/officeDocument/2006/relationships" r:id="rId4"/>
          </a:graphicData>
        </a:graphic>
      </p:graphicFrame>
      <p:sp>
        <p:nvSpPr>
          <p:cNvPr id="3" name="Date Placeholder 4">
            <a:extLst>
              <a:ext uri="{FF2B5EF4-FFF2-40B4-BE49-F238E27FC236}">
                <a16:creationId xmlns:a16="http://schemas.microsoft.com/office/drawing/2014/main" id="{32245CB6-FE60-4E48-5B93-692E4581E282}"/>
              </a:ext>
            </a:extLst>
          </p:cNvPr>
          <p:cNvSpPr txBox="1">
            <a:spLocks/>
          </p:cNvSpPr>
          <p:nvPr/>
        </p:nvSpPr>
        <p:spPr>
          <a:xfrm>
            <a:off x="364549" y="6432085"/>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a:t>2026-03-26</a:t>
            </a:r>
            <a:endParaRPr lang="en-CA" dirty="0"/>
          </a:p>
        </p:txBody>
      </p:sp>
    </p:spTree>
    <p:extLst>
      <p:ext uri="{BB962C8B-B14F-4D97-AF65-F5344CB8AC3E}">
        <p14:creationId xmlns:p14="http://schemas.microsoft.com/office/powerpoint/2010/main" val="19920273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CC7B9-B95E-DC17-0223-C27BA30FFEF1}"/>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B145BF18-7854-494B-581F-B82402B45685}"/>
              </a:ext>
            </a:extLst>
          </p:cNvPr>
          <p:cNvSpPr>
            <a:spLocks noGrp="1"/>
          </p:cNvSpPr>
          <p:nvPr>
            <p:ph type="ctrTitle"/>
          </p:nvPr>
        </p:nvSpPr>
        <p:spPr/>
        <p:txBody>
          <a:bodyPr/>
          <a:lstStyle/>
          <a:p>
            <a:endParaRPr lang="en-CA"/>
          </a:p>
        </p:txBody>
      </p:sp>
      <p:sp>
        <p:nvSpPr>
          <p:cNvPr id="13" name="Subtitle 12">
            <a:extLst>
              <a:ext uri="{FF2B5EF4-FFF2-40B4-BE49-F238E27FC236}">
                <a16:creationId xmlns:a16="http://schemas.microsoft.com/office/drawing/2014/main" id="{2F68F553-F402-7E38-487F-E8FEF7AEA89E}"/>
              </a:ext>
            </a:extLst>
          </p:cNvPr>
          <p:cNvSpPr>
            <a:spLocks noGrp="1"/>
          </p:cNvSpPr>
          <p:nvPr>
            <p:ph type="subTitle" idx="1"/>
          </p:nvPr>
        </p:nvSpPr>
        <p:spPr/>
        <p:txBody>
          <a:bodyPr/>
          <a:lstStyle/>
          <a:p>
            <a:endParaRPr lang="en-CA"/>
          </a:p>
        </p:txBody>
      </p:sp>
      <p:sp>
        <p:nvSpPr>
          <p:cNvPr id="5" name="Date Placeholder 4">
            <a:extLst>
              <a:ext uri="{FF2B5EF4-FFF2-40B4-BE49-F238E27FC236}">
                <a16:creationId xmlns:a16="http://schemas.microsoft.com/office/drawing/2014/main" id="{EB954A5D-3B9C-5312-2695-723F1D60247B}"/>
              </a:ext>
            </a:extLst>
          </p:cNvPr>
          <p:cNvSpPr>
            <a:spLocks noGrp="1"/>
          </p:cNvSpPr>
          <p:nvPr>
            <p:ph type="dt" sz="half" idx="10"/>
          </p:nvPr>
        </p:nvSpPr>
        <p:spPr/>
        <p:txBody>
          <a:bodyPr/>
          <a:lstStyle/>
          <a:p>
            <a:fld id="{D3831AF8-77C7-473C-A1B2-C1424B415F47}" type="datetime1">
              <a:rPr lang="en-CA" smtClean="0"/>
              <a:t>2026-03-26</a:t>
            </a:fld>
            <a:endParaRPr lang="en-CA"/>
          </a:p>
        </p:txBody>
      </p:sp>
      <p:sp>
        <p:nvSpPr>
          <p:cNvPr id="6" name="Slide Number Placeholder 5">
            <a:extLst>
              <a:ext uri="{FF2B5EF4-FFF2-40B4-BE49-F238E27FC236}">
                <a16:creationId xmlns:a16="http://schemas.microsoft.com/office/drawing/2014/main" id="{91792C9A-971F-7578-A4D9-B8D3DEB33587}"/>
              </a:ext>
            </a:extLst>
          </p:cNvPr>
          <p:cNvSpPr>
            <a:spLocks noGrp="1"/>
          </p:cNvSpPr>
          <p:nvPr>
            <p:ph type="sldNum" sz="quarter" idx="12"/>
          </p:nvPr>
        </p:nvSpPr>
        <p:spPr/>
        <p:txBody>
          <a:bodyPr/>
          <a:lstStyle/>
          <a:p>
            <a:fld id="{E370B7C0-46F6-4DF2-8928-276E092CFE71}" type="slidenum">
              <a:rPr lang="en-CA" smtClean="0"/>
              <a:t>32</a:t>
            </a:fld>
            <a:endParaRPr lang="en-CA"/>
          </a:p>
        </p:txBody>
      </p:sp>
      <p:pic>
        <p:nvPicPr>
          <p:cNvPr id="4" name="Picture 3">
            <a:extLst>
              <a:ext uri="{FF2B5EF4-FFF2-40B4-BE49-F238E27FC236}">
                <a16:creationId xmlns:a16="http://schemas.microsoft.com/office/drawing/2014/main" id="{0CDAAB4D-2301-19EE-272B-C8D9EE615B5B}"/>
              </a:ext>
            </a:extLst>
          </p:cNvPr>
          <p:cNvPicPr>
            <a:picLocks noChangeAspect="1"/>
          </p:cNvPicPr>
          <p:nvPr/>
        </p:nvPicPr>
        <p:blipFill>
          <a:blip r:embed="rId3"/>
          <a:stretch>
            <a:fillRect/>
          </a:stretch>
        </p:blipFill>
        <p:spPr>
          <a:xfrm>
            <a:off x="0" y="0"/>
            <a:ext cx="12192000" cy="6858000"/>
          </a:xfrm>
          <a:prstGeom prst="rect">
            <a:avLst/>
          </a:prstGeom>
        </p:spPr>
      </p:pic>
      <p:sp>
        <p:nvSpPr>
          <p:cNvPr id="7" name="Slide Number Placeholder 5">
            <a:extLst>
              <a:ext uri="{FF2B5EF4-FFF2-40B4-BE49-F238E27FC236}">
                <a16:creationId xmlns:a16="http://schemas.microsoft.com/office/drawing/2014/main" id="{B9C6FEFC-DC30-C864-8DFE-9ABD9960C42D}"/>
              </a:ext>
            </a:extLst>
          </p:cNvPr>
          <p:cNvSpPr txBox="1">
            <a:spLocks/>
          </p:cNvSpPr>
          <p:nvPr/>
        </p:nvSpPr>
        <p:spPr>
          <a:xfrm>
            <a:off x="3581400" y="64054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70B7C0-46F6-4DF2-8928-276E092CFE71}" type="slidenum">
              <a:rPr lang="en-CA" sz="1800" b="1" smtClean="0"/>
              <a:pPr/>
              <a:t>32</a:t>
            </a:fld>
            <a:endParaRPr lang="en-CA" sz="1800" b="1" dirty="0"/>
          </a:p>
        </p:txBody>
      </p:sp>
      <p:sp>
        <p:nvSpPr>
          <p:cNvPr id="18" name="TextBox 17">
            <a:extLst>
              <a:ext uri="{FF2B5EF4-FFF2-40B4-BE49-F238E27FC236}">
                <a16:creationId xmlns:a16="http://schemas.microsoft.com/office/drawing/2014/main" id="{35CBCD11-0864-3B1E-0DAD-B2297295071A}"/>
              </a:ext>
            </a:extLst>
          </p:cNvPr>
          <p:cNvSpPr txBox="1"/>
          <p:nvPr/>
        </p:nvSpPr>
        <p:spPr>
          <a:xfrm>
            <a:off x="595312" y="670369"/>
            <a:ext cx="9650124" cy="584775"/>
          </a:xfrm>
          <a:prstGeom prst="rect">
            <a:avLst/>
          </a:prstGeom>
          <a:noFill/>
        </p:spPr>
        <p:txBody>
          <a:bodyPr wrap="square" rtlCol="0">
            <a:spAutoFit/>
          </a:bodyPr>
          <a:lstStyle/>
          <a:p>
            <a:r>
              <a:rPr lang="en-US" sz="3200" b="1" dirty="0">
                <a:solidFill>
                  <a:schemeClr val="accent5"/>
                </a:solidFill>
                <a:latin typeface="Georgia" panose="02040502050405020303" pitchFamily="18" charset="0"/>
              </a:rPr>
              <a:t>Experiment 5 — Optimal Feature Count</a:t>
            </a:r>
          </a:p>
        </p:txBody>
      </p:sp>
      <p:sp>
        <p:nvSpPr>
          <p:cNvPr id="2" name="TextBox 1">
            <a:extLst>
              <a:ext uri="{FF2B5EF4-FFF2-40B4-BE49-F238E27FC236}">
                <a16:creationId xmlns:a16="http://schemas.microsoft.com/office/drawing/2014/main" id="{13EB013F-15E7-84B0-4AFF-0427A061F27D}"/>
              </a:ext>
            </a:extLst>
          </p:cNvPr>
          <p:cNvSpPr txBox="1"/>
          <p:nvPr/>
        </p:nvSpPr>
        <p:spPr>
          <a:xfrm>
            <a:off x="595312" y="1434335"/>
            <a:ext cx="10928206" cy="4832092"/>
          </a:xfrm>
          <a:prstGeom prst="rect">
            <a:avLst/>
          </a:prstGeom>
          <a:noFill/>
        </p:spPr>
        <p:txBody>
          <a:bodyPr wrap="square" rtlCol="0">
            <a:spAutoFit/>
          </a:bodyPr>
          <a:lstStyle/>
          <a:p>
            <a:pPr marL="342900" indent="-342900">
              <a:buFont typeface="Arial" panose="020B0604020202020204" pitchFamily="34" charset="0"/>
              <a:buChar char="•"/>
            </a:pPr>
            <a:r>
              <a:rPr lang="en-US" sz="2200" dirty="0"/>
              <a:t>Previous experiments show performance improves with more features</a:t>
            </a:r>
          </a:p>
          <a:p>
            <a:pPr marL="342900" indent="-342900">
              <a:buFont typeface="Arial" panose="020B0604020202020204" pitchFamily="34" charset="0"/>
              <a:buChar char="•"/>
            </a:pPr>
            <a:r>
              <a:rPr lang="en-US" sz="2200" dirty="0"/>
              <a:t>However, after a point, improvement becomes minimal</a:t>
            </a:r>
          </a:p>
          <a:p>
            <a:pPr marL="342900" indent="-342900">
              <a:buFont typeface="Arial" panose="020B0604020202020204" pitchFamily="34" charset="0"/>
              <a:buChar char="•"/>
            </a:pPr>
            <a:r>
              <a:rPr lang="en-US" sz="2200" b="1" dirty="0"/>
              <a:t>Problem</a:t>
            </a:r>
            <a:r>
              <a:rPr lang="en-US" sz="2200" dirty="0"/>
              <a:t>:</a:t>
            </a:r>
          </a:p>
          <a:p>
            <a:pPr marL="1257300" lvl="2" indent="-342900">
              <a:buFont typeface="Courier New" panose="02070309020205020404" pitchFamily="49" charset="0"/>
              <a:buChar char="o"/>
            </a:pPr>
            <a:r>
              <a:rPr lang="en-US" sz="2200" dirty="0"/>
              <a:t>How many features are actually needed?</a:t>
            </a:r>
          </a:p>
          <a:p>
            <a:pPr marL="342900" indent="-342900">
              <a:buFont typeface="Arial" panose="020B0604020202020204" pitchFamily="34" charset="0"/>
              <a:buChar char="•"/>
            </a:pPr>
            <a:r>
              <a:rPr lang="en-CA" sz="2200" b="1" dirty="0"/>
              <a:t>Idea</a:t>
            </a:r>
            <a:r>
              <a:rPr lang="en-CA" sz="2200" dirty="0"/>
              <a:t>:</a:t>
            </a:r>
          </a:p>
          <a:p>
            <a:pPr marL="800100" lvl="1" indent="-342900">
              <a:buFont typeface="Courier New" panose="02070309020205020404" pitchFamily="49" charset="0"/>
              <a:buChar char="o"/>
            </a:pPr>
            <a:r>
              <a:rPr lang="en-US" sz="2200" dirty="0"/>
              <a:t>Rank features using SHAP importance</a:t>
            </a:r>
          </a:p>
          <a:p>
            <a:pPr marL="800100" lvl="1" indent="-342900">
              <a:buFont typeface="Courier New" panose="02070309020205020404" pitchFamily="49" charset="0"/>
              <a:buChar char="o"/>
            </a:pPr>
            <a:r>
              <a:rPr lang="en-US" sz="2200" dirty="0"/>
              <a:t>Select top-k features (k = 5 to 100)</a:t>
            </a:r>
          </a:p>
          <a:p>
            <a:pPr marL="800100" lvl="1" indent="-342900">
              <a:buFont typeface="Courier New" panose="02070309020205020404" pitchFamily="49" charset="0"/>
              <a:buChar char="o"/>
            </a:pPr>
            <a:r>
              <a:rPr lang="en-US" sz="2200" dirty="0"/>
              <a:t>Train model for each feature subset</a:t>
            </a:r>
          </a:p>
          <a:p>
            <a:pPr marL="800100" lvl="1" indent="-342900">
              <a:buFont typeface="Courier New" panose="02070309020205020404" pitchFamily="49" charset="0"/>
              <a:buChar char="o"/>
            </a:pPr>
            <a:r>
              <a:rPr lang="en-CA" sz="2200" dirty="0"/>
              <a:t>Evaluate performance using ROC-AUC</a:t>
            </a:r>
          </a:p>
          <a:p>
            <a:pPr marL="800100" lvl="1" indent="-342900">
              <a:buFont typeface="Courier New" panose="02070309020205020404" pitchFamily="49" charset="0"/>
              <a:buChar char="o"/>
            </a:pPr>
            <a:r>
              <a:rPr lang="en-US" sz="2200" dirty="0"/>
              <a:t>Compute improvement between consecutive feature sizes</a:t>
            </a:r>
          </a:p>
          <a:p>
            <a:pPr marL="800100" lvl="1" indent="-342900">
              <a:buFont typeface="Courier New" panose="02070309020205020404" pitchFamily="49" charset="0"/>
              <a:buChar char="o"/>
            </a:pPr>
            <a:r>
              <a:rPr lang="en-US" sz="2200" dirty="0"/>
              <a:t>Identify point where improvement becomes negligible</a:t>
            </a:r>
          </a:p>
          <a:p>
            <a:pPr marL="800100" lvl="1" indent="-342900">
              <a:buFont typeface="Courier New" panose="02070309020205020404" pitchFamily="49" charset="0"/>
              <a:buChar char="o"/>
            </a:pPr>
            <a:endParaRPr lang="en-US" sz="2200" dirty="0"/>
          </a:p>
          <a:p>
            <a:pPr marL="342900" indent="-342900">
              <a:buFont typeface="Arial" panose="020B0604020202020204" pitchFamily="34" charset="0"/>
              <a:buChar char="•"/>
            </a:pPr>
            <a:r>
              <a:rPr lang="en-US" sz="2200" dirty="0"/>
              <a:t>Extends SHAP analysis by </a:t>
            </a:r>
            <a:r>
              <a:rPr lang="en-US" sz="2200" b="1" dirty="0"/>
              <a:t>automatically identifying optimal feature count</a:t>
            </a:r>
          </a:p>
          <a:p>
            <a:pPr marL="1257300" lvl="2" indent="-342900">
              <a:buFont typeface="Courier New" panose="02070309020205020404" pitchFamily="49" charset="0"/>
              <a:buChar char="o"/>
            </a:pPr>
            <a:endParaRPr lang="en-US" sz="2200" b="1" dirty="0"/>
          </a:p>
        </p:txBody>
      </p:sp>
      <p:sp>
        <p:nvSpPr>
          <p:cNvPr id="3" name="Date Placeholder 4">
            <a:extLst>
              <a:ext uri="{FF2B5EF4-FFF2-40B4-BE49-F238E27FC236}">
                <a16:creationId xmlns:a16="http://schemas.microsoft.com/office/drawing/2014/main" id="{54CD8150-4E38-CF1A-58E3-36FB6C539C1E}"/>
              </a:ext>
            </a:extLst>
          </p:cNvPr>
          <p:cNvSpPr txBox="1">
            <a:spLocks/>
          </p:cNvSpPr>
          <p:nvPr/>
        </p:nvSpPr>
        <p:spPr>
          <a:xfrm>
            <a:off x="364549" y="6432085"/>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a:t>2026-03-26</a:t>
            </a:r>
            <a:endParaRPr lang="en-CA" dirty="0"/>
          </a:p>
        </p:txBody>
      </p:sp>
    </p:spTree>
    <p:extLst>
      <p:ext uri="{BB962C8B-B14F-4D97-AF65-F5344CB8AC3E}">
        <p14:creationId xmlns:p14="http://schemas.microsoft.com/office/powerpoint/2010/main" val="14492717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4AD74-6D55-EFDB-671E-A8555C71241B}"/>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02E697FC-76B0-AB3F-D7DF-1652199BBAE3}"/>
              </a:ext>
            </a:extLst>
          </p:cNvPr>
          <p:cNvSpPr>
            <a:spLocks noGrp="1"/>
          </p:cNvSpPr>
          <p:nvPr>
            <p:ph type="ctrTitle"/>
          </p:nvPr>
        </p:nvSpPr>
        <p:spPr/>
        <p:txBody>
          <a:bodyPr/>
          <a:lstStyle/>
          <a:p>
            <a:endParaRPr lang="en-CA"/>
          </a:p>
        </p:txBody>
      </p:sp>
      <p:sp>
        <p:nvSpPr>
          <p:cNvPr id="13" name="Subtitle 12">
            <a:extLst>
              <a:ext uri="{FF2B5EF4-FFF2-40B4-BE49-F238E27FC236}">
                <a16:creationId xmlns:a16="http://schemas.microsoft.com/office/drawing/2014/main" id="{E0821FCE-D66E-DC20-076D-5A29BE8635E0}"/>
              </a:ext>
            </a:extLst>
          </p:cNvPr>
          <p:cNvSpPr>
            <a:spLocks noGrp="1"/>
          </p:cNvSpPr>
          <p:nvPr>
            <p:ph type="subTitle" idx="1"/>
          </p:nvPr>
        </p:nvSpPr>
        <p:spPr/>
        <p:txBody>
          <a:bodyPr/>
          <a:lstStyle/>
          <a:p>
            <a:endParaRPr lang="en-CA"/>
          </a:p>
        </p:txBody>
      </p:sp>
      <p:sp>
        <p:nvSpPr>
          <p:cNvPr id="5" name="Date Placeholder 4">
            <a:extLst>
              <a:ext uri="{FF2B5EF4-FFF2-40B4-BE49-F238E27FC236}">
                <a16:creationId xmlns:a16="http://schemas.microsoft.com/office/drawing/2014/main" id="{6FC05B3F-CF78-8E09-196F-B14AA60E43FE}"/>
              </a:ext>
            </a:extLst>
          </p:cNvPr>
          <p:cNvSpPr>
            <a:spLocks noGrp="1"/>
          </p:cNvSpPr>
          <p:nvPr>
            <p:ph type="dt" sz="half" idx="10"/>
          </p:nvPr>
        </p:nvSpPr>
        <p:spPr/>
        <p:txBody>
          <a:bodyPr/>
          <a:lstStyle/>
          <a:p>
            <a:fld id="{D3831AF8-77C7-473C-A1B2-C1424B415F47}" type="datetime1">
              <a:rPr lang="en-CA" smtClean="0"/>
              <a:t>2026-03-26</a:t>
            </a:fld>
            <a:endParaRPr lang="en-CA"/>
          </a:p>
        </p:txBody>
      </p:sp>
      <p:sp>
        <p:nvSpPr>
          <p:cNvPr id="6" name="Slide Number Placeholder 5">
            <a:extLst>
              <a:ext uri="{FF2B5EF4-FFF2-40B4-BE49-F238E27FC236}">
                <a16:creationId xmlns:a16="http://schemas.microsoft.com/office/drawing/2014/main" id="{78451DB5-F2E6-6135-70D6-FCA3729CAF2C}"/>
              </a:ext>
            </a:extLst>
          </p:cNvPr>
          <p:cNvSpPr>
            <a:spLocks noGrp="1"/>
          </p:cNvSpPr>
          <p:nvPr>
            <p:ph type="sldNum" sz="quarter" idx="12"/>
          </p:nvPr>
        </p:nvSpPr>
        <p:spPr/>
        <p:txBody>
          <a:bodyPr/>
          <a:lstStyle/>
          <a:p>
            <a:fld id="{E370B7C0-46F6-4DF2-8928-276E092CFE71}" type="slidenum">
              <a:rPr lang="en-CA" smtClean="0"/>
              <a:t>33</a:t>
            </a:fld>
            <a:endParaRPr lang="en-CA"/>
          </a:p>
        </p:txBody>
      </p:sp>
      <p:pic>
        <p:nvPicPr>
          <p:cNvPr id="4" name="Picture 3">
            <a:extLst>
              <a:ext uri="{FF2B5EF4-FFF2-40B4-BE49-F238E27FC236}">
                <a16:creationId xmlns:a16="http://schemas.microsoft.com/office/drawing/2014/main" id="{534BBFF6-F363-9B15-2510-215A8210FE22}"/>
              </a:ext>
            </a:extLst>
          </p:cNvPr>
          <p:cNvPicPr>
            <a:picLocks noChangeAspect="1"/>
          </p:cNvPicPr>
          <p:nvPr/>
        </p:nvPicPr>
        <p:blipFill>
          <a:blip r:embed="rId3"/>
          <a:stretch>
            <a:fillRect/>
          </a:stretch>
        </p:blipFill>
        <p:spPr>
          <a:xfrm>
            <a:off x="0" y="0"/>
            <a:ext cx="12192000" cy="6858000"/>
          </a:xfrm>
          <a:prstGeom prst="rect">
            <a:avLst/>
          </a:prstGeom>
        </p:spPr>
      </p:pic>
      <p:sp>
        <p:nvSpPr>
          <p:cNvPr id="7" name="Slide Number Placeholder 5">
            <a:extLst>
              <a:ext uri="{FF2B5EF4-FFF2-40B4-BE49-F238E27FC236}">
                <a16:creationId xmlns:a16="http://schemas.microsoft.com/office/drawing/2014/main" id="{8EB6E33A-FC2F-8820-8253-E0C41602A891}"/>
              </a:ext>
            </a:extLst>
          </p:cNvPr>
          <p:cNvSpPr txBox="1">
            <a:spLocks/>
          </p:cNvSpPr>
          <p:nvPr/>
        </p:nvSpPr>
        <p:spPr>
          <a:xfrm>
            <a:off x="3581400" y="64054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70B7C0-46F6-4DF2-8928-276E092CFE71}" type="slidenum">
              <a:rPr lang="en-CA" sz="1800" b="1" smtClean="0"/>
              <a:pPr/>
              <a:t>33</a:t>
            </a:fld>
            <a:endParaRPr lang="en-CA" sz="1800" b="1" dirty="0"/>
          </a:p>
        </p:txBody>
      </p:sp>
      <p:sp>
        <p:nvSpPr>
          <p:cNvPr id="18" name="TextBox 17">
            <a:extLst>
              <a:ext uri="{FF2B5EF4-FFF2-40B4-BE49-F238E27FC236}">
                <a16:creationId xmlns:a16="http://schemas.microsoft.com/office/drawing/2014/main" id="{0D6EC81B-11C5-B490-6AD2-C6FA0D3B635C}"/>
              </a:ext>
            </a:extLst>
          </p:cNvPr>
          <p:cNvSpPr txBox="1"/>
          <p:nvPr/>
        </p:nvSpPr>
        <p:spPr>
          <a:xfrm>
            <a:off x="595312" y="670369"/>
            <a:ext cx="9650124" cy="584775"/>
          </a:xfrm>
          <a:prstGeom prst="rect">
            <a:avLst/>
          </a:prstGeom>
          <a:noFill/>
        </p:spPr>
        <p:txBody>
          <a:bodyPr wrap="square" rtlCol="0">
            <a:spAutoFit/>
          </a:bodyPr>
          <a:lstStyle/>
          <a:p>
            <a:r>
              <a:rPr lang="en-US" sz="3200" b="1" dirty="0">
                <a:solidFill>
                  <a:schemeClr val="accent5"/>
                </a:solidFill>
                <a:latin typeface="Georgia" panose="02040502050405020303" pitchFamily="18" charset="0"/>
              </a:rPr>
              <a:t>Experiment 5 — Results</a:t>
            </a:r>
          </a:p>
        </p:txBody>
      </p:sp>
      <p:sp>
        <p:nvSpPr>
          <p:cNvPr id="2" name="TextBox 1">
            <a:extLst>
              <a:ext uri="{FF2B5EF4-FFF2-40B4-BE49-F238E27FC236}">
                <a16:creationId xmlns:a16="http://schemas.microsoft.com/office/drawing/2014/main" id="{280C8A16-4E67-A188-D8B7-B42181EA48D9}"/>
              </a:ext>
            </a:extLst>
          </p:cNvPr>
          <p:cNvSpPr txBox="1"/>
          <p:nvPr/>
        </p:nvSpPr>
        <p:spPr>
          <a:xfrm>
            <a:off x="270164" y="1434335"/>
            <a:ext cx="6054436" cy="3170099"/>
          </a:xfrm>
          <a:prstGeom prst="rect">
            <a:avLst/>
          </a:prstGeom>
          <a:noFill/>
        </p:spPr>
        <p:txBody>
          <a:bodyPr wrap="square" rtlCol="0">
            <a:spAutoFit/>
          </a:bodyPr>
          <a:lstStyle/>
          <a:p>
            <a:pPr marL="342900" indent="-342900">
              <a:spcAft>
                <a:spcPts val="1200"/>
              </a:spcAft>
              <a:buFont typeface="Arial" panose="020B0604020202020204" pitchFamily="34" charset="0"/>
              <a:buChar char="•"/>
            </a:pPr>
            <a:r>
              <a:rPr lang="en-US" sz="2400" dirty="0"/>
              <a:t>Performance increases rapidly up to ~30–40 features</a:t>
            </a:r>
          </a:p>
          <a:p>
            <a:pPr marL="342900" indent="-342900">
              <a:buFont typeface="Arial" panose="020B0604020202020204" pitchFamily="34" charset="0"/>
              <a:buChar char="•"/>
            </a:pPr>
            <a:r>
              <a:rPr lang="en-US" sz="2400" dirty="0"/>
              <a:t>After that, improvement becomes very small</a:t>
            </a:r>
          </a:p>
          <a:p>
            <a:pPr marL="342900" indent="-342900">
              <a:lnSpc>
                <a:spcPct val="150000"/>
              </a:lnSpc>
              <a:spcAft>
                <a:spcPts val="1200"/>
              </a:spcAft>
              <a:buFont typeface="Arial" panose="020B0604020202020204" pitchFamily="34" charset="0"/>
              <a:buChar char="•"/>
            </a:pPr>
            <a:r>
              <a:rPr lang="en-US" sz="2400" dirty="0"/>
              <a:t>Optimal number of features: </a:t>
            </a:r>
            <a:r>
              <a:rPr lang="en-US" sz="2400" b="1" dirty="0"/>
              <a:t>35</a:t>
            </a:r>
          </a:p>
          <a:p>
            <a:pPr marL="342900" indent="-342900">
              <a:buFont typeface="Arial" panose="020B0604020202020204" pitchFamily="34" charset="0"/>
              <a:buChar char="•"/>
            </a:pPr>
            <a:r>
              <a:rPr lang="en-US" sz="2400" dirty="0"/>
              <a:t>Using more features does not significantly improve performance</a:t>
            </a:r>
            <a:endParaRPr lang="en-US" sz="2400" b="1" dirty="0"/>
          </a:p>
        </p:txBody>
      </p:sp>
      <p:pic>
        <p:nvPicPr>
          <p:cNvPr id="8" name="Picture 7">
            <a:extLst>
              <a:ext uri="{FF2B5EF4-FFF2-40B4-BE49-F238E27FC236}">
                <a16:creationId xmlns:a16="http://schemas.microsoft.com/office/drawing/2014/main" id="{40E303EB-2843-F09F-C983-857152AE5302}"/>
              </a:ext>
            </a:extLst>
          </p:cNvPr>
          <p:cNvPicPr>
            <a:picLocks noChangeAspect="1"/>
          </p:cNvPicPr>
          <p:nvPr/>
        </p:nvPicPr>
        <p:blipFill>
          <a:blip r:embed="rId4"/>
          <a:stretch>
            <a:fillRect/>
          </a:stretch>
        </p:blipFill>
        <p:spPr>
          <a:xfrm>
            <a:off x="6477002" y="1122363"/>
            <a:ext cx="5359097" cy="4515225"/>
          </a:xfrm>
          <a:prstGeom prst="rect">
            <a:avLst/>
          </a:prstGeom>
        </p:spPr>
      </p:pic>
      <p:sp>
        <p:nvSpPr>
          <p:cNvPr id="3" name="Date Placeholder 4">
            <a:extLst>
              <a:ext uri="{FF2B5EF4-FFF2-40B4-BE49-F238E27FC236}">
                <a16:creationId xmlns:a16="http://schemas.microsoft.com/office/drawing/2014/main" id="{6AF1C825-4B78-2D1A-4E94-EDAF00E7728E}"/>
              </a:ext>
            </a:extLst>
          </p:cNvPr>
          <p:cNvSpPr txBox="1">
            <a:spLocks/>
          </p:cNvSpPr>
          <p:nvPr/>
        </p:nvSpPr>
        <p:spPr>
          <a:xfrm>
            <a:off x="364549" y="6432085"/>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a:t>2026-03-26</a:t>
            </a:r>
            <a:endParaRPr lang="en-CA" dirty="0"/>
          </a:p>
        </p:txBody>
      </p:sp>
    </p:spTree>
    <p:extLst>
      <p:ext uri="{BB962C8B-B14F-4D97-AF65-F5344CB8AC3E}">
        <p14:creationId xmlns:p14="http://schemas.microsoft.com/office/powerpoint/2010/main" val="6827568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290D-FA84-4249-AC4E-0CEBD08C436C}"/>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7057E8EF-E599-2F40-39F3-7F8F78E7352A}"/>
              </a:ext>
            </a:extLst>
          </p:cNvPr>
          <p:cNvSpPr>
            <a:spLocks noGrp="1"/>
          </p:cNvSpPr>
          <p:nvPr>
            <p:ph type="ctrTitle"/>
          </p:nvPr>
        </p:nvSpPr>
        <p:spPr/>
        <p:txBody>
          <a:bodyPr/>
          <a:lstStyle/>
          <a:p>
            <a:endParaRPr lang="en-CA"/>
          </a:p>
        </p:txBody>
      </p:sp>
      <p:sp>
        <p:nvSpPr>
          <p:cNvPr id="13" name="Subtitle 12">
            <a:extLst>
              <a:ext uri="{FF2B5EF4-FFF2-40B4-BE49-F238E27FC236}">
                <a16:creationId xmlns:a16="http://schemas.microsoft.com/office/drawing/2014/main" id="{03F33285-047C-1407-FAB5-03D7BBEAFD6C}"/>
              </a:ext>
            </a:extLst>
          </p:cNvPr>
          <p:cNvSpPr>
            <a:spLocks noGrp="1"/>
          </p:cNvSpPr>
          <p:nvPr>
            <p:ph type="subTitle" idx="1"/>
          </p:nvPr>
        </p:nvSpPr>
        <p:spPr/>
        <p:txBody>
          <a:bodyPr/>
          <a:lstStyle/>
          <a:p>
            <a:endParaRPr lang="en-CA"/>
          </a:p>
        </p:txBody>
      </p:sp>
      <p:sp>
        <p:nvSpPr>
          <p:cNvPr id="5" name="Date Placeholder 4">
            <a:extLst>
              <a:ext uri="{FF2B5EF4-FFF2-40B4-BE49-F238E27FC236}">
                <a16:creationId xmlns:a16="http://schemas.microsoft.com/office/drawing/2014/main" id="{9A212C1A-DF2E-9C70-CE10-C4BE56A35966}"/>
              </a:ext>
            </a:extLst>
          </p:cNvPr>
          <p:cNvSpPr>
            <a:spLocks noGrp="1"/>
          </p:cNvSpPr>
          <p:nvPr>
            <p:ph type="dt" sz="half" idx="10"/>
          </p:nvPr>
        </p:nvSpPr>
        <p:spPr/>
        <p:txBody>
          <a:bodyPr/>
          <a:lstStyle/>
          <a:p>
            <a:fld id="{D3831AF8-77C7-473C-A1B2-C1424B415F47}" type="datetime1">
              <a:rPr lang="en-CA" smtClean="0"/>
              <a:t>2026-03-26</a:t>
            </a:fld>
            <a:endParaRPr lang="en-CA"/>
          </a:p>
        </p:txBody>
      </p:sp>
      <p:sp>
        <p:nvSpPr>
          <p:cNvPr id="6" name="Slide Number Placeholder 5">
            <a:extLst>
              <a:ext uri="{FF2B5EF4-FFF2-40B4-BE49-F238E27FC236}">
                <a16:creationId xmlns:a16="http://schemas.microsoft.com/office/drawing/2014/main" id="{FC507B8D-A071-2CE3-49D6-28EFF8EF57AD}"/>
              </a:ext>
            </a:extLst>
          </p:cNvPr>
          <p:cNvSpPr>
            <a:spLocks noGrp="1"/>
          </p:cNvSpPr>
          <p:nvPr>
            <p:ph type="sldNum" sz="quarter" idx="12"/>
          </p:nvPr>
        </p:nvSpPr>
        <p:spPr/>
        <p:txBody>
          <a:bodyPr/>
          <a:lstStyle/>
          <a:p>
            <a:fld id="{E370B7C0-46F6-4DF2-8928-276E092CFE71}" type="slidenum">
              <a:rPr lang="en-CA" smtClean="0"/>
              <a:t>34</a:t>
            </a:fld>
            <a:endParaRPr lang="en-CA"/>
          </a:p>
        </p:txBody>
      </p:sp>
      <p:pic>
        <p:nvPicPr>
          <p:cNvPr id="4" name="Picture 3">
            <a:extLst>
              <a:ext uri="{FF2B5EF4-FFF2-40B4-BE49-F238E27FC236}">
                <a16:creationId xmlns:a16="http://schemas.microsoft.com/office/drawing/2014/main" id="{FCB9E0F2-5B7A-8A63-D26F-87404D93A2A4}"/>
              </a:ext>
            </a:extLst>
          </p:cNvPr>
          <p:cNvPicPr>
            <a:picLocks noChangeAspect="1"/>
          </p:cNvPicPr>
          <p:nvPr/>
        </p:nvPicPr>
        <p:blipFill>
          <a:blip r:embed="rId3"/>
          <a:stretch>
            <a:fillRect/>
          </a:stretch>
        </p:blipFill>
        <p:spPr>
          <a:xfrm>
            <a:off x="0" y="11575"/>
            <a:ext cx="12192000" cy="6858000"/>
          </a:xfrm>
          <a:prstGeom prst="rect">
            <a:avLst/>
          </a:prstGeom>
        </p:spPr>
      </p:pic>
      <p:sp>
        <p:nvSpPr>
          <p:cNvPr id="7" name="Slide Number Placeholder 5">
            <a:extLst>
              <a:ext uri="{FF2B5EF4-FFF2-40B4-BE49-F238E27FC236}">
                <a16:creationId xmlns:a16="http://schemas.microsoft.com/office/drawing/2014/main" id="{A527BB49-459F-490C-EE4B-7DB01425456C}"/>
              </a:ext>
            </a:extLst>
          </p:cNvPr>
          <p:cNvSpPr txBox="1">
            <a:spLocks/>
          </p:cNvSpPr>
          <p:nvPr/>
        </p:nvSpPr>
        <p:spPr>
          <a:xfrm>
            <a:off x="3581400" y="64054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70B7C0-46F6-4DF2-8928-276E092CFE71}" type="slidenum">
              <a:rPr lang="en-CA" sz="1800" b="1" smtClean="0"/>
              <a:pPr/>
              <a:t>34</a:t>
            </a:fld>
            <a:endParaRPr lang="en-CA" sz="1800" b="1" dirty="0"/>
          </a:p>
        </p:txBody>
      </p:sp>
      <p:sp>
        <p:nvSpPr>
          <p:cNvPr id="18" name="TextBox 17">
            <a:extLst>
              <a:ext uri="{FF2B5EF4-FFF2-40B4-BE49-F238E27FC236}">
                <a16:creationId xmlns:a16="http://schemas.microsoft.com/office/drawing/2014/main" id="{C4D8D51E-3CCF-B7E7-81CD-2C27AF5530A8}"/>
              </a:ext>
            </a:extLst>
          </p:cNvPr>
          <p:cNvSpPr txBox="1"/>
          <p:nvPr/>
        </p:nvSpPr>
        <p:spPr>
          <a:xfrm>
            <a:off x="595312" y="670369"/>
            <a:ext cx="9650124" cy="584775"/>
          </a:xfrm>
          <a:prstGeom prst="rect">
            <a:avLst/>
          </a:prstGeom>
          <a:noFill/>
        </p:spPr>
        <p:txBody>
          <a:bodyPr wrap="square" rtlCol="0">
            <a:spAutoFit/>
          </a:bodyPr>
          <a:lstStyle/>
          <a:p>
            <a:r>
              <a:rPr lang="en-US" sz="3200" b="1" dirty="0">
                <a:solidFill>
                  <a:schemeClr val="accent5"/>
                </a:solidFill>
                <a:latin typeface="Georgia" panose="02040502050405020303" pitchFamily="18" charset="0"/>
              </a:rPr>
              <a:t>Experiment 6 — SHAP vs WFI</a:t>
            </a:r>
          </a:p>
        </p:txBody>
      </p:sp>
      <p:sp>
        <p:nvSpPr>
          <p:cNvPr id="2" name="TextBox 1">
            <a:extLst>
              <a:ext uri="{FF2B5EF4-FFF2-40B4-BE49-F238E27FC236}">
                <a16:creationId xmlns:a16="http://schemas.microsoft.com/office/drawing/2014/main" id="{23F13590-CC7F-1EB3-BBA2-56B83C568048}"/>
              </a:ext>
            </a:extLst>
          </p:cNvPr>
          <p:cNvSpPr txBox="1"/>
          <p:nvPr/>
        </p:nvSpPr>
        <p:spPr>
          <a:xfrm>
            <a:off x="595312" y="1434335"/>
            <a:ext cx="6751061" cy="410618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200" dirty="0"/>
              <a:t>Multiple feature selection methods exist</a:t>
            </a:r>
          </a:p>
          <a:p>
            <a:pPr marL="342900" indent="-342900">
              <a:lnSpc>
                <a:spcPct val="150000"/>
              </a:lnSpc>
              <a:buFont typeface="Arial" panose="020B0604020202020204" pitchFamily="34" charset="0"/>
              <a:buChar char="•"/>
            </a:pPr>
            <a:r>
              <a:rPr lang="en-US" sz="2200" dirty="0"/>
              <a:t>Need to identify the most effective approach</a:t>
            </a:r>
          </a:p>
          <a:p>
            <a:pPr marL="342900" indent="-342900">
              <a:lnSpc>
                <a:spcPct val="150000"/>
              </a:lnSpc>
              <a:buFont typeface="Arial" panose="020B0604020202020204" pitchFamily="34" charset="0"/>
              <a:buChar char="•"/>
            </a:pPr>
            <a:r>
              <a:rPr lang="en-CA" sz="2200" b="1" dirty="0"/>
              <a:t>Methods compared:</a:t>
            </a:r>
          </a:p>
          <a:p>
            <a:pPr marL="800100" lvl="1" indent="-342900">
              <a:lnSpc>
                <a:spcPct val="150000"/>
              </a:lnSpc>
              <a:buFont typeface="Courier New" panose="02070309020205020404" pitchFamily="49" charset="0"/>
              <a:buChar char="o"/>
            </a:pPr>
            <a:r>
              <a:rPr lang="en-CA" sz="2200" dirty="0"/>
              <a:t>SHAP (Explainable AI-based)</a:t>
            </a:r>
          </a:p>
          <a:p>
            <a:pPr marL="800100" lvl="1" indent="-342900">
              <a:lnSpc>
                <a:spcPct val="150000"/>
              </a:lnSpc>
              <a:buFont typeface="Courier New" panose="02070309020205020404" pitchFamily="49" charset="0"/>
              <a:buChar char="o"/>
            </a:pPr>
            <a:r>
              <a:rPr lang="en-US" sz="2200" dirty="0"/>
              <a:t>WFI (Feature Importance from Random Forest)</a:t>
            </a:r>
            <a:endParaRPr lang="en-CA" sz="2200" dirty="0"/>
          </a:p>
          <a:p>
            <a:pPr marL="342900" indent="-342900">
              <a:lnSpc>
                <a:spcPct val="150000"/>
              </a:lnSpc>
              <a:buFont typeface="Arial" panose="020B0604020202020204" pitchFamily="34" charset="0"/>
              <a:buChar char="•"/>
            </a:pPr>
            <a:r>
              <a:rPr lang="en-CA" sz="2200" b="1" dirty="0"/>
              <a:t>Goal</a:t>
            </a:r>
            <a:r>
              <a:rPr lang="en-CA" sz="2200" dirty="0"/>
              <a:t>:</a:t>
            </a:r>
          </a:p>
          <a:p>
            <a:pPr marL="1257300" lvl="2" indent="-342900">
              <a:lnSpc>
                <a:spcPct val="150000"/>
              </a:lnSpc>
              <a:buFont typeface="Courier New" panose="02070309020205020404" pitchFamily="49" charset="0"/>
              <a:buChar char="o"/>
            </a:pPr>
            <a:r>
              <a:rPr lang="en-US" sz="2200" dirty="0"/>
              <a:t>Compare performance and feature selection quality</a:t>
            </a:r>
            <a:endParaRPr lang="en-US" sz="2200" b="1" dirty="0"/>
          </a:p>
        </p:txBody>
      </p:sp>
      <p:sp>
        <p:nvSpPr>
          <p:cNvPr id="3" name="Date Placeholder 4">
            <a:extLst>
              <a:ext uri="{FF2B5EF4-FFF2-40B4-BE49-F238E27FC236}">
                <a16:creationId xmlns:a16="http://schemas.microsoft.com/office/drawing/2014/main" id="{2407D8CF-2073-FED9-31FD-06AAFEF6D9AE}"/>
              </a:ext>
            </a:extLst>
          </p:cNvPr>
          <p:cNvSpPr txBox="1">
            <a:spLocks/>
          </p:cNvSpPr>
          <p:nvPr/>
        </p:nvSpPr>
        <p:spPr>
          <a:xfrm>
            <a:off x="364549" y="6432085"/>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a:t>2026-03-26</a:t>
            </a:r>
            <a:endParaRPr lang="en-CA" dirty="0"/>
          </a:p>
        </p:txBody>
      </p:sp>
    </p:spTree>
    <p:extLst>
      <p:ext uri="{BB962C8B-B14F-4D97-AF65-F5344CB8AC3E}">
        <p14:creationId xmlns:p14="http://schemas.microsoft.com/office/powerpoint/2010/main" val="42119287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B8CB0-7E5E-F7D6-C660-8A887B248976}"/>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0FC7A7F1-A2DE-71ED-A90C-AD7B57479F47}"/>
              </a:ext>
            </a:extLst>
          </p:cNvPr>
          <p:cNvSpPr>
            <a:spLocks noGrp="1"/>
          </p:cNvSpPr>
          <p:nvPr>
            <p:ph type="ctrTitle"/>
          </p:nvPr>
        </p:nvSpPr>
        <p:spPr/>
        <p:txBody>
          <a:bodyPr/>
          <a:lstStyle/>
          <a:p>
            <a:endParaRPr lang="en-CA"/>
          </a:p>
        </p:txBody>
      </p:sp>
      <p:sp>
        <p:nvSpPr>
          <p:cNvPr id="13" name="Subtitle 12">
            <a:extLst>
              <a:ext uri="{FF2B5EF4-FFF2-40B4-BE49-F238E27FC236}">
                <a16:creationId xmlns:a16="http://schemas.microsoft.com/office/drawing/2014/main" id="{C109FF01-02F1-C518-A28F-7A71B52D98B6}"/>
              </a:ext>
            </a:extLst>
          </p:cNvPr>
          <p:cNvSpPr>
            <a:spLocks noGrp="1"/>
          </p:cNvSpPr>
          <p:nvPr>
            <p:ph type="subTitle" idx="1"/>
          </p:nvPr>
        </p:nvSpPr>
        <p:spPr/>
        <p:txBody>
          <a:bodyPr/>
          <a:lstStyle/>
          <a:p>
            <a:endParaRPr lang="en-CA"/>
          </a:p>
        </p:txBody>
      </p:sp>
      <p:sp>
        <p:nvSpPr>
          <p:cNvPr id="5" name="Date Placeholder 4">
            <a:extLst>
              <a:ext uri="{FF2B5EF4-FFF2-40B4-BE49-F238E27FC236}">
                <a16:creationId xmlns:a16="http://schemas.microsoft.com/office/drawing/2014/main" id="{2ABE0065-8AFF-DB28-9127-61F74382370C}"/>
              </a:ext>
            </a:extLst>
          </p:cNvPr>
          <p:cNvSpPr>
            <a:spLocks noGrp="1"/>
          </p:cNvSpPr>
          <p:nvPr>
            <p:ph type="dt" sz="half" idx="10"/>
          </p:nvPr>
        </p:nvSpPr>
        <p:spPr/>
        <p:txBody>
          <a:bodyPr/>
          <a:lstStyle/>
          <a:p>
            <a:fld id="{D3831AF8-77C7-473C-A1B2-C1424B415F47}" type="datetime1">
              <a:rPr lang="en-CA" smtClean="0"/>
              <a:t>2026-03-26</a:t>
            </a:fld>
            <a:endParaRPr lang="en-CA"/>
          </a:p>
        </p:txBody>
      </p:sp>
      <p:sp>
        <p:nvSpPr>
          <p:cNvPr id="6" name="Slide Number Placeholder 5">
            <a:extLst>
              <a:ext uri="{FF2B5EF4-FFF2-40B4-BE49-F238E27FC236}">
                <a16:creationId xmlns:a16="http://schemas.microsoft.com/office/drawing/2014/main" id="{EA67FD54-DB60-4CD0-26BA-8A8AC2D219D6}"/>
              </a:ext>
            </a:extLst>
          </p:cNvPr>
          <p:cNvSpPr>
            <a:spLocks noGrp="1"/>
          </p:cNvSpPr>
          <p:nvPr>
            <p:ph type="sldNum" sz="quarter" idx="12"/>
          </p:nvPr>
        </p:nvSpPr>
        <p:spPr/>
        <p:txBody>
          <a:bodyPr/>
          <a:lstStyle/>
          <a:p>
            <a:fld id="{E370B7C0-46F6-4DF2-8928-276E092CFE71}" type="slidenum">
              <a:rPr lang="en-CA" smtClean="0"/>
              <a:t>35</a:t>
            </a:fld>
            <a:endParaRPr lang="en-CA"/>
          </a:p>
        </p:txBody>
      </p:sp>
      <p:pic>
        <p:nvPicPr>
          <p:cNvPr id="4" name="Picture 3">
            <a:extLst>
              <a:ext uri="{FF2B5EF4-FFF2-40B4-BE49-F238E27FC236}">
                <a16:creationId xmlns:a16="http://schemas.microsoft.com/office/drawing/2014/main" id="{040B58A4-3AB8-8DB8-8088-47533AFA89CA}"/>
              </a:ext>
            </a:extLst>
          </p:cNvPr>
          <p:cNvPicPr>
            <a:picLocks noChangeAspect="1"/>
          </p:cNvPicPr>
          <p:nvPr/>
        </p:nvPicPr>
        <p:blipFill>
          <a:blip r:embed="rId3"/>
          <a:stretch>
            <a:fillRect/>
          </a:stretch>
        </p:blipFill>
        <p:spPr>
          <a:xfrm>
            <a:off x="0" y="0"/>
            <a:ext cx="12192000" cy="6858000"/>
          </a:xfrm>
          <a:prstGeom prst="rect">
            <a:avLst/>
          </a:prstGeom>
        </p:spPr>
      </p:pic>
      <p:sp>
        <p:nvSpPr>
          <p:cNvPr id="7" name="Slide Number Placeholder 5">
            <a:extLst>
              <a:ext uri="{FF2B5EF4-FFF2-40B4-BE49-F238E27FC236}">
                <a16:creationId xmlns:a16="http://schemas.microsoft.com/office/drawing/2014/main" id="{1151421C-EABC-740D-7F1E-1EE78E955DF5}"/>
              </a:ext>
            </a:extLst>
          </p:cNvPr>
          <p:cNvSpPr txBox="1">
            <a:spLocks/>
          </p:cNvSpPr>
          <p:nvPr/>
        </p:nvSpPr>
        <p:spPr>
          <a:xfrm>
            <a:off x="3581400" y="64054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70B7C0-46F6-4DF2-8928-276E092CFE71}" type="slidenum">
              <a:rPr lang="en-CA" sz="1800" b="1" smtClean="0"/>
              <a:pPr/>
              <a:t>35</a:t>
            </a:fld>
            <a:endParaRPr lang="en-CA" sz="1800" b="1" dirty="0"/>
          </a:p>
        </p:txBody>
      </p:sp>
      <p:sp>
        <p:nvSpPr>
          <p:cNvPr id="18" name="TextBox 17">
            <a:extLst>
              <a:ext uri="{FF2B5EF4-FFF2-40B4-BE49-F238E27FC236}">
                <a16:creationId xmlns:a16="http://schemas.microsoft.com/office/drawing/2014/main" id="{46E7B224-EFF6-465A-86AB-30A89B23E56F}"/>
              </a:ext>
            </a:extLst>
          </p:cNvPr>
          <p:cNvSpPr txBox="1"/>
          <p:nvPr/>
        </p:nvSpPr>
        <p:spPr>
          <a:xfrm>
            <a:off x="595312" y="670369"/>
            <a:ext cx="9650124" cy="584775"/>
          </a:xfrm>
          <a:prstGeom prst="rect">
            <a:avLst/>
          </a:prstGeom>
          <a:noFill/>
        </p:spPr>
        <p:txBody>
          <a:bodyPr wrap="square" rtlCol="0">
            <a:spAutoFit/>
          </a:bodyPr>
          <a:lstStyle/>
          <a:p>
            <a:r>
              <a:rPr lang="en-US" sz="3200" b="1" dirty="0">
                <a:solidFill>
                  <a:schemeClr val="accent5"/>
                </a:solidFill>
                <a:latin typeface="Georgia" panose="02040502050405020303" pitchFamily="18" charset="0"/>
              </a:rPr>
              <a:t>Experiment 6 — Performance Comparison</a:t>
            </a:r>
          </a:p>
        </p:txBody>
      </p:sp>
      <p:sp>
        <p:nvSpPr>
          <p:cNvPr id="2" name="TextBox 1">
            <a:extLst>
              <a:ext uri="{FF2B5EF4-FFF2-40B4-BE49-F238E27FC236}">
                <a16:creationId xmlns:a16="http://schemas.microsoft.com/office/drawing/2014/main" id="{46085007-BE88-EFFC-850F-97F80C850691}"/>
              </a:ext>
            </a:extLst>
          </p:cNvPr>
          <p:cNvSpPr txBox="1"/>
          <p:nvPr/>
        </p:nvSpPr>
        <p:spPr>
          <a:xfrm>
            <a:off x="595312" y="1434335"/>
            <a:ext cx="6751061" cy="280903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dirty="0"/>
              <a:t>Both methods improve performance with feature selection</a:t>
            </a:r>
          </a:p>
          <a:p>
            <a:pPr marL="342900" indent="-342900">
              <a:lnSpc>
                <a:spcPct val="150000"/>
              </a:lnSpc>
              <a:buFont typeface="Arial" panose="020B0604020202020204" pitchFamily="34" charset="0"/>
              <a:buChar char="•"/>
            </a:pPr>
            <a:r>
              <a:rPr lang="en-US" sz="2400" dirty="0"/>
              <a:t>SHAP shows more stable and consistent performance</a:t>
            </a:r>
          </a:p>
          <a:p>
            <a:pPr marL="342900" indent="-342900">
              <a:lnSpc>
                <a:spcPct val="150000"/>
              </a:lnSpc>
              <a:buFont typeface="Arial" panose="020B0604020202020204" pitchFamily="34" charset="0"/>
              <a:buChar char="•"/>
            </a:pPr>
            <a:r>
              <a:rPr lang="en-US" sz="2400" dirty="0"/>
              <a:t>WFI performance varies more with feature size</a:t>
            </a:r>
            <a:endParaRPr lang="en-CA" sz="2200" b="1" dirty="0"/>
          </a:p>
        </p:txBody>
      </p:sp>
      <p:pic>
        <p:nvPicPr>
          <p:cNvPr id="10" name="Picture 9">
            <a:extLst>
              <a:ext uri="{FF2B5EF4-FFF2-40B4-BE49-F238E27FC236}">
                <a16:creationId xmlns:a16="http://schemas.microsoft.com/office/drawing/2014/main" id="{B595BC68-B5E7-F3BE-7A62-A3FCDD9EFC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90955" y="1273770"/>
            <a:ext cx="4828308" cy="4893974"/>
          </a:xfrm>
          <a:prstGeom prst="rect">
            <a:avLst/>
          </a:prstGeom>
        </p:spPr>
      </p:pic>
      <p:sp>
        <p:nvSpPr>
          <p:cNvPr id="3" name="Date Placeholder 4">
            <a:extLst>
              <a:ext uri="{FF2B5EF4-FFF2-40B4-BE49-F238E27FC236}">
                <a16:creationId xmlns:a16="http://schemas.microsoft.com/office/drawing/2014/main" id="{ACB3D7E1-493B-A683-7DD1-2543653CE937}"/>
              </a:ext>
            </a:extLst>
          </p:cNvPr>
          <p:cNvSpPr txBox="1">
            <a:spLocks/>
          </p:cNvSpPr>
          <p:nvPr/>
        </p:nvSpPr>
        <p:spPr>
          <a:xfrm>
            <a:off x="364549" y="6432085"/>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a:t>2026-03-26</a:t>
            </a:r>
            <a:endParaRPr lang="en-CA" dirty="0"/>
          </a:p>
        </p:txBody>
      </p:sp>
    </p:spTree>
    <p:extLst>
      <p:ext uri="{BB962C8B-B14F-4D97-AF65-F5344CB8AC3E}">
        <p14:creationId xmlns:p14="http://schemas.microsoft.com/office/powerpoint/2010/main" val="5172158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32D1D-14CB-FB7C-577E-8D9C7ED49813}"/>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9ADB52FA-E196-798D-4028-BF82C5286868}"/>
              </a:ext>
            </a:extLst>
          </p:cNvPr>
          <p:cNvSpPr>
            <a:spLocks noGrp="1"/>
          </p:cNvSpPr>
          <p:nvPr>
            <p:ph type="ctrTitle"/>
          </p:nvPr>
        </p:nvSpPr>
        <p:spPr/>
        <p:txBody>
          <a:bodyPr/>
          <a:lstStyle/>
          <a:p>
            <a:endParaRPr lang="en-CA"/>
          </a:p>
        </p:txBody>
      </p:sp>
      <p:sp>
        <p:nvSpPr>
          <p:cNvPr id="13" name="Subtitle 12">
            <a:extLst>
              <a:ext uri="{FF2B5EF4-FFF2-40B4-BE49-F238E27FC236}">
                <a16:creationId xmlns:a16="http://schemas.microsoft.com/office/drawing/2014/main" id="{D32C28DC-0FD2-C795-3690-595E9507F800}"/>
              </a:ext>
            </a:extLst>
          </p:cNvPr>
          <p:cNvSpPr>
            <a:spLocks noGrp="1"/>
          </p:cNvSpPr>
          <p:nvPr>
            <p:ph type="subTitle" idx="1"/>
          </p:nvPr>
        </p:nvSpPr>
        <p:spPr/>
        <p:txBody>
          <a:bodyPr/>
          <a:lstStyle/>
          <a:p>
            <a:endParaRPr lang="en-CA"/>
          </a:p>
        </p:txBody>
      </p:sp>
      <p:sp>
        <p:nvSpPr>
          <p:cNvPr id="5" name="Date Placeholder 4">
            <a:extLst>
              <a:ext uri="{FF2B5EF4-FFF2-40B4-BE49-F238E27FC236}">
                <a16:creationId xmlns:a16="http://schemas.microsoft.com/office/drawing/2014/main" id="{A6190FC4-FC54-CA7C-5E24-6D0700143D00}"/>
              </a:ext>
            </a:extLst>
          </p:cNvPr>
          <p:cNvSpPr>
            <a:spLocks noGrp="1"/>
          </p:cNvSpPr>
          <p:nvPr>
            <p:ph type="dt" sz="half" idx="10"/>
          </p:nvPr>
        </p:nvSpPr>
        <p:spPr/>
        <p:txBody>
          <a:bodyPr/>
          <a:lstStyle/>
          <a:p>
            <a:fld id="{D3831AF8-77C7-473C-A1B2-C1424B415F47}" type="datetime1">
              <a:rPr lang="en-CA" smtClean="0"/>
              <a:t>2026-03-26</a:t>
            </a:fld>
            <a:endParaRPr lang="en-CA"/>
          </a:p>
        </p:txBody>
      </p:sp>
      <p:sp>
        <p:nvSpPr>
          <p:cNvPr id="6" name="Slide Number Placeholder 5">
            <a:extLst>
              <a:ext uri="{FF2B5EF4-FFF2-40B4-BE49-F238E27FC236}">
                <a16:creationId xmlns:a16="http://schemas.microsoft.com/office/drawing/2014/main" id="{53265E8C-EA9C-3421-20EC-67EC7D3F254A}"/>
              </a:ext>
            </a:extLst>
          </p:cNvPr>
          <p:cNvSpPr>
            <a:spLocks noGrp="1"/>
          </p:cNvSpPr>
          <p:nvPr>
            <p:ph type="sldNum" sz="quarter" idx="12"/>
          </p:nvPr>
        </p:nvSpPr>
        <p:spPr/>
        <p:txBody>
          <a:bodyPr/>
          <a:lstStyle/>
          <a:p>
            <a:fld id="{E370B7C0-46F6-4DF2-8928-276E092CFE71}" type="slidenum">
              <a:rPr lang="en-CA" smtClean="0"/>
              <a:t>36</a:t>
            </a:fld>
            <a:endParaRPr lang="en-CA"/>
          </a:p>
        </p:txBody>
      </p:sp>
      <p:pic>
        <p:nvPicPr>
          <p:cNvPr id="4" name="Picture 3">
            <a:extLst>
              <a:ext uri="{FF2B5EF4-FFF2-40B4-BE49-F238E27FC236}">
                <a16:creationId xmlns:a16="http://schemas.microsoft.com/office/drawing/2014/main" id="{B5DB84F6-3882-86A4-6B31-B9CE968286D8}"/>
              </a:ext>
            </a:extLst>
          </p:cNvPr>
          <p:cNvPicPr>
            <a:picLocks noChangeAspect="1"/>
          </p:cNvPicPr>
          <p:nvPr/>
        </p:nvPicPr>
        <p:blipFill>
          <a:blip r:embed="rId3"/>
          <a:stretch>
            <a:fillRect/>
          </a:stretch>
        </p:blipFill>
        <p:spPr>
          <a:xfrm>
            <a:off x="0" y="0"/>
            <a:ext cx="12192000" cy="6858000"/>
          </a:xfrm>
          <a:prstGeom prst="rect">
            <a:avLst/>
          </a:prstGeom>
        </p:spPr>
      </p:pic>
      <p:sp>
        <p:nvSpPr>
          <p:cNvPr id="7" name="Slide Number Placeholder 5">
            <a:extLst>
              <a:ext uri="{FF2B5EF4-FFF2-40B4-BE49-F238E27FC236}">
                <a16:creationId xmlns:a16="http://schemas.microsoft.com/office/drawing/2014/main" id="{9B82CBCD-A4F7-C86D-976B-113887F4F4EC}"/>
              </a:ext>
            </a:extLst>
          </p:cNvPr>
          <p:cNvSpPr txBox="1">
            <a:spLocks/>
          </p:cNvSpPr>
          <p:nvPr/>
        </p:nvSpPr>
        <p:spPr>
          <a:xfrm>
            <a:off x="3581400" y="64054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70B7C0-46F6-4DF2-8928-276E092CFE71}" type="slidenum">
              <a:rPr lang="en-CA" sz="1800" b="1" smtClean="0"/>
              <a:pPr/>
              <a:t>36</a:t>
            </a:fld>
            <a:endParaRPr lang="en-CA" sz="1800" b="1" dirty="0"/>
          </a:p>
        </p:txBody>
      </p:sp>
      <p:sp>
        <p:nvSpPr>
          <p:cNvPr id="18" name="TextBox 17">
            <a:extLst>
              <a:ext uri="{FF2B5EF4-FFF2-40B4-BE49-F238E27FC236}">
                <a16:creationId xmlns:a16="http://schemas.microsoft.com/office/drawing/2014/main" id="{71D04B59-B432-7FDB-CB27-78B913CD925C}"/>
              </a:ext>
            </a:extLst>
          </p:cNvPr>
          <p:cNvSpPr txBox="1"/>
          <p:nvPr/>
        </p:nvSpPr>
        <p:spPr>
          <a:xfrm>
            <a:off x="595312" y="670369"/>
            <a:ext cx="10758488" cy="584775"/>
          </a:xfrm>
          <a:prstGeom prst="rect">
            <a:avLst/>
          </a:prstGeom>
          <a:noFill/>
        </p:spPr>
        <p:txBody>
          <a:bodyPr wrap="square" rtlCol="0">
            <a:spAutoFit/>
          </a:bodyPr>
          <a:lstStyle/>
          <a:p>
            <a:r>
              <a:rPr lang="en-US" sz="3200" b="1" dirty="0">
                <a:solidFill>
                  <a:schemeClr val="accent5"/>
                </a:solidFill>
                <a:latin typeface="Georgia" panose="02040502050405020303" pitchFamily="18" charset="0"/>
              </a:rPr>
              <a:t>Experiment 6 — Common Feature Intersection </a:t>
            </a:r>
          </a:p>
        </p:txBody>
      </p:sp>
      <p:sp>
        <p:nvSpPr>
          <p:cNvPr id="2" name="TextBox 1">
            <a:extLst>
              <a:ext uri="{FF2B5EF4-FFF2-40B4-BE49-F238E27FC236}">
                <a16:creationId xmlns:a16="http://schemas.microsoft.com/office/drawing/2014/main" id="{E6E2DDD8-0A2C-7205-5DE6-B7ECFA86D0AA}"/>
              </a:ext>
            </a:extLst>
          </p:cNvPr>
          <p:cNvSpPr txBox="1"/>
          <p:nvPr/>
        </p:nvSpPr>
        <p:spPr>
          <a:xfrm>
            <a:off x="595312" y="1434335"/>
            <a:ext cx="6751061" cy="433965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dirty="0"/>
              <a:t>Selected top features from SHAP and WFI</a:t>
            </a:r>
          </a:p>
          <a:p>
            <a:pPr marL="342900" indent="-342900">
              <a:lnSpc>
                <a:spcPct val="150000"/>
              </a:lnSpc>
              <a:buFont typeface="Arial" panose="020B0604020202020204" pitchFamily="34" charset="0"/>
              <a:buChar char="•"/>
            </a:pPr>
            <a:r>
              <a:rPr lang="en-CA" sz="2400" dirty="0"/>
              <a:t>Identified common (overlapping) features</a:t>
            </a:r>
            <a:endParaRPr lang="en-US" sz="2400" dirty="0"/>
          </a:p>
          <a:p>
            <a:pPr marL="342900" indent="-342900">
              <a:lnSpc>
                <a:spcPct val="150000"/>
              </a:lnSpc>
              <a:buFont typeface="Arial" panose="020B0604020202020204" pitchFamily="34" charset="0"/>
              <a:buChar char="•"/>
            </a:pPr>
            <a:r>
              <a:rPr lang="en-CA" sz="2400" dirty="0"/>
              <a:t>Common features represent:</a:t>
            </a:r>
          </a:p>
          <a:p>
            <a:pPr marL="800100" lvl="1" indent="-342900">
              <a:lnSpc>
                <a:spcPct val="150000"/>
              </a:lnSpc>
              <a:buFont typeface="Courier New" panose="02070309020205020404" pitchFamily="49" charset="0"/>
              <a:buChar char="o"/>
            </a:pPr>
            <a:r>
              <a:rPr lang="en-CA" sz="2400" dirty="0"/>
              <a:t>Strong and reliable predictors</a:t>
            </a:r>
          </a:p>
          <a:p>
            <a:pPr marL="800100" lvl="1" indent="-342900">
              <a:lnSpc>
                <a:spcPct val="150000"/>
              </a:lnSpc>
              <a:buFont typeface="Courier New" panose="02070309020205020404" pitchFamily="49" charset="0"/>
              <a:buChar char="o"/>
            </a:pPr>
            <a:r>
              <a:rPr lang="en-CA" sz="2400" dirty="0"/>
              <a:t>Agreement between both methods</a:t>
            </a:r>
            <a:endParaRPr lang="en-CA" sz="2200" b="1" dirty="0"/>
          </a:p>
          <a:p>
            <a:pPr marL="342900" indent="-342900">
              <a:lnSpc>
                <a:spcPct val="150000"/>
              </a:lnSpc>
              <a:buFont typeface="Arial" panose="020B0604020202020204" pitchFamily="34" charset="0"/>
              <a:buChar char="•"/>
            </a:pPr>
            <a:r>
              <a:rPr lang="en-US" sz="2400" dirty="0"/>
              <a:t>Model trained using common features</a:t>
            </a:r>
          </a:p>
          <a:p>
            <a:pPr marL="342900" indent="-342900">
              <a:lnSpc>
                <a:spcPct val="150000"/>
              </a:lnSpc>
              <a:buFont typeface="Arial" panose="020B0604020202020204" pitchFamily="34" charset="0"/>
              <a:buChar char="•"/>
            </a:pPr>
            <a:r>
              <a:rPr lang="en-US" sz="2400" dirty="0"/>
              <a:t>Achieved high performance with fewer features</a:t>
            </a:r>
          </a:p>
          <a:p>
            <a:endParaRPr lang="en-CA" sz="2400" dirty="0"/>
          </a:p>
        </p:txBody>
      </p:sp>
      <p:pic>
        <p:nvPicPr>
          <p:cNvPr id="8" name="Picture 7">
            <a:extLst>
              <a:ext uri="{FF2B5EF4-FFF2-40B4-BE49-F238E27FC236}">
                <a16:creationId xmlns:a16="http://schemas.microsoft.com/office/drawing/2014/main" id="{C3AE5703-DA07-BE20-F234-3A0D601807AD}"/>
              </a:ext>
            </a:extLst>
          </p:cNvPr>
          <p:cNvPicPr>
            <a:picLocks noChangeAspect="1"/>
          </p:cNvPicPr>
          <p:nvPr/>
        </p:nvPicPr>
        <p:blipFill>
          <a:blip r:embed="rId4"/>
          <a:stretch>
            <a:fillRect/>
          </a:stretch>
        </p:blipFill>
        <p:spPr>
          <a:xfrm>
            <a:off x="6761019" y="1494600"/>
            <a:ext cx="5029200" cy="3522723"/>
          </a:xfrm>
          <a:prstGeom prst="rect">
            <a:avLst/>
          </a:prstGeom>
        </p:spPr>
      </p:pic>
      <p:sp>
        <p:nvSpPr>
          <p:cNvPr id="3" name="Date Placeholder 4">
            <a:extLst>
              <a:ext uri="{FF2B5EF4-FFF2-40B4-BE49-F238E27FC236}">
                <a16:creationId xmlns:a16="http://schemas.microsoft.com/office/drawing/2014/main" id="{0A79699F-E091-1DF5-D1A3-C1F13CB44581}"/>
              </a:ext>
            </a:extLst>
          </p:cNvPr>
          <p:cNvSpPr txBox="1">
            <a:spLocks/>
          </p:cNvSpPr>
          <p:nvPr/>
        </p:nvSpPr>
        <p:spPr>
          <a:xfrm>
            <a:off x="364549" y="6432085"/>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a:t>2026-03-26</a:t>
            </a:r>
            <a:endParaRPr lang="en-CA" dirty="0"/>
          </a:p>
        </p:txBody>
      </p:sp>
    </p:spTree>
    <p:extLst>
      <p:ext uri="{BB962C8B-B14F-4D97-AF65-F5344CB8AC3E}">
        <p14:creationId xmlns:p14="http://schemas.microsoft.com/office/powerpoint/2010/main" val="42490229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9B607-05CB-7D8C-B3B4-E7F13C52B173}"/>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17DC2FC7-3541-1ADD-2FD6-BA7553AC743A}"/>
              </a:ext>
            </a:extLst>
          </p:cNvPr>
          <p:cNvSpPr>
            <a:spLocks noGrp="1"/>
          </p:cNvSpPr>
          <p:nvPr>
            <p:ph type="ctrTitle"/>
          </p:nvPr>
        </p:nvSpPr>
        <p:spPr/>
        <p:txBody>
          <a:bodyPr/>
          <a:lstStyle/>
          <a:p>
            <a:endParaRPr lang="en-CA"/>
          </a:p>
        </p:txBody>
      </p:sp>
      <p:sp>
        <p:nvSpPr>
          <p:cNvPr id="13" name="Subtitle 12">
            <a:extLst>
              <a:ext uri="{FF2B5EF4-FFF2-40B4-BE49-F238E27FC236}">
                <a16:creationId xmlns:a16="http://schemas.microsoft.com/office/drawing/2014/main" id="{D101D583-6897-A3F1-E952-49339490C8A2}"/>
              </a:ext>
            </a:extLst>
          </p:cNvPr>
          <p:cNvSpPr>
            <a:spLocks noGrp="1"/>
          </p:cNvSpPr>
          <p:nvPr>
            <p:ph type="subTitle" idx="1"/>
          </p:nvPr>
        </p:nvSpPr>
        <p:spPr/>
        <p:txBody>
          <a:bodyPr/>
          <a:lstStyle/>
          <a:p>
            <a:endParaRPr lang="en-CA"/>
          </a:p>
        </p:txBody>
      </p:sp>
      <p:sp>
        <p:nvSpPr>
          <p:cNvPr id="5" name="Date Placeholder 4">
            <a:extLst>
              <a:ext uri="{FF2B5EF4-FFF2-40B4-BE49-F238E27FC236}">
                <a16:creationId xmlns:a16="http://schemas.microsoft.com/office/drawing/2014/main" id="{A77E6996-DC4D-048C-7DFF-57BB5D3F9813}"/>
              </a:ext>
            </a:extLst>
          </p:cNvPr>
          <p:cNvSpPr>
            <a:spLocks noGrp="1"/>
          </p:cNvSpPr>
          <p:nvPr>
            <p:ph type="dt" sz="half" idx="10"/>
          </p:nvPr>
        </p:nvSpPr>
        <p:spPr/>
        <p:txBody>
          <a:bodyPr/>
          <a:lstStyle/>
          <a:p>
            <a:fld id="{D3831AF8-77C7-473C-A1B2-C1424B415F47}" type="datetime1">
              <a:rPr lang="en-CA" smtClean="0"/>
              <a:t>2026-03-26</a:t>
            </a:fld>
            <a:endParaRPr lang="en-CA"/>
          </a:p>
        </p:txBody>
      </p:sp>
      <p:sp>
        <p:nvSpPr>
          <p:cNvPr id="6" name="Slide Number Placeholder 5">
            <a:extLst>
              <a:ext uri="{FF2B5EF4-FFF2-40B4-BE49-F238E27FC236}">
                <a16:creationId xmlns:a16="http://schemas.microsoft.com/office/drawing/2014/main" id="{56F426BF-744B-7018-7B21-C3562BF3FBE9}"/>
              </a:ext>
            </a:extLst>
          </p:cNvPr>
          <p:cNvSpPr>
            <a:spLocks noGrp="1"/>
          </p:cNvSpPr>
          <p:nvPr>
            <p:ph type="sldNum" sz="quarter" idx="12"/>
          </p:nvPr>
        </p:nvSpPr>
        <p:spPr/>
        <p:txBody>
          <a:bodyPr/>
          <a:lstStyle/>
          <a:p>
            <a:fld id="{E370B7C0-46F6-4DF2-8928-276E092CFE71}" type="slidenum">
              <a:rPr lang="en-CA" smtClean="0"/>
              <a:t>37</a:t>
            </a:fld>
            <a:endParaRPr lang="en-CA"/>
          </a:p>
        </p:txBody>
      </p:sp>
      <p:pic>
        <p:nvPicPr>
          <p:cNvPr id="4" name="Picture 3">
            <a:extLst>
              <a:ext uri="{FF2B5EF4-FFF2-40B4-BE49-F238E27FC236}">
                <a16:creationId xmlns:a16="http://schemas.microsoft.com/office/drawing/2014/main" id="{A0998031-B3F0-8A0F-B691-84E7EF0EF4FB}"/>
              </a:ext>
            </a:extLst>
          </p:cNvPr>
          <p:cNvPicPr>
            <a:picLocks noChangeAspect="1"/>
          </p:cNvPicPr>
          <p:nvPr/>
        </p:nvPicPr>
        <p:blipFill>
          <a:blip r:embed="rId3"/>
          <a:stretch>
            <a:fillRect/>
          </a:stretch>
        </p:blipFill>
        <p:spPr>
          <a:xfrm>
            <a:off x="0" y="0"/>
            <a:ext cx="12192000" cy="6858000"/>
          </a:xfrm>
          <a:prstGeom prst="rect">
            <a:avLst/>
          </a:prstGeom>
        </p:spPr>
      </p:pic>
      <p:sp>
        <p:nvSpPr>
          <p:cNvPr id="7" name="Slide Number Placeholder 5">
            <a:extLst>
              <a:ext uri="{FF2B5EF4-FFF2-40B4-BE49-F238E27FC236}">
                <a16:creationId xmlns:a16="http://schemas.microsoft.com/office/drawing/2014/main" id="{6A89E811-B583-59F0-0B8E-203BDC048371}"/>
              </a:ext>
            </a:extLst>
          </p:cNvPr>
          <p:cNvSpPr txBox="1">
            <a:spLocks/>
          </p:cNvSpPr>
          <p:nvPr/>
        </p:nvSpPr>
        <p:spPr>
          <a:xfrm>
            <a:off x="3581400" y="64054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70B7C0-46F6-4DF2-8928-276E092CFE71}" type="slidenum">
              <a:rPr lang="en-CA" sz="1800" b="1" smtClean="0"/>
              <a:pPr/>
              <a:t>37</a:t>
            </a:fld>
            <a:endParaRPr lang="en-CA" sz="1800" b="1" dirty="0"/>
          </a:p>
        </p:txBody>
      </p:sp>
      <p:sp>
        <p:nvSpPr>
          <p:cNvPr id="18" name="TextBox 17">
            <a:extLst>
              <a:ext uri="{FF2B5EF4-FFF2-40B4-BE49-F238E27FC236}">
                <a16:creationId xmlns:a16="http://schemas.microsoft.com/office/drawing/2014/main" id="{1D258669-6CD3-FB07-278C-0C9EAD318F1A}"/>
              </a:ext>
            </a:extLst>
          </p:cNvPr>
          <p:cNvSpPr txBox="1"/>
          <p:nvPr/>
        </p:nvSpPr>
        <p:spPr>
          <a:xfrm>
            <a:off x="595312" y="670369"/>
            <a:ext cx="10758488" cy="584775"/>
          </a:xfrm>
          <a:prstGeom prst="rect">
            <a:avLst/>
          </a:prstGeom>
          <a:noFill/>
        </p:spPr>
        <p:txBody>
          <a:bodyPr wrap="square" rtlCol="0">
            <a:spAutoFit/>
          </a:bodyPr>
          <a:lstStyle/>
          <a:p>
            <a:r>
              <a:rPr lang="en-US" sz="3200" b="1" dirty="0">
                <a:solidFill>
                  <a:schemeClr val="accent5"/>
                </a:solidFill>
                <a:latin typeface="Georgia" panose="02040502050405020303" pitchFamily="18" charset="0"/>
              </a:rPr>
              <a:t>Experiment 6 — Result </a:t>
            </a:r>
          </a:p>
        </p:txBody>
      </p:sp>
      <p:sp>
        <p:nvSpPr>
          <p:cNvPr id="2" name="TextBox 1">
            <a:extLst>
              <a:ext uri="{FF2B5EF4-FFF2-40B4-BE49-F238E27FC236}">
                <a16:creationId xmlns:a16="http://schemas.microsoft.com/office/drawing/2014/main" id="{F6616570-BCEE-568C-8F6A-36D854323886}"/>
              </a:ext>
            </a:extLst>
          </p:cNvPr>
          <p:cNvSpPr txBox="1"/>
          <p:nvPr/>
        </p:nvSpPr>
        <p:spPr>
          <a:xfrm>
            <a:off x="595312" y="1434335"/>
            <a:ext cx="7216746" cy="4614020"/>
          </a:xfrm>
          <a:prstGeom prst="rect">
            <a:avLst/>
          </a:prstGeom>
          <a:noFill/>
        </p:spPr>
        <p:txBody>
          <a:bodyPr wrap="square" rtlCol="0">
            <a:spAutoFit/>
          </a:bodyPr>
          <a:lstStyle/>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200" dirty="0">
                <a:latin typeface="Arial" panose="020B0604020202020204" pitchFamily="34" charset="0"/>
              </a:rPr>
              <a:t>SHAP and WFI show </a:t>
            </a:r>
            <a:r>
              <a:rPr lang="en-US" altLang="en-US" sz="2200" b="1" dirty="0">
                <a:latin typeface="Arial" panose="020B0604020202020204" pitchFamily="34" charset="0"/>
              </a:rPr>
              <a:t>high agreement in feature importance rankings</a:t>
            </a:r>
            <a:endParaRPr lang="en-US" altLang="en-US" sz="2200" dirty="0">
              <a:latin typeface="Arial" panose="020B0604020202020204" pitchFamily="34" charset="0"/>
            </a:endParaRP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200" dirty="0">
                <a:latin typeface="Arial" panose="020B0604020202020204" pitchFamily="34" charset="0"/>
              </a:rPr>
              <a:t>Strong correlation observed between methods (</a:t>
            </a:r>
            <a:r>
              <a:rPr lang="en-US" altLang="en-US" sz="2200" b="1" dirty="0">
                <a:latin typeface="Arial" panose="020B0604020202020204" pitchFamily="34" charset="0"/>
              </a:rPr>
              <a:t>0.95 correlation</a:t>
            </a:r>
            <a:r>
              <a:rPr lang="en-US" altLang="en-US" sz="2200" dirty="0">
                <a:latin typeface="Arial" panose="020B0604020202020204" pitchFamily="34" charset="0"/>
              </a:rPr>
              <a:t>)</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200" b="1" dirty="0">
                <a:latin typeface="Arial" panose="020B0604020202020204" pitchFamily="34" charset="0"/>
              </a:rPr>
              <a:t>36 common features</a:t>
            </a:r>
            <a:r>
              <a:rPr lang="en-US" altLang="en-US" sz="2200" dirty="0">
                <a:latin typeface="Arial" panose="020B0604020202020204" pitchFamily="34" charset="0"/>
              </a:rPr>
              <a:t> identified from Top 40 SHAP and Top 40 WFI selections</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200" dirty="0">
                <a:latin typeface="Arial" panose="020B0604020202020204" pitchFamily="34" charset="0"/>
              </a:rPr>
              <a:t>Model trained on common features achieves </a:t>
            </a:r>
            <a:r>
              <a:rPr lang="en-US" altLang="en-US" sz="2200" b="1" dirty="0">
                <a:latin typeface="Arial" panose="020B0604020202020204" pitchFamily="34" charset="0"/>
              </a:rPr>
              <a:t>98.28% accuracy</a:t>
            </a:r>
            <a:endParaRPr lang="en-US" altLang="en-US" sz="2200" dirty="0">
              <a:latin typeface="Arial" panose="020B0604020202020204" pitchFamily="34" charset="0"/>
            </a:endParaRPr>
          </a:p>
          <a:p>
            <a:pPr marL="342900" indent="-342900">
              <a:lnSpc>
                <a:spcPct val="150000"/>
              </a:lnSpc>
              <a:buFont typeface="Arial" panose="020B0604020202020204" pitchFamily="34" charset="0"/>
              <a:buChar char="•"/>
            </a:pPr>
            <a:endParaRPr lang="en-US" sz="2200" dirty="0"/>
          </a:p>
        </p:txBody>
      </p:sp>
      <p:pic>
        <p:nvPicPr>
          <p:cNvPr id="11" name="Picture 10">
            <a:extLst>
              <a:ext uri="{FF2B5EF4-FFF2-40B4-BE49-F238E27FC236}">
                <a16:creationId xmlns:a16="http://schemas.microsoft.com/office/drawing/2014/main" id="{F3D71F43-9255-B908-7165-7AAAF44EDF5D}"/>
              </a:ext>
            </a:extLst>
          </p:cNvPr>
          <p:cNvPicPr>
            <a:picLocks noChangeAspect="1"/>
          </p:cNvPicPr>
          <p:nvPr/>
        </p:nvPicPr>
        <p:blipFill>
          <a:blip r:embed="rId4"/>
          <a:stretch>
            <a:fillRect/>
          </a:stretch>
        </p:blipFill>
        <p:spPr>
          <a:xfrm>
            <a:off x="7812058" y="1707138"/>
            <a:ext cx="4137054" cy="3716527"/>
          </a:xfrm>
          <a:prstGeom prst="rect">
            <a:avLst/>
          </a:prstGeom>
        </p:spPr>
      </p:pic>
      <p:sp>
        <p:nvSpPr>
          <p:cNvPr id="3" name="Date Placeholder 4">
            <a:extLst>
              <a:ext uri="{FF2B5EF4-FFF2-40B4-BE49-F238E27FC236}">
                <a16:creationId xmlns:a16="http://schemas.microsoft.com/office/drawing/2014/main" id="{6944A4E4-8349-E981-9626-5AD27ECB5C79}"/>
              </a:ext>
            </a:extLst>
          </p:cNvPr>
          <p:cNvSpPr txBox="1">
            <a:spLocks/>
          </p:cNvSpPr>
          <p:nvPr/>
        </p:nvSpPr>
        <p:spPr>
          <a:xfrm>
            <a:off x="364549" y="6432085"/>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a:t>2026-03-26</a:t>
            </a:r>
            <a:endParaRPr lang="en-CA" dirty="0"/>
          </a:p>
        </p:txBody>
      </p:sp>
    </p:spTree>
    <p:extLst>
      <p:ext uri="{BB962C8B-B14F-4D97-AF65-F5344CB8AC3E}">
        <p14:creationId xmlns:p14="http://schemas.microsoft.com/office/powerpoint/2010/main" val="19969312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C14FA-4824-1F62-1A2F-864731950C9B}"/>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C0E9331E-5940-5EA1-4C93-1CD3FA396613}"/>
              </a:ext>
            </a:extLst>
          </p:cNvPr>
          <p:cNvSpPr>
            <a:spLocks noGrp="1"/>
          </p:cNvSpPr>
          <p:nvPr>
            <p:ph type="ctrTitle"/>
          </p:nvPr>
        </p:nvSpPr>
        <p:spPr/>
        <p:txBody>
          <a:bodyPr/>
          <a:lstStyle/>
          <a:p>
            <a:endParaRPr lang="en-CA"/>
          </a:p>
        </p:txBody>
      </p:sp>
      <p:sp>
        <p:nvSpPr>
          <p:cNvPr id="13" name="Subtitle 12">
            <a:extLst>
              <a:ext uri="{FF2B5EF4-FFF2-40B4-BE49-F238E27FC236}">
                <a16:creationId xmlns:a16="http://schemas.microsoft.com/office/drawing/2014/main" id="{D30F2ECD-F759-810A-816D-CBB0EC398078}"/>
              </a:ext>
            </a:extLst>
          </p:cNvPr>
          <p:cNvSpPr>
            <a:spLocks noGrp="1"/>
          </p:cNvSpPr>
          <p:nvPr>
            <p:ph type="subTitle" idx="1"/>
          </p:nvPr>
        </p:nvSpPr>
        <p:spPr/>
        <p:txBody>
          <a:bodyPr/>
          <a:lstStyle/>
          <a:p>
            <a:endParaRPr lang="en-CA"/>
          </a:p>
        </p:txBody>
      </p:sp>
      <p:sp>
        <p:nvSpPr>
          <p:cNvPr id="5" name="Date Placeholder 4">
            <a:extLst>
              <a:ext uri="{FF2B5EF4-FFF2-40B4-BE49-F238E27FC236}">
                <a16:creationId xmlns:a16="http://schemas.microsoft.com/office/drawing/2014/main" id="{3F8F2CAD-F8E1-D6D3-8FA8-FF88572F2F90}"/>
              </a:ext>
            </a:extLst>
          </p:cNvPr>
          <p:cNvSpPr>
            <a:spLocks noGrp="1"/>
          </p:cNvSpPr>
          <p:nvPr>
            <p:ph type="dt" sz="half" idx="10"/>
          </p:nvPr>
        </p:nvSpPr>
        <p:spPr/>
        <p:txBody>
          <a:bodyPr/>
          <a:lstStyle/>
          <a:p>
            <a:fld id="{D3831AF8-77C7-473C-A1B2-C1424B415F47}" type="datetime1">
              <a:rPr lang="en-CA" smtClean="0"/>
              <a:t>2026-03-26</a:t>
            </a:fld>
            <a:endParaRPr lang="en-CA"/>
          </a:p>
        </p:txBody>
      </p:sp>
      <p:sp>
        <p:nvSpPr>
          <p:cNvPr id="6" name="Slide Number Placeholder 5">
            <a:extLst>
              <a:ext uri="{FF2B5EF4-FFF2-40B4-BE49-F238E27FC236}">
                <a16:creationId xmlns:a16="http://schemas.microsoft.com/office/drawing/2014/main" id="{7AFF609D-43D4-890B-8D68-5D7ADDD88F69}"/>
              </a:ext>
            </a:extLst>
          </p:cNvPr>
          <p:cNvSpPr>
            <a:spLocks noGrp="1"/>
          </p:cNvSpPr>
          <p:nvPr>
            <p:ph type="sldNum" sz="quarter" idx="12"/>
          </p:nvPr>
        </p:nvSpPr>
        <p:spPr/>
        <p:txBody>
          <a:bodyPr/>
          <a:lstStyle/>
          <a:p>
            <a:fld id="{E370B7C0-46F6-4DF2-8928-276E092CFE71}" type="slidenum">
              <a:rPr lang="en-CA" smtClean="0"/>
              <a:t>38</a:t>
            </a:fld>
            <a:endParaRPr lang="en-CA"/>
          </a:p>
        </p:txBody>
      </p:sp>
      <p:pic>
        <p:nvPicPr>
          <p:cNvPr id="4" name="Picture 3">
            <a:extLst>
              <a:ext uri="{FF2B5EF4-FFF2-40B4-BE49-F238E27FC236}">
                <a16:creationId xmlns:a16="http://schemas.microsoft.com/office/drawing/2014/main" id="{01AE9815-A240-7509-4313-71C4530B08A3}"/>
              </a:ext>
            </a:extLst>
          </p:cNvPr>
          <p:cNvPicPr>
            <a:picLocks noChangeAspect="1"/>
          </p:cNvPicPr>
          <p:nvPr/>
        </p:nvPicPr>
        <p:blipFill>
          <a:blip r:embed="rId3"/>
          <a:stretch>
            <a:fillRect/>
          </a:stretch>
        </p:blipFill>
        <p:spPr>
          <a:xfrm>
            <a:off x="0" y="0"/>
            <a:ext cx="12192000" cy="6858000"/>
          </a:xfrm>
          <a:prstGeom prst="rect">
            <a:avLst/>
          </a:prstGeom>
        </p:spPr>
      </p:pic>
      <p:sp>
        <p:nvSpPr>
          <p:cNvPr id="7" name="Slide Number Placeholder 5">
            <a:extLst>
              <a:ext uri="{FF2B5EF4-FFF2-40B4-BE49-F238E27FC236}">
                <a16:creationId xmlns:a16="http://schemas.microsoft.com/office/drawing/2014/main" id="{D09B1513-93B4-046B-D669-721AFCFFA618}"/>
              </a:ext>
            </a:extLst>
          </p:cNvPr>
          <p:cNvSpPr txBox="1">
            <a:spLocks/>
          </p:cNvSpPr>
          <p:nvPr/>
        </p:nvSpPr>
        <p:spPr>
          <a:xfrm>
            <a:off x="3581400" y="64054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70B7C0-46F6-4DF2-8928-276E092CFE71}" type="slidenum">
              <a:rPr lang="en-CA" sz="1800" b="1" smtClean="0"/>
              <a:pPr/>
              <a:t>38</a:t>
            </a:fld>
            <a:endParaRPr lang="en-CA" sz="1800" b="1" dirty="0"/>
          </a:p>
        </p:txBody>
      </p:sp>
      <p:sp>
        <p:nvSpPr>
          <p:cNvPr id="18" name="TextBox 17">
            <a:extLst>
              <a:ext uri="{FF2B5EF4-FFF2-40B4-BE49-F238E27FC236}">
                <a16:creationId xmlns:a16="http://schemas.microsoft.com/office/drawing/2014/main" id="{FC5A7161-6214-CF22-194A-C226284BC8A4}"/>
              </a:ext>
            </a:extLst>
          </p:cNvPr>
          <p:cNvSpPr txBox="1"/>
          <p:nvPr/>
        </p:nvSpPr>
        <p:spPr>
          <a:xfrm>
            <a:off x="595312" y="670369"/>
            <a:ext cx="10758488" cy="584775"/>
          </a:xfrm>
          <a:prstGeom prst="rect">
            <a:avLst/>
          </a:prstGeom>
          <a:noFill/>
        </p:spPr>
        <p:txBody>
          <a:bodyPr wrap="square" rtlCol="0">
            <a:spAutoFit/>
          </a:bodyPr>
          <a:lstStyle/>
          <a:p>
            <a:r>
              <a:rPr lang="en-US" sz="3200" b="1" dirty="0">
                <a:solidFill>
                  <a:schemeClr val="accent5"/>
                </a:solidFill>
                <a:latin typeface="Georgia" panose="02040502050405020303" pitchFamily="18" charset="0"/>
              </a:rPr>
              <a:t>Experiment 7 — Derived Features </a:t>
            </a:r>
          </a:p>
        </p:txBody>
      </p:sp>
      <p:sp>
        <p:nvSpPr>
          <p:cNvPr id="2" name="TextBox 1">
            <a:extLst>
              <a:ext uri="{FF2B5EF4-FFF2-40B4-BE49-F238E27FC236}">
                <a16:creationId xmlns:a16="http://schemas.microsoft.com/office/drawing/2014/main" id="{8984298F-FAC9-5249-2783-DEC106FB34A6}"/>
              </a:ext>
            </a:extLst>
          </p:cNvPr>
          <p:cNvSpPr txBox="1"/>
          <p:nvPr/>
        </p:nvSpPr>
        <p:spPr>
          <a:xfrm>
            <a:off x="595312" y="1434335"/>
            <a:ext cx="10072688" cy="3917034"/>
          </a:xfrm>
          <a:prstGeom prst="rect">
            <a:avLst/>
          </a:prstGeom>
          <a:noFill/>
        </p:spPr>
        <p:txBody>
          <a:bodyPr wrap="square" rtlCol="0">
            <a:spAutoFit/>
          </a:bodyPr>
          <a:lstStyle/>
          <a:p>
            <a:pPr marL="342900" lvl="0" indent="-342900" eaLnBrk="0" fontAlgn="base" hangingPunct="0">
              <a:lnSpc>
                <a:spcPct val="150000"/>
              </a:lnSpc>
              <a:spcBef>
                <a:spcPct val="0"/>
              </a:spcBef>
              <a:spcAft>
                <a:spcPct val="0"/>
              </a:spcAft>
              <a:buFont typeface="Arial" panose="020B0604020202020204" pitchFamily="34" charset="0"/>
              <a:buChar char="•"/>
            </a:pPr>
            <a:r>
              <a:rPr lang="en-US" sz="2400" dirty="0"/>
              <a:t>Previous methods select important individual features</a:t>
            </a:r>
          </a:p>
          <a:p>
            <a:pPr marL="342900" lvl="0" indent="-342900" eaLnBrk="0" fontAlgn="base" hangingPunct="0">
              <a:lnSpc>
                <a:spcPct val="150000"/>
              </a:lnSpc>
              <a:spcBef>
                <a:spcPct val="0"/>
              </a:spcBef>
              <a:spcAft>
                <a:spcPct val="0"/>
              </a:spcAft>
              <a:buFont typeface="Arial" panose="020B0604020202020204" pitchFamily="34" charset="0"/>
              <a:buChar char="•"/>
            </a:pPr>
            <a:r>
              <a:rPr lang="en-US" sz="2400" dirty="0"/>
              <a:t>However, they do not capture relationships between features</a:t>
            </a:r>
          </a:p>
          <a:p>
            <a:pPr marL="342900" lvl="0" indent="-342900" eaLnBrk="0" fontAlgn="base" hangingPunct="0">
              <a:lnSpc>
                <a:spcPct val="150000"/>
              </a:lnSpc>
              <a:spcBef>
                <a:spcPct val="0"/>
              </a:spcBef>
              <a:spcAft>
                <a:spcPct val="0"/>
              </a:spcAft>
              <a:buFont typeface="Arial" panose="020B0604020202020204" pitchFamily="34" charset="0"/>
              <a:buChar char="•"/>
            </a:pPr>
            <a:r>
              <a:rPr lang="en-CA" sz="2400" dirty="0"/>
              <a:t>In power systems:</a:t>
            </a:r>
          </a:p>
          <a:p>
            <a:pPr marL="1257300" lvl="2" indent="-342900" eaLnBrk="0" fontAlgn="base" hangingPunct="0">
              <a:lnSpc>
                <a:spcPct val="150000"/>
              </a:lnSpc>
              <a:spcBef>
                <a:spcPct val="0"/>
              </a:spcBef>
              <a:spcAft>
                <a:spcPct val="0"/>
              </a:spcAft>
              <a:buFont typeface="Courier New" panose="02070309020205020404" pitchFamily="49" charset="0"/>
              <a:buChar char="o"/>
            </a:pPr>
            <a:r>
              <a:rPr lang="en-CA" sz="2400" dirty="0"/>
              <a:t>Sensor measurements are interdependent</a:t>
            </a:r>
          </a:p>
          <a:p>
            <a:pPr marL="1257300" lvl="2" indent="-342900" eaLnBrk="0" fontAlgn="base" hangingPunct="0">
              <a:lnSpc>
                <a:spcPct val="150000"/>
              </a:lnSpc>
              <a:spcBef>
                <a:spcPct val="0"/>
              </a:spcBef>
              <a:spcAft>
                <a:spcPct val="0"/>
              </a:spcAft>
              <a:buFont typeface="Courier New" panose="02070309020205020404" pitchFamily="49" charset="0"/>
              <a:buChar char="o"/>
            </a:pPr>
            <a:r>
              <a:rPr lang="en-US" sz="2400" dirty="0"/>
              <a:t>Attacks often affect multiple variables simultaneously</a:t>
            </a:r>
            <a:endParaRPr lang="en-CA" sz="2400" dirty="0"/>
          </a:p>
          <a:p>
            <a:pPr marL="342900" indent="-342900">
              <a:lnSpc>
                <a:spcPct val="150000"/>
              </a:lnSpc>
              <a:buFont typeface="Arial" panose="020B0604020202020204" pitchFamily="34" charset="0"/>
              <a:buChar char="•"/>
            </a:pPr>
            <a:r>
              <a:rPr lang="en-CA" sz="2400" b="1" dirty="0"/>
              <a:t>Idea</a:t>
            </a:r>
            <a:r>
              <a:rPr lang="en-CA" sz="2400" dirty="0"/>
              <a:t>:</a:t>
            </a:r>
          </a:p>
          <a:p>
            <a:pPr marL="800100" lvl="1" indent="-342900">
              <a:lnSpc>
                <a:spcPct val="150000"/>
              </a:lnSpc>
              <a:buFont typeface="Courier New" panose="02070309020205020404" pitchFamily="49" charset="0"/>
              <a:buChar char="o"/>
            </a:pPr>
            <a:r>
              <a:rPr lang="en-US" sz="2400" dirty="0"/>
              <a:t>Generate new features using interactions between important features</a:t>
            </a:r>
            <a:endParaRPr lang="en-US" sz="2200" dirty="0"/>
          </a:p>
        </p:txBody>
      </p:sp>
      <p:sp>
        <p:nvSpPr>
          <p:cNvPr id="3" name="Date Placeholder 4">
            <a:extLst>
              <a:ext uri="{FF2B5EF4-FFF2-40B4-BE49-F238E27FC236}">
                <a16:creationId xmlns:a16="http://schemas.microsoft.com/office/drawing/2014/main" id="{AD039984-E225-C991-22B2-B78CC7E7DD8D}"/>
              </a:ext>
            </a:extLst>
          </p:cNvPr>
          <p:cNvSpPr txBox="1">
            <a:spLocks/>
          </p:cNvSpPr>
          <p:nvPr/>
        </p:nvSpPr>
        <p:spPr>
          <a:xfrm>
            <a:off x="364549" y="6432085"/>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a:t>2026-03-26</a:t>
            </a:r>
            <a:endParaRPr lang="en-CA" dirty="0"/>
          </a:p>
        </p:txBody>
      </p:sp>
    </p:spTree>
    <p:extLst>
      <p:ext uri="{BB962C8B-B14F-4D97-AF65-F5344CB8AC3E}">
        <p14:creationId xmlns:p14="http://schemas.microsoft.com/office/powerpoint/2010/main" val="25880588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7AC64-0A1F-6D2E-44D0-1ED1397CE2D9}"/>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E3A2B8ED-BB76-3375-1CDA-6C1B674D5847}"/>
              </a:ext>
            </a:extLst>
          </p:cNvPr>
          <p:cNvSpPr>
            <a:spLocks noGrp="1"/>
          </p:cNvSpPr>
          <p:nvPr>
            <p:ph type="ctrTitle"/>
          </p:nvPr>
        </p:nvSpPr>
        <p:spPr/>
        <p:txBody>
          <a:bodyPr/>
          <a:lstStyle/>
          <a:p>
            <a:endParaRPr lang="en-CA"/>
          </a:p>
        </p:txBody>
      </p:sp>
      <p:sp>
        <p:nvSpPr>
          <p:cNvPr id="13" name="Subtitle 12">
            <a:extLst>
              <a:ext uri="{FF2B5EF4-FFF2-40B4-BE49-F238E27FC236}">
                <a16:creationId xmlns:a16="http://schemas.microsoft.com/office/drawing/2014/main" id="{FF6F17B2-6BC9-7652-0F92-2845F0E056EF}"/>
              </a:ext>
            </a:extLst>
          </p:cNvPr>
          <p:cNvSpPr>
            <a:spLocks noGrp="1"/>
          </p:cNvSpPr>
          <p:nvPr>
            <p:ph type="subTitle" idx="1"/>
          </p:nvPr>
        </p:nvSpPr>
        <p:spPr/>
        <p:txBody>
          <a:bodyPr/>
          <a:lstStyle/>
          <a:p>
            <a:endParaRPr lang="en-CA"/>
          </a:p>
        </p:txBody>
      </p:sp>
      <p:sp>
        <p:nvSpPr>
          <p:cNvPr id="5" name="Date Placeholder 4">
            <a:extLst>
              <a:ext uri="{FF2B5EF4-FFF2-40B4-BE49-F238E27FC236}">
                <a16:creationId xmlns:a16="http://schemas.microsoft.com/office/drawing/2014/main" id="{60BF4A8B-B3A2-F96C-06FB-C61CB8253630}"/>
              </a:ext>
            </a:extLst>
          </p:cNvPr>
          <p:cNvSpPr>
            <a:spLocks noGrp="1"/>
          </p:cNvSpPr>
          <p:nvPr>
            <p:ph type="dt" sz="half" idx="10"/>
          </p:nvPr>
        </p:nvSpPr>
        <p:spPr/>
        <p:txBody>
          <a:bodyPr/>
          <a:lstStyle/>
          <a:p>
            <a:fld id="{D3831AF8-77C7-473C-A1B2-C1424B415F47}" type="datetime1">
              <a:rPr lang="en-CA" smtClean="0"/>
              <a:t>2026-03-26</a:t>
            </a:fld>
            <a:endParaRPr lang="en-CA"/>
          </a:p>
        </p:txBody>
      </p:sp>
      <p:sp>
        <p:nvSpPr>
          <p:cNvPr id="6" name="Slide Number Placeholder 5">
            <a:extLst>
              <a:ext uri="{FF2B5EF4-FFF2-40B4-BE49-F238E27FC236}">
                <a16:creationId xmlns:a16="http://schemas.microsoft.com/office/drawing/2014/main" id="{BCBBA7B1-8D03-63E5-526B-D9237B9D79F8}"/>
              </a:ext>
            </a:extLst>
          </p:cNvPr>
          <p:cNvSpPr>
            <a:spLocks noGrp="1"/>
          </p:cNvSpPr>
          <p:nvPr>
            <p:ph type="sldNum" sz="quarter" idx="12"/>
          </p:nvPr>
        </p:nvSpPr>
        <p:spPr/>
        <p:txBody>
          <a:bodyPr/>
          <a:lstStyle/>
          <a:p>
            <a:fld id="{E370B7C0-46F6-4DF2-8928-276E092CFE71}" type="slidenum">
              <a:rPr lang="en-CA" smtClean="0"/>
              <a:t>39</a:t>
            </a:fld>
            <a:endParaRPr lang="en-CA"/>
          </a:p>
        </p:txBody>
      </p:sp>
      <p:pic>
        <p:nvPicPr>
          <p:cNvPr id="4" name="Picture 3">
            <a:extLst>
              <a:ext uri="{FF2B5EF4-FFF2-40B4-BE49-F238E27FC236}">
                <a16:creationId xmlns:a16="http://schemas.microsoft.com/office/drawing/2014/main" id="{A8EC7044-BD74-19E8-0ACF-34D9E28ADD21}"/>
              </a:ext>
            </a:extLst>
          </p:cNvPr>
          <p:cNvPicPr>
            <a:picLocks noChangeAspect="1"/>
          </p:cNvPicPr>
          <p:nvPr/>
        </p:nvPicPr>
        <p:blipFill>
          <a:blip r:embed="rId3"/>
          <a:stretch>
            <a:fillRect/>
          </a:stretch>
        </p:blipFill>
        <p:spPr>
          <a:xfrm>
            <a:off x="0" y="0"/>
            <a:ext cx="12192000" cy="6858000"/>
          </a:xfrm>
          <a:prstGeom prst="rect">
            <a:avLst/>
          </a:prstGeom>
        </p:spPr>
      </p:pic>
      <p:sp>
        <p:nvSpPr>
          <p:cNvPr id="7" name="Slide Number Placeholder 5">
            <a:extLst>
              <a:ext uri="{FF2B5EF4-FFF2-40B4-BE49-F238E27FC236}">
                <a16:creationId xmlns:a16="http://schemas.microsoft.com/office/drawing/2014/main" id="{F61D1359-A2DA-94C5-B8B6-A3E7AA81781C}"/>
              </a:ext>
            </a:extLst>
          </p:cNvPr>
          <p:cNvSpPr txBox="1">
            <a:spLocks/>
          </p:cNvSpPr>
          <p:nvPr/>
        </p:nvSpPr>
        <p:spPr>
          <a:xfrm>
            <a:off x="3581400" y="64054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70B7C0-46F6-4DF2-8928-276E092CFE71}" type="slidenum">
              <a:rPr lang="en-CA" sz="1800" b="1" smtClean="0"/>
              <a:pPr/>
              <a:t>39</a:t>
            </a:fld>
            <a:endParaRPr lang="en-CA" sz="1800" b="1" dirty="0"/>
          </a:p>
        </p:txBody>
      </p:sp>
      <p:sp>
        <p:nvSpPr>
          <p:cNvPr id="18" name="TextBox 17">
            <a:extLst>
              <a:ext uri="{FF2B5EF4-FFF2-40B4-BE49-F238E27FC236}">
                <a16:creationId xmlns:a16="http://schemas.microsoft.com/office/drawing/2014/main" id="{7B9F9ED3-19DA-0BBF-F25A-EA786BF1755A}"/>
              </a:ext>
            </a:extLst>
          </p:cNvPr>
          <p:cNvSpPr txBox="1"/>
          <p:nvPr/>
        </p:nvSpPr>
        <p:spPr>
          <a:xfrm>
            <a:off x="595312" y="670369"/>
            <a:ext cx="10758488" cy="584775"/>
          </a:xfrm>
          <a:prstGeom prst="rect">
            <a:avLst/>
          </a:prstGeom>
          <a:noFill/>
        </p:spPr>
        <p:txBody>
          <a:bodyPr wrap="square" rtlCol="0">
            <a:spAutoFit/>
          </a:bodyPr>
          <a:lstStyle/>
          <a:p>
            <a:r>
              <a:rPr lang="en-US" sz="3200" b="1" dirty="0">
                <a:solidFill>
                  <a:schemeClr val="accent5"/>
                </a:solidFill>
                <a:latin typeface="Georgia" panose="02040502050405020303" pitchFamily="18" charset="0"/>
              </a:rPr>
              <a:t>Experiment 7 — Derived Features </a:t>
            </a:r>
          </a:p>
        </p:txBody>
      </p:sp>
      <p:sp>
        <p:nvSpPr>
          <p:cNvPr id="2" name="TextBox 1">
            <a:extLst>
              <a:ext uri="{FF2B5EF4-FFF2-40B4-BE49-F238E27FC236}">
                <a16:creationId xmlns:a16="http://schemas.microsoft.com/office/drawing/2014/main" id="{45992858-2C9C-B179-D400-FD6C8B6E3BC7}"/>
              </a:ext>
            </a:extLst>
          </p:cNvPr>
          <p:cNvSpPr txBox="1"/>
          <p:nvPr/>
        </p:nvSpPr>
        <p:spPr>
          <a:xfrm>
            <a:off x="595313" y="1434335"/>
            <a:ext cx="6844578" cy="4471032"/>
          </a:xfrm>
          <a:prstGeom prst="rect">
            <a:avLst/>
          </a:prstGeom>
          <a:noFill/>
        </p:spPr>
        <p:txBody>
          <a:bodyPr wrap="square" rtlCol="0">
            <a:spAutoFit/>
          </a:bodyPr>
          <a:lstStyle/>
          <a:p>
            <a:pPr marL="342900" lvl="0" indent="-342900" eaLnBrk="0" fontAlgn="base" hangingPunct="0">
              <a:lnSpc>
                <a:spcPct val="150000"/>
              </a:lnSpc>
              <a:spcBef>
                <a:spcPct val="0"/>
              </a:spcBef>
              <a:spcAft>
                <a:spcPct val="0"/>
              </a:spcAft>
              <a:buFont typeface="Arial" panose="020B0604020202020204" pitchFamily="34" charset="0"/>
              <a:buChar char="•"/>
            </a:pPr>
            <a:r>
              <a:rPr lang="en-US" sz="2400" dirty="0"/>
              <a:t>Selected Top 40 features using SHAP</a:t>
            </a:r>
          </a:p>
          <a:p>
            <a:pPr marL="342900" lvl="0" indent="-342900" eaLnBrk="0" fontAlgn="base" hangingPunct="0">
              <a:lnSpc>
                <a:spcPct val="150000"/>
              </a:lnSpc>
              <a:spcBef>
                <a:spcPct val="0"/>
              </a:spcBef>
              <a:spcAft>
                <a:spcPct val="0"/>
              </a:spcAft>
              <a:buFont typeface="Arial" panose="020B0604020202020204" pitchFamily="34" charset="0"/>
              <a:buChar char="•"/>
            </a:pPr>
            <a:r>
              <a:rPr lang="en-US" sz="2400" dirty="0"/>
              <a:t>Computed correlation between selected features</a:t>
            </a:r>
          </a:p>
          <a:p>
            <a:pPr marL="342900" lvl="0" indent="-342900" eaLnBrk="0" fontAlgn="base" hangingPunct="0">
              <a:lnSpc>
                <a:spcPct val="150000"/>
              </a:lnSpc>
              <a:spcBef>
                <a:spcPct val="0"/>
              </a:spcBef>
              <a:spcAft>
                <a:spcPct val="0"/>
              </a:spcAft>
              <a:buFont typeface="Arial" panose="020B0604020202020204" pitchFamily="34" charset="0"/>
              <a:buChar char="•"/>
            </a:pPr>
            <a:r>
              <a:rPr lang="en-US" sz="2400" dirty="0"/>
              <a:t>Identified highly correlated feature pairs</a:t>
            </a:r>
          </a:p>
          <a:p>
            <a:pPr marL="342900" lvl="0" indent="-342900" eaLnBrk="0" fontAlgn="base" hangingPunct="0">
              <a:lnSpc>
                <a:spcPct val="150000"/>
              </a:lnSpc>
              <a:spcBef>
                <a:spcPct val="0"/>
              </a:spcBef>
              <a:spcAft>
                <a:spcPct val="0"/>
              </a:spcAft>
              <a:buFont typeface="Arial" panose="020B0604020202020204" pitchFamily="34" charset="0"/>
              <a:buChar char="•"/>
            </a:pPr>
            <a:r>
              <a:rPr lang="en-US" sz="2400" dirty="0"/>
              <a:t>Generated new features using multiplication</a:t>
            </a:r>
            <a:endParaRPr lang="en-CA" sz="2400" dirty="0"/>
          </a:p>
          <a:p>
            <a:pPr marL="1257300" lvl="2" indent="-342900" eaLnBrk="0" fontAlgn="base" hangingPunct="0">
              <a:lnSpc>
                <a:spcPct val="150000"/>
              </a:lnSpc>
              <a:spcBef>
                <a:spcPct val="0"/>
              </a:spcBef>
              <a:spcAft>
                <a:spcPct val="0"/>
              </a:spcAft>
              <a:buFont typeface="Courier New" panose="02070309020205020404" pitchFamily="49" charset="0"/>
              <a:buChar char="o"/>
            </a:pPr>
            <a:r>
              <a:rPr lang="en-CA" sz="2400" b="1" dirty="0"/>
              <a:t>New Feature</a:t>
            </a:r>
            <a:r>
              <a:rPr lang="en-CA" sz="2400" dirty="0"/>
              <a:t> = Feature1 × Feature2</a:t>
            </a:r>
          </a:p>
          <a:p>
            <a:pPr marL="342900" indent="-342900">
              <a:lnSpc>
                <a:spcPct val="150000"/>
              </a:lnSpc>
              <a:buFont typeface="Arial" panose="020B0604020202020204" pitchFamily="34" charset="0"/>
              <a:buChar char="•"/>
            </a:pPr>
            <a:r>
              <a:rPr lang="en-US" sz="2400" dirty="0"/>
              <a:t>Created multiple derived features from top correlated pairs</a:t>
            </a:r>
            <a:endParaRPr lang="en-US" sz="2200" dirty="0"/>
          </a:p>
        </p:txBody>
      </p:sp>
      <p:pic>
        <p:nvPicPr>
          <p:cNvPr id="8" name="Picture 7">
            <a:extLst>
              <a:ext uri="{FF2B5EF4-FFF2-40B4-BE49-F238E27FC236}">
                <a16:creationId xmlns:a16="http://schemas.microsoft.com/office/drawing/2014/main" id="{D0BD3AE6-E67D-F5FB-8E5D-26711349A9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84028" y="1278862"/>
            <a:ext cx="4561720" cy="4471032"/>
          </a:xfrm>
          <a:prstGeom prst="rect">
            <a:avLst/>
          </a:prstGeom>
        </p:spPr>
      </p:pic>
      <p:sp>
        <p:nvSpPr>
          <p:cNvPr id="3" name="Date Placeholder 4">
            <a:extLst>
              <a:ext uri="{FF2B5EF4-FFF2-40B4-BE49-F238E27FC236}">
                <a16:creationId xmlns:a16="http://schemas.microsoft.com/office/drawing/2014/main" id="{C9D5E2EE-2C43-6864-16B0-C15A67534609}"/>
              </a:ext>
            </a:extLst>
          </p:cNvPr>
          <p:cNvSpPr txBox="1">
            <a:spLocks/>
          </p:cNvSpPr>
          <p:nvPr/>
        </p:nvSpPr>
        <p:spPr>
          <a:xfrm>
            <a:off x="364549" y="6432085"/>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a:t>2026-03-26</a:t>
            </a:r>
            <a:endParaRPr lang="en-CA" dirty="0"/>
          </a:p>
        </p:txBody>
      </p:sp>
    </p:spTree>
    <p:extLst>
      <p:ext uri="{BB962C8B-B14F-4D97-AF65-F5344CB8AC3E}">
        <p14:creationId xmlns:p14="http://schemas.microsoft.com/office/powerpoint/2010/main" val="9846433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0DEF4-550D-8148-8B6E-0BB6427AC977}"/>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E99E970B-31C0-3166-09B1-8C07AF2B4B65}"/>
              </a:ext>
            </a:extLst>
          </p:cNvPr>
          <p:cNvSpPr>
            <a:spLocks noGrp="1"/>
          </p:cNvSpPr>
          <p:nvPr>
            <p:ph type="ctrTitle"/>
          </p:nvPr>
        </p:nvSpPr>
        <p:spPr/>
        <p:txBody>
          <a:bodyPr/>
          <a:lstStyle/>
          <a:p>
            <a:endParaRPr lang="en-CA"/>
          </a:p>
        </p:txBody>
      </p:sp>
      <p:sp>
        <p:nvSpPr>
          <p:cNvPr id="13" name="Subtitle 12">
            <a:extLst>
              <a:ext uri="{FF2B5EF4-FFF2-40B4-BE49-F238E27FC236}">
                <a16:creationId xmlns:a16="http://schemas.microsoft.com/office/drawing/2014/main" id="{97FAEF42-EE3F-DE0D-BE9F-9A9083707DCE}"/>
              </a:ext>
            </a:extLst>
          </p:cNvPr>
          <p:cNvSpPr>
            <a:spLocks noGrp="1"/>
          </p:cNvSpPr>
          <p:nvPr>
            <p:ph type="subTitle" idx="1"/>
          </p:nvPr>
        </p:nvSpPr>
        <p:spPr/>
        <p:txBody>
          <a:bodyPr/>
          <a:lstStyle/>
          <a:p>
            <a:endParaRPr lang="en-CA"/>
          </a:p>
        </p:txBody>
      </p:sp>
      <p:sp>
        <p:nvSpPr>
          <p:cNvPr id="5" name="Date Placeholder 4">
            <a:extLst>
              <a:ext uri="{FF2B5EF4-FFF2-40B4-BE49-F238E27FC236}">
                <a16:creationId xmlns:a16="http://schemas.microsoft.com/office/drawing/2014/main" id="{B082F4A8-B106-2EAE-5A8F-13FC71302D51}"/>
              </a:ext>
            </a:extLst>
          </p:cNvPr>
          <p:cNvSpPr>
            <a:spLocks noGrp="1"/>
          </p:cNvSpPr>
          <p:nvPr>
            <p:ph type="dt" sz="half" idx="10"/>
          </p:nvPr>
        </p:nvSpPr>
        <p:spPr/>
        <p:txBody>
          <a:bodyPr/>
          <a:lstStyle/>
          <a:p>
            <a:fld id="{D3831AF8-77C7-473C-A1B2-C1424B415F47}" type="datetime1">
              <a:rPr lang="en-CA" smtClean="0"/>
              <a:t>2026-03-26</a:t>
            </a:fld>
            <a:endParaRPr lang="en-CA"/>
          </a:p>
        </p:txBody>
      </p:sp>
      <p:sp>
        <p:nvSpPr>
          <p:cNvPr id="6" name="Slide Number Placeholder 5">
            <a:extLst>
              <a:ext uri="{FF2B5EF4-FFF2-40B4-BE49-F238E27FC236}">
                <a16:creationId xmlns:a16="http://schemas.microsoft.com/office/drawing/2014/main" id="{2D0461AD-C634-C6E9-C1E0-D5F5C897B9E1}"/>
              </a:ext>
            </a:extLst>
          </p:cNvPr>
          <p:cNvSpPr>
            <a:spLocks noGrp="1"/>
          </p:cNvSpPr>
          <p:nvPr>
            <p:ph type="sldNum" sz="quarter" idx="12"/>
          </p:nvPr>
        </p:nvSpPr>
        <p:spPr/>
        <p:txBody>
          <a:bodyPr/>
          <a:lstStyle/>
          <a:p>
            <a:fld id="{E370B7C0-46F6-4DF2-8928-276E092CFE71}" type="slidenum">
              <a:rPr lang="en-CA" smtClean="0"/>
              <a:t>40</a:t>
            </a:fld>
            <a:endParaRPr lang="en-CA"/>
          </a:p>
        </p:txBody>
      </p:sp>
      <p:pic>
        <p:nvPicPr>
          <p:cNvPr id="4" name="Picture 3">
            <a:extLst>
              <a:ext uri="{FF2B5EF4-FFF2-40B4-BE49-F238E27FC236}">
                <a16:creationId xmlns:a16="http://schemas.microsoft.com/office/drawing/2014/main" id="{F3C353C3-33E8-D421-20F1-FC5972CD9DB0}"/>
              </a:ext>
            </a:extLst>
          </p:cNvPr>
          <p:cNvPicPr>
            <a:picLocks noChangeAspect="1"/>
          </p:cNvPicPr>
          <p:nvPr/>
        </p:nvPicPr>
        <p:blipFill>
          <a:blip r:embed="rId3"/>
          <a:stretch>
            <a:fillRect/>
          </a:stretch>
        </p:blipFill>
        <p:spPr>
          <a:xfrm>
            <a:off x="0" y="0"/>
            <a:ext cx="12192000" cy="6858000"/>
          </a:xfrm>
          <a:prstGeom prst="rect">
            <a:avLst/>
          </a:prstGeom>
        </p:spPr>
      </p:pic>
      <p:sp>
        <p:nvSpPr>
          <p:cNvPr id="7" name="Slide Number Placeholder 5">
            <a:extLst>
              <a:ext uri="{FF2B5EF4-FFF2-40B4-BE49-F238E27FC236}">
                <a16:creationId xmlns:a16="http://schemas.microsoft.com/office/drawing/2014/main" id="{C4D21262-B8B4-CA18-5A17-5017440D2426}"/>
              </a:ext>
            </a:extLst>
          </p:cNvPr>
          <p:cNvSpPr txBox="1">
            <a:spLocks/>
          </p:cNvSpPr>
          <p:nvPr/>
        </p:nvSpPr>
        <p:spPr>
          <a:xfrm>
            <a:off x="3581400" y="64054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70B7C0-46F6-4DF2-8928-276E092CFE71}" type="slidenum">
              <a:rPr lang="en-CA" sz="1800" b="1" smtClean="0"/>
              <a:pPr/>
              <a:t>40</a:t>
            </a:fld>
            <a:endParaRPr lang="en-CA" sz="1800" b="1" dirty="0"/>
          </a:p>
        </p:txBody>
      </p:sp>
      <p:sp>
        <p:nvSpPr>
          <p:cNvPr id="18" name="TextBox 17">
            <a:extLst>
              <a:ext uri="{FF2B5EF4-FFF2-40B4-BE49-F238E27FC236}">
                <a16:creationId xmlns:a16="http://schemas.microsoft.com/office/drawing/2014/main" id="{BB7B609C-BD3D-757F-B5EA-2D8BA69066C3}"/>
              </a:ext>
            </a:extLst>
          </p:cNvPr>
          <p:cNvSpPr txBox="1"/>
          <p:nvPr/>
        </p:nvSpPr>
        <p:spPr>
          <a:xfrm>
            <a:off x="595312" y="670369"/>
            <a:ext cx="10758488" cy="584775"/>
          </a:xfrm>
          <a:prstGeom prst="rect">
            <a:avLst/>
          </a:prstGeom>
          <a:noFill/>
        </p:spPr>
        <p:txBody>
          <a:bodyPr wrap="square" rtlCol="0">
            <a:spAutoFit/>
          </a:bodyPr>
          <a:lstStyle/>
          <a:p>
            <a:r>
              <a:rPr lang="en-US" sz="3200" b="1" dirty="0">
                <a:solidFill>
                  <a:schemeClr val="accent5"/>
                </a:solidFill>
                <a:latin typeface="Georgia" panose="02040502050405020303" pitchFamily="18" charset="0"/>
              </a:rPr>
              <a:t>Experiment 7 — Results</a:t>
            </a:r>
          </a:p>
        </p:txBody>
      </p:sp>
      <p:graphicFrame>
        <p:nvGraphicFramePr>
          <p:cNvPr id="3" name="Table 2">
            <a:extLst>
              <a:ext uri="{FF2B5EF4-FFF2-40B4-BE49-F238E27FC236}">
                <a16:creationId xmlns:a16="http://schemas.microsoft.com/office/drawing/2014/main" id="{88CF95F1-E330-9ACF-36CD-7F08FD21BC4C}"/>
              </a:ext>
            </a:extLst>
          </p:cNvPr>
          <p:cNvGraphicFramePr>
            <a:graphicFrameLocks noGrp="1"/>
          </p:cNvGraphicFramePr>
          <p:nvPr>
            <p:extLst>
              <p:ext uri="{D42A27DB-BD31-4B8C-83A1-F6EECF244321}">
                <p14:modId xmlns:p14="http://schemas.microsoft.com/office/powerpoint/2010/main" val="4116594176"/>
              </p:ext>
            </p:extLst>
          </p:nvPr>
        </p:nvGraphicFramePr>
        <p:xfrm>
          <a:off x="346252" y="1707138"/>
          <a:ext cx="5978348" cy="3401964"/>
        </p:xfrm>
        <a:graphic>
          <a:graphicData uri="http://schemas.openxmlformats.org/drawingml/2006/table">
            <a:tbl>
              <a:tblPr firstRow="1" bandRow="1">
                <a:tableStyleId>{7DF18680-E054-41AD-8BC1-D1AEF772440D}</a:tableStyleId>
              </a:tblPr>
              <a:tblGrid>
                <a:gridCol w="1494587">
                  <a:extLst>
                    <a:ext uri="{9D8B030D-6E8A-4147-A177-3AD203B41FA5}">
                      <a16:colId xmlns:a16="http://schemas.microsoft.com/office/drawing/2014/main" val="3603726070"/>
                    </a:ext>
                  </a:extLst>
                </a:gridCol>
                <a:gridCol w="1494587">
                  <a:extLst>
                    <a:ext uri="{9D8B030D-6E8A-4147-A177-3AD203B41FA5}">
                      <a16:colId xmlns:a16="http://schemas.microsoft.com/office/drawing/2014/main" val="2770975551"/>
                    </a:ext>
                  </a:extLst>
                </a:gridCol>
                <a:gridCol w="1494587">
                  <a:extLst>
                    <a:ext uri="{9D8B030D-6E8A-4147-A177-3AD203B41FA5}">
                      <a16:colId xmlns:a16="http://schemas.microsoft.com/office/drawing/2014/main" val="2120364027"/>
                    </a:ext>
                  </a:extLst>
                </a:gridCol>
                <a:gridCol w="1494587">
                  <a:extLst>
                    <a:ext uri="{9D8B030D-6E8A-4147-A177-3AD203B41FA5}">
                      <a16:colId xmlns:a16="http://schemas.microsoft.com/office/drawing/2014/main" val="1709997169"/>
                    </a:ext>
                  </a:extLst>
                </a:gridCol>
              </a:tblGrid>
              <a:tr h="850491">
                <a:tc>
                  <a:txBody>
                    <a:bodyPr/>
                    <a:lstStyle/>
                    <a:p>
                      <a:r>
                        <a:rPr lang="en-CA" dirty="0"/>
                        <a:t>Model</a:t>
                      </a:r>
                    </a:p>
                  </a:txBody>
                  <a:tcPr/>
                </a:tc>
                <a:tc>
                  <a:txBody>
                    <a:bodyPr/>
                    <a:lstStyle/>
                    <a:p>
                      <a:r>
                        <a:rPr lang="en-CA" dirty="0"/>
                        <a:t>Accuracy</a:t>
                      </a:r>
                    </a:p>
                  </a:txBody>
                  <a:tcPr/>
                </a:tc>
                <a:tc>
                  <a:txBody>
                    <a:bodyPr/>
                    <a:lstStyle/>
                    <a:p>
                      <a:r>
                        <a:rPr lang="en-CA" dirty="0"/>
                        <a:t>F1-Score</a:t>
                      </a:r>
                    </a:p>
                  </a:txBody>
                  <a:tcPr/>
                </a:tc>
                <a:tc>
                  <a:txBody>
                    <a:bodyPr/>
                    <a:lstStyle/>
                    <a:p>
                      <a:r>
                        <a:rPr lang="en-CA" dirty="0"/>
                        <a:t>ROC-AUC</a:t>
                      </a:r>
                    </a:p>
                  </a:txBody>
                  <a:tcPr/>
                </a:tc>
                <a:extLst>
                  <a:ext uri="{0D108BD9-81ED-4DB2-BD59-A6C34878D82A}">
                    <a16:rowId xmlns:a16="http://schemas.microsoft.com/office/drawing/2014/main" val="2558246690"/>
                  </a:ext>
                </a:extLst>
              </a:tr>
              <a:tr h="850491">
                <a:tc>
                  <a:txBody>
                    <a:bodyPr/>
                    <a:lstStyle/>
                    <a:p>
                      <a:pPr algn="ctr"/>
                      <a:r>
                        <a:rPr lang="en-CA" dirty="0"/>
                        <a:t>Top 40 SHAP</a:t>
                      </a:r>
                    </a:p>
                  </a:txBody>
                  <a:tcPr anchor="ctr"/>
                </a:tc>
                <a:tc>
                  <a:txBody>
                    <a:bodyPr/>
                    <a:lstStyle/>
                    <a:p>
                      <a:pPr algn="ctr">
                        <a:buNone/>
                      </a:pPr>
                      <a:r>
                        <a:rPr lang="en-CA" dirty="0"/>
                        <a:t>98.21%</a:t>
                      </a:r>
                    </a:p>
                  </a:txBody>
                  <a:tcPr anchor="ctr"/>
                </a:tc>
                <a:tc>
                  <a:txBody>
                    <a:bodyPr/>
                    <a:lstStyle/>
                    <a:p>
                      <a:pPr algn="ctr"/>
                      <a:r>
                        <a:rPr lang="en-CA" dirty="0"/>
                        <a:t>98.65%</a:t>
                      </a:r>
                    </a:p>
                  </a:txBody>
                  <a:tcPr anchor="ctr"/>
                </a:tc>
                <a:tc>
                  <a:txBody>
                    <a:bodyPr/>
                    <a:lstStyle/>
                    <a:p>
                      <a:pPr algn="ctr"/>
                      <a:r>
                        <a:rPr lang="en-CA" dirty="0"/>
                        <a:t>0.9986</a:t>
                      </a:r>
                    </a:p>
                  </a:txBody>
                  <a:tcPr anchor="ctr"/>
                </a:tc>
                <a:extLst>
                  <a:ext uri="{0D108BD9-81ED-4DB2-BD59-A6C34878D82A}">
                    <a16:rowId xmlns:a16="http://schemas.microsoft.com/office/drawing/2014/main" val="891694865"/>
                  </a:ext>
                </a:extLst>
              </a:tr>
              <a:tr h="850491">
                <a:tc>
                  <a:txBody>
                    <a:bodyPr/>
                    <a:lstStyle/>
                    <a:p>
                      <a:pPr algn="ctr"/>
                      <a:r>
                        <a:rPr lang="en-CA" dirty="0"/>
                        <a:t>Derived Features</a:t>
                      </a:r>
                    </a:p>
                  </a:txBody>
                  <a:tcPr anchor="ctr"/>
                </a:tc>
                <a:tc>
                  <a:txBody>
                    <a:bodyPr/>
                    <a:lstStyle/>
                    <a:p>
                      <a:pPr algn="ctr"/>
                      <a:r>
                        <a:rPr lang="en-CA" dirty="0"/>
                        <a:t>95.01%</a:t>
                      </a:r>
                    </a:p>
                  </a:txBody>
                  <a:tcPr anchor="ctr"/>
                </a:tc>
                <a:tc>
                  <a:txBody>
                    <a:bodyPr/>
                    <a:lstStyle/>
                    <a:p>
                      <a:pPr algn="ctr"/>
                      <a:r>
                        <a:rPr lang="en-CA" dirty="0"/>
                        <a:t>96.24%</a:t>
                      </a:r>
                    </a:p>
                  </a:txBody>
                  <a:tcPr anchor="ctr"/>
                </a:tc>
                <a:tc>
                  <a:txBody>
                    <a:bodyPr/>
                    <a:lstStyle/>
                    <a:p>
                      <a:pPr algn="ctr"/>
                      <a:r>
                        <a:rPr lang="en-CA" dirty="0"/>
                        <a:t>0.9903</a:t>
                      </a:r>
                    </a:p>
                  </a:txBody>
                  <a:tcPr anchor="ctr"/>
                </a:tc>
                <a:extLst>
                  <a:ext uri="{0D108BD9-81ED-4DB2-BD59-A6C34878D82A}">
                    <a16:rowId xmlns:a16="http://schemas.microsoft.com/office/drawing/2014/main" val="2230427690"/>
                  </a:ext>
                </a:extLst>
              </a:tr>
              <a:tr h="850491">
                <a:tc>
                  <a:txBody>
                    <a:bodyPr/>
                    <a:lstStyle/>
                    <a:p>
                      <a:pPr algn="ctr"/>
                      <a:r>
                        <a:rPr lang="en-CA" dirty="0"/>
                        <a:t>Top 40 + Derived</a:t>
                      </a:r>
                    </a:p>
                  </a:txBody>
                  <a:tcPr anchor="ctr"/>
                </a:tc>
                <a:tc>
                  <a:txBody>
                    <a:bodyPr/>
                    <a:lstStyle/>
                    <a:p>
                      <a:pPr algn="ctr"/>
                      <a:r>
                        <a:rPr lang="en-CA" dirty="0"/>
                        <a:t>98.17%</a:t>
                      </a:r>
                    </a:p>
                  </a:txBody>
                  <a:tcPr anchor="ctr"/>
                </a:tc>
                <a:tc>
                  <a:txBody>
                    <a:bodyPr/>
                    <a:lstStyle/>
                    <a:p>
                      <a:pPr algn="ctr"/>
                      <a:r>
                        <a:rPr lang="en-CA" dirty="0"/>
                        <a:t>98.63%</a:t>
                      </a:r>
                    </a:p>
                  </a:txBody>
                  <a:tcPr anchor="ctr"/>
                </a:tc>
                <a:tc>
                  <a:txBody>
                    <a:bodyPr/>
                    <a:lstStyle/>
                    <a:p>
                      <a:pPr algn="ctr"/>
                      <a:r>
                        <a:rPr lang="en-CA" dirty="0"/>
                        <a:t>0.9982</a:t>
                      </a:r>
                    </a:p>
                  </a:txBody>
                  <a:tcPr anchor="ctr"/>
                </a:tc>
                <a:extLst>
                  <a:ext uri="{0D108BD9-81ED-4DB2-BD59-A6C34878D82A}">
                    <a16:rowId xmlns:a16="http://schemas.microsoft.com/office/drawing/2014/main" val="3204220154"/>
                  </a:ext>
                </a:extLst>
              </a:tr>
            </a:tbl>
          </a:graphicData>
        </a:graphic>
      </p:graphicFrame>
      <p:pic>
        <p:nvPicPr>
          <p:cNvPr id="10" name="Picture 9">
            <a:extLst>
              <a:ext uri="{FF2B5EF4-FFF2-40B4-BE49-F238E27FC236}">
                <a16:creationId xmlns:a16="http://schemas.microsoft.com/office/drawing/2014/main" id="{17916BCC-5562-075A-A2EF-516EC4167D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85024" y="1600200"/>
            <a:ext cx="4820137" cy="3844636"/>
          </a:xfrm>
          <a:prstGeom prst="rect">
            <a:avLst/>
          </a:prstGeom>
        </p:spPr>
      </p:pic>
      <p:sp>
        <p:nvSpPr>
          <p:cNvPr id="2" name="Date Placeholder 4">
            <a:extLst>
              <a:ext uri="{FF2B5EF4-FFF2-40B4-BE49-F238E27FC236}">
                <a16:creationId xmlns:a16="http://schemas.microsoft.com/office/drawing/2014/main" id="{6EDDA9A4-6AEF-ADAF-6B46-DBBE120A8FAE}"/>
              </a:ext>
            </a:extLst>
          </p:cNvPr>
          <p:cNvSpPr txBox="1">
            <a:spLocks/>
          </p:cNvSpPr>
          <p:nvPr/>
        </p:nvSpPr>
        <p:spPr>
          <a:xfrm>
            <a:off x="364549" y="6432085"/>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a:t>2026-03-26</a:t>
            </a:r>
            <a:endParaRPr lang="en-CA" dirty="0"/>
          </a:p>
        </p:txBody>
      </p:sp>
    </p:spTree>
    <p:extLst>
      <p:ext uri="{BB962C8B-B14F-4D97-AF65-F5344CB8AC3E}">
        <p14:creationId xmlns:p14="http://schemas.microsoft.com/office/powerpoint/2010/main" val="31291200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A19C3-7FC1-4888-6444-8D25877547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0768AB-689A-AA34-A5E5-CBB3718AEC86}"/>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265646DB-FC9A-BAEC-9015-A5D766783ECA}"/>
              </a:ext>
            </a:extLst>
          </p:cNvPr>
          <p:cNvSpPr>
            <a:spLocks noGrp="1"/>
          </p:cNvSpPr>
          <p:nvPr>
            <p:ph idx="1"/>
          </p:nvPr>
        </p:nvSpPr>
        <p:spPr/>
        <p:txBody>
          <a:bodyPr/>
          <a:lstStyle/>
          <a:p>
            <a:endParaRPr lang="en-CA" dirty="0"/>
          </a:p>
        </p:txBody>
      </p:sp>
      <p:pic>
        <p:nvPicPr>
          <p:cNvPr id="4" name="Picture 3">
            <a:extLst>
              <a:ext uri="{FF2B5EF4-FFF2-40B4-BE49-F238E27FC236}">
                <a16:creationId xmlns:a16="http://schemas.microsoft.com/office/drawing/2014/main" id="{BEE031A9-1DD3-0987-2B9A-A28E02BF752F}"/>
              </a:ext>
            </a:extLst>
          </p:cNvPr>
          <p:cNvPicPr>
            <a:picLocks noChangeAspect="1"/>
          </p:cNvPicPr>
          <p:nvPr/>
        </p:nvPicPr>
        <p:blipFill>
          <a:blip r:embed="rId3"/>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D6FE88BD-1D5B-DB98-5060-6D917B0B14E0}"/>
              </a:ext>
            </a:extLst>
          </p:cNvPr>
          <p:cNvSpPr txBox="1"/>
          <p:nvPr/>
        </p:nvSpPr>
        <p:spPr>
          <a:xfrm>
            <a:off x="412955" y="730243"/>
            <a:ext cx="10038735" cy="646331"/>
          </a:xfrm>
          <a:prstGeom prst="rect">
            <a:avLst/>
          </a:prstGeom>
          <a:noFill/>
        </p:spPr>
        <p:txBody>
          <a:bodyPr wrap="square" rtlCol="0">
            <a:spAutoFit/>
          </a:bodyPr>
          <a:lstStyle/>
          <a:p>
            <a:r>
              <a:rPr lang="en-CA" sz="3600" dirty="0">
                <a:solidFill>
                  <a:schemeClr val="accent5"/>
                </a:solidFill>
                <a:latin typeface="Barlow Condensed Bold" panose="00000806000000000000" pitchFamily="2" charset="0"/>
              </a:rPr>
              <a:t>Key Insights from Experiment</a:t>
            </a:r>
          </a:p>
        </p:txBody>
      </p:sp>
      <p:sp>
        <p:nvSpPr>
          <p:cNvPr id="6" name="TextBox 5">
            <a:extLst>
              <a:ext uri="{FF2B5EF4-FFF2-40B4-BE49-F238E27FC236}">
                <a16:creationId xmlns:a16="http://schemas.microsoft.com/office/drawing/2014/main" id="{AE6089D8-86BD-3334-8303-0572B5A6CA87}"/>
              </a:ext>
            </a:extLst>
          </p:cNvPr>
          <p:cNvSpPr txBox="1"/>
          <p:nvPr/>
        </p:nvSpPr>
        <p:spPr>
          <a:xfrm>
            <a:off x="412955" y="1561240"/>
            <a:ext cx="10158884" cy="4662045"/>
          </a:xfrm>
          <a:prstGeom prst="rect">
            <a:avLst/>
          </a:prstGeom>
          <a:noFill/>
        </p:spPr>
        <p:txBody>
          <a:bodyPr wrap="square" rtlCol="0">
            <a:spAutoFit/>
          </a:bodyPr>
          <a:lstStyle/>
          <a:p>
            <a:pPr marL="342900" lvl="0" indent="-342900" eaLnBrk="0" fontAlgn="base" hangingPunct="0">
              <a:lnSpc>
                <a:spcPct val="200000"/>
              </a:lnSpc>
              <a:spcBef>
                <a:spcPct val="0"/>
              </a:spcBef>
              <a:spcAft>
                <a:spcPct val="0"/>
              </a:spcAft>
              <a:buFont typeface="+mj-lt"/>
              <a:buAutoNum type="arabicPeriod"/>
            </a:pPr>
            <a:r>
              <a:rPr lang="en-US" sz="2000" dirty="0"/>
              <a:t>Full feature model achieves highest performance but with high complexity</a:t>
            </a:r>
          </a:p>
          <a:p>
            <a:pPr marL="342900" lvl="0" indent="-342900" eaLnBrk="0" fontAlgn="base" hangingPunct="0">
              <a:lnSpc>
                <a:spcPct val="200000"/>
              </a:lnSpc>
              <a:spcBef>
                <a:spcPct val="0"/>
              </a:spcBef>
              <a:spcAft>
                <a:spcPct val="0"/>
              </a:spcAft>
              <a:buFont typeface="+mj-lt"/>
              <a:buAutoNum type="arabicPeriod"/>
            </a:pPr>
            <a:r>
              <a:rPr lang="en-US" sz="2000" dirty="0"/>
              <a:t>SHAP reduces features significantly with minimal performance loss.</a:t>
            </a:r>
            <a:endParaRPr lang="en-US" altLang="en-US" sz="2000" dirty="0">
              <a:latin typeface="Georgia" panose="02040502050405020303" pitchFamily="18" charset="0"/>
            </a:endParaRPr>
          </a:p>
          <a:p>
            <a:pPr marL="342900" lvl="0" indent="-342900" eaLnBrk="0" fontAlgn="base" hangingPunct="0">
              <a:lnSpc>
                <a:spcPct val="200000"/>
              </a:lnSpc>
              <a:spcBef>
                <a:spcPct val="0"/>
              </a:spcBef>
              <a:spcAft>
                <a:spcPct val="0"/>
              </a:spcAft>
              <a:buFont typeface="+mj-lt"/>
              <a:buAutoNum type="arabicPeriod"/>
            </a:pPr>
            <a:r>
              <a:rPr lang="en-US" sz="2000" dirty="0"/>
              <a:t>Optimal feature count identified as </a:t>
            </a:r>
            <a:r>
              <a:rPr lang="en-US" sz="2000" b="1" dirty="0"/>
              <a:t>~35 features.</a:t>
            </a:r>
            <a:endParaRPr lang="en-US" altLang="en-US" sz="2000" dirty="0">
              <a:latin typeface="Georgia" panose="02040502050405020303" pitchFamily="18" charset="0"/>
            </a:endParaRPr>
          </a:p>
          <a:p>
            <a:pPr marL="342900" lvl="0" indent="-342900" eaLnBrk="0" fontAlgn="base" hangingPunct="0">
              <a:lnSpc>
                <a:spcPct val="200000"/>
              </a:lnSpc>
              <a:spcBef>
                <a:spcPct val="0"/>
              </a:spcBef>
              <a:spcAft>
                <a:spcPct val="0"/>
              </a:spcAft>
              <a:buFont typeface="+mj-lt"/>
              <a:buAutoNum type="arabicPeriod"/>
            </a:pPr>
            <a:r>
              <a:rPr lang="en-US" sz="2000" dirty="0"/>
              <a:t>Correlation pruning reduces redundancy but slightly impacts performance.</a:t>
            </a:r>
          </a:p>
          <a:p>
            <a:pPr marL="342900" lvl="0" indent="-342900" eaLnBrk="0" fontAlgn="base" hangingPunct="0">
              <a:lnSpc>
                <a:spcPct val="200000"/>
              </a:lnSpc>
              <a:spcBef>
                <a:spcPct val="0"/>
              </a:spcBef>
              <a:spcAft>
                <a:spcPct val="0"/>
              </a:spcAft>
              <a:buFont typeface="+mj-lt"/>
              <a:buAutoNum type="arabicPeriod"/>
            </a:pPr>
            <a:r>
              <a:rPr lang="en-US" sz="2000" dirty="0"/>
              <a:t>SHAP outperforms WFI in stability and interpretability.</a:t>
            </a:r>
          </a:p>
          <a:p>
            <a:pPr marL="342900" lvl="0" indent="-342900" eaLnBrk="0" fontAlgn="base" hangingPunct="0">
              <a:lnSpc>
                <a:spcPct val="200000"/>
              </a:lnSpc>
              <a:spcBef>
                <a:spcPct val="0"/>
              </a:spcBef>
              <a:spcAft>
                <a:spcPct val="0"/>
              </a:spcAft>
              <a:buFont typeface="+mj-lt"/>
              <a:buAutoNum type="arabicPeriod"/>
            </a:pPr>
            <a:r>
              <a:rPr lang="en-US" sz="2000" dirty="0"/>
              <a:t>Common features from SHAP and WFI achieve strong performance (</a:t>
            </a:r>
            <a:r>
              <a:rPr lang="en-US" sz="2000" b="1" dirty="0"/>
              <a:t>98.28% accuracy</a:t>
            </a:r>
            <a:r>
              <a:rPr lang="en-US" sz="2000" dirty="0"/>
              <a:t>)</a:t>
            </a:r>
          </a:p>
          <a:p>
            <a:pPr marL="342900" lvl="0" indent="-342900" eaLnBrk="0" fontAlgn="base" hangingPunct="0">
              <a:lnSpc>
                <a:spcPct val="150000"/>
              </a:lnSpc>
              <a:spcBef>
                <a:spcPct val="0"/>
              </a:spcBef>
              <a:spcAft>
                <a:spcPct val="0"/>
              </a:spcAft>
              <a:buFont typeface="+mj-lt"/>
              <a:buAutoNum type="arabicPeriod"/>
            </a:pPr>
            <a:r>
              <a:rPr lang="en-US" sz="2000" dirty="0"/>
              <a:t>Derived features capture interactions but are most effective when combined with original features</a:t>
            </a:r>
            <a:endParaRPr lang="en-US" altLang="en-US" sz="2000" dirty="0">
              <a:latin typeface="Georgia" panose="02040502050405020303" pitchFamily="18" charset="0"/>
            </a:endParaRPr>
          </a:p>
        </p:txBody>
      </p:sp>
      <p:sp>
        <p:nvSpPr>
          <p:cNvPr id="9" name="Slide Number Placeholder 5">
            <a:extLst>
              <a:ext uri="{FF2B5EF4-FFF2-40B4-BE49-F238E27FC236}">
                <a16:creationId xmlns:a16="http://schemas.microsoft.com/office/drawing/2014/main" id="{67B9047D-F9E9-2FDA-CA5A-ADFBBFF5F58A}"/>
              </a:ext>
            </a:extLst>
          </p:cNvPr>
          <p:cNvSpPr txBox="1">
            <a:spLocks/>
          </p:cNvSpPr>
          <p:nvPr/>
        </p:nvSpPr>
        <p:spPr>
          <a:xfrm>
            <a:off x="3581400" y="64054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70B7C0-46F6-4DF2-8928-276E092CFE71}" type="slidenum">
              <a:rPr lang="en-CA" sz="1800" b="1" smtClean="0"/>
              <a:pPr/>
              <a:t>41</a:t>
            </a:fld>
            <a:endParaRPr lang="en-CA" sz="1800" b="1" dirty="0"/>
          </a:p>
        </p:txBody>
      </p:sp>
      <p:sp>
        <p:nvSpPr>
          <p:cNvPr id="10" name="Date Placeholder 4">
            <a:extLst>
              <a:ext uri="{FF2B5EF4-FFF2-40B4-BE49-F238E27FC236}">
                <a16:creationId xmlns:a16="http://schemas.microsoft.com/office/drawing/2014/main" id="{6D1643D9-4E6C-446F-39C0-0D8F686C20C6}"/>
              </a:ext>
            </a:extLst>
          </p:cNvPr>
          <p:cNvSpPr txBox="1">
            <a:spLocks/>
          </p:cNvSpPr>
          <p:nvPr/>
        </p:nvSpPr>
        <p:spPr>
          <a:xfrm>
            <a:off x="364549" y="6432085"/>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a:t>2026-03-26</a:t>
            </a:r>
            <a:endParaRPr lang="en-CA" dirty="0"/>
          </a:p>
        </p:txBody>
      </p:sp>
    </p:spTree>
    <p:extLst>
      <p:ext uri="{BB962C8B-B14F-4D97-AF65-F5344CB8AC3E}">
        <p14:creationId xmlns:p14="http://schemas.microsoft.com/office/powerpoint/2010/main" val="33494010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79D7D-F611-0067-07A3-7278E2B904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F0EEA0-68CD-2149-3509-DC97E89AE1EF}"/>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20673E36-2994-51DF-42CC-4514801E5AA8}"/>
              </a:ext>
            </a:extLst>
          </p:cNvPr>
          <p:cNvSpPr>
            <a:spLocks noGrp="1"/>
          </p:cNvSpPr>
          <p:nvPr>
            <p:ph idx="1"/>
          </p:nvPr>
        </p:nvSpPr>
        <p:spPr/>
        <p:txBody>
          <a:bodyPr/>
          <a:lstStyle/>
          <a:p>
            <a:endParaRPr lang="en-CA" dirty="0"/>
          </a:p>
        </p:txBody>
      </p:sp>
      <p:pic>
        <p:nvPicPr>
          <p:cNvPr id="4" name="Picture 3">
            <a:extLst>
              <a:ext uri="{FF2B5EF4-FFF2-40B4-BE49-F238E27FC236}">
                <a16:creationId xmlns:a16="http://schemas.microsoft.com/office/drawing/2014/main" id="{5D9F61CE-736A-A7BA-0D12-7996CD37A74A}"/>
              </a:ext>
            </a:extLst>
          </p:cNvPr>
          <p:cNvPicPr>
            <a:picLocks noChangeAspect="1"/>
          </p:cNvPicPr>
          <p:nvPr/>
        </p:nvPicPr>
        <p:blipFill>
          <a:blip r:embed="rId3"/>
          <a:stretch>
            <a:fillRect/>
          </a:stretch>
        </p:blipFill>
        <p:spPr>
          <a:xfrm>
            <a:off x="0" y="0"/>
            <a:ext cx="12192000" cy="6858000"/>
          </a:xfrm>
          <a:prstGeom prst="rect">
            <a:avLst/>
          </a:prstGeom>
        </p:spPr>
      </p:pic>
      <p:sp>
        <p:nvSpPr>
          <p:cNvPr id="9" name="TextBox 8">
            <a:extLst>
              <a:ext uri="{FF2B5EF4-FFF2-40B4-BE49-F238E27FC236}">
                <a16:creationId xmlns:a16="http://schemas.microsoft.com/office/drawing/2014/main" id="{5E7C0A09-84F4-AB42-F950-1382B2C14756}"/>
              </a:ext>
            </a:extLst>
          </p:cNvPr>
          <p:cNvSpPr txBox="1"/>
          <p:nvPr/>
        </p:nvSpPr>
        <p:spPr>
          <a:xfrm>
            <a:off x="1091380" y="2659559"/>
            <a:ext cx="10009239" cy="769441"/>
          </a:xfrm>
          <a:prstGeom prst="rect">
            <a:avLst/>
          </a:prstGeom>
          <a:noFill/>
        </p:spPr>
        <p:txBody>
          <a:bodyPr wrap="square" rtlCol="0">
            <a:spAutoFit/>
          </a:bodyPr>
          <a:lstStyle/>
          <a:p>
            <a:pPr algn="ctr"/>
            <a:r>
              <a:rPr lang="en-US" sz="4400" b="1" dirty="0">
                <a:solidFill>
                  <a:schemeClr val="accent5"/>
                </a:solidFill>
                <a:latin typeface="Georgia" panose="02040502050405020303" pitchFamily="18" charset="0"/>
              </a:rPr>
              <a:t> Conclusion &amp; Future Work</a:t>
            </a:r>
          </a:p>
        </p:txBody>
      </p:sp>
      <p:sp>
        <p:nvSpPr>
          <p:cNvPr id="7" name="Slide Number Placeholder 5">
            <a:extLst>
              <a:ext uri="{FF2B5EF4-FFF2-40B4-BE49-F238E27FC236}">
                <a16:creationId xmlns:a16="http://schemas.microsoft.com/office/drawing/2014/main" id="{A270AAF8-CE0F-0DB4-B1BF-18E8B7E2D524}"/>
              </a:ext>
            </a:extLst>
          </p:cNvPr>
          <p:cNvSpPr txBox="1">
            <a:spLocks/>
          </p:cNvSpPr>
          <p:nvPr/>
        </p:nvSpPr>
        <p:spPr>
          <a:xfrm>
            <a:off x="3581400" y="64054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70B7C0-46F6-4DF2-8928-276E092CFE71}" type="slidenum">
              <a:rPr lang="en-CA" sz="1800" b="1" smtClean="0"/>
              <a:pPr/>
              <a:t>42</a:t>
            </a:fld>
            <a:endParaRPr lang="en-CA" sz="1800" b="1" dirty="0"/>
          </a:p>
        </p:txBody>
      </p:sp>
      <p:sp>
        <p:nvSpPr>
          <p:cNvPr id="8" name="Date Placeholder 4">
            <a:extLst>
              <a:ext uri="{FF2B5EF4-FFF2-40B4-BE49-F238E27FC236}">
                <a16:creationId xmlns:a16="http://schemas.microsoft.com/office/drawing/2014/main" id="{2C5E76B2-89DE-FDC9-4B35-A362393656CC}"/>
              </a:ext>
            </a:extLst>
          </p:cNvPr>
          <p:cNvSpPr>
            <a:spLocks noGrp="1"/>
          </p:cNvSpPr>
          <p:nvPr>
            <p:ph type="dt" sz="half" idx="10"/>
          </p:nvPr>
        </p:nvSpPr>
        <p:spPr>
          <a:xfrm>
            <a:off x="364549" y="6432085"/>
            <a:ext cx="2743200" cy="365125"/>
          </a:xfrm>
        </p:spPr>
        <p:txBody>
          <a:bodyPr/>
          <a:lstStyle/>
          <a:p>
            <a:r>
              <a:rPr lang="en-CA" dirty="0"/>
              <a:t>2026-03-26</a:t>
            </a:r>
          </a:p>
        </p:txBody>
      </p:sp>
    </p:spTree>
    <p:extLst>
      <p:ext uri="{BB962C8B-B14F-4D97-AF65-F5344CB8AC3E}">
        <p14:creationId xmlns:p14="http://schemas.microsoft.com/office/powerpoint/2010/main" val="15323500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18CBA-8110-F62A-8635-4327A47998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1E87AF-48AB-4FCC-E350-C7C56102559E}"/>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D84BAF1B-5EB5-D755-0B89-E6EAB5566C1D}"/>
              </a:ext>
            </a:extLst>
          </p:cNvPr>
          <p:cNvSpPr>
            <a:spLocks noGrp="1"/>
          </p:cNvSpPr>
          <p:nvPr>
            <p:ph idx="1"/>
          </p:nvPr>
        </p:nvSpPr>
        <p:spPr/>
        <p:txBody>
          <a:bodyPr/>
          <a:lstStyle/>
          <a:p>
            <a:endParaRPr lang="en-CA" dirty="0"/>
          </a:p>
        </p:txBody>
      </p:sp>
      <p:pic>
        <p:nvPicPr>
          <p:cNvPr id="4" name="Picture 3">
            <a:extLst>
              <a:ext uri="{FF2B5EF4-FFF2-40B4-BE49-F238E27FC236}">
                <a16:creationId xmlns:a16="http://schemas.microsoft.com/office/drawing/2014/main" id="{80C7B1E3-ADBF-EF99-99C6-57D55EA96B26}"/>
              </a:ext>
            </a:extLst>
          </p:cNvPr>
          <p:cNvPicPr>
            <a:picLocks noChangeAspect="1"/>
          </p:cNvPicPr>
          <p:nvPr/>
        </p:nvPicPr>
        <p:blipFill>
          <a:blip r:embed="rId4"/>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2103EADA-F575-D763-7B74-C8B176528CA7}"/>
              </a:ext>
            </a:extLst>
          </p:cNvPr>
          <p:cNvSpPr txBox="1"/>
          <p:nvPr/>
        </p:nvSpPr>
        <p:spPr>
          <a:xfrm>
            <a:off x="412955" y="730243"/>
            <a:ext cx="10038735" cy="646331"/>
          </a:xfrm>
          <a:prstGeom prst="rect">
            <a:avLst/>
          </a:prstGeom>
          <a:noFill/>
        </p:spPr>
        <p:txBody>
          <a:bodyPr wrap="square" rtlCol="0">
            <a:spAutoFit/>
          </a:bodyPr>
          <a:lstStyle/>
          <a:p>
            <a:r>
              <a:rPr lang="en-CA" sz="3600" dirty="0">
                <a:solidFill>
                  <a:schemeClr val="accent5"/>
                </a:solidFill>
                <a:latin typeface="Barlow Condensed Bold" panose="00000806000000000000" pitchFamily="2" charset="0"/>
              </a:rPr>
              <a:t>Conclusion</a:t>
            </a:r>
          </a:p>
        </p:txBody>
      </p:sp>
      <p:sp>
        <p:nvSpPr>
          <p:cNvPr id="6" name="TextBox 5">
            <a:extLst>
              <a:ext uri="{FF2B5EF4-FFF2-40B4-BE49-F238E27FC236}">
                <a16:creationId xmlns:a16="http://schemas.microsoft.com/office/drawing/2014/main" id="{09101EB4-002A-A8CE-AC2E-A1B2A4115FEB}"/>
              </a:ext>
            </a:extLst>
          </p:cNvPr>
          <p:cNvSpPr txBox="1"/>
          <p:nvPr/>
        </p:nvSpPr>
        <p:spPr>
          <a:xfrm>
            <a:off x="290945" y="1640860"/>
            <a:ext cx="11762510" cy="4152804"/>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sz="2000" b="1" dirty="0">
                <a:latin typeface="Georgia" panose="02040502050405020303" pitchFamily="18" charset="0"/>
              </a:rPr>
              <a:t>High detection performance can be achieved without using all available features</a:t>
            </a:r>
          </a:p>
          <a:p>
            <a:pPr marL="285750" indent="-285750">
              <a:lnSpc>
                <a:spcPct val="200000"/>
              </a:lnSpc>
              <a:buFont typeface="Arial" panose="020B0604020202020204" pitchFamily="34" charset="0"/>
              <a:buChar char="•"/>
            </a:pPr>
            <a:r>
              <a:rPr lang="en-US" sz="2000" b="1" dirty="0">
                <a:latin typeface="Georgia" panose="02040502050405020303" pitchFamily="18" charset="0"/>
              </a:rPr>
              <a:t>Explainable AI (SHAP) enables both accuracy and transparency in decision-making</a:t>
            </a:r>
          </a:p>
          <a:p>
            <a:pPr marL="285750" indent="-285750">
              <a:spcBef>
                <a:spcPts val="1800"/>
              </a:spcBef>
              <a:spcAft>
                <a:spcPts val="1200"/>
              </a:spcAft>
              <a:buFont typeface="Arial" panose="020B0604020202020204" pitchFamily="34" charset="0"/>
              <a:buChar char="•"/>
            </a:pPr>
            <a:r>
              <a:rPr lang="en-US" sz="2000" b="1" dirty="0">
                <a:latin typeface="Georgia" panose="02040502050405020303" pitchFamily="18" charset="0"/>
              </a:rPr>
              <a:t>Feature count was reduced by approximately 65%, significantly improving model efficiency without compromising reliability.</a:t>
            </a:r>
          </a:p>
          <a:p>
            <a:pPr marL="285750" indent="-285750">
              <a:spcBef>
                <a:spcPts val="1800"/>
              </a:spcBef>
              <a:spcAft>
                <a:spcPts val="1200"/>
              </a:spcAft>
              <a:buFont typeface="Arial" panose="020B0604020202020204" pitchFamily="34" charset="0"/>
              <a:buChar char="•"/>
            </a:pPr>
            <a:r>
              <a:rPr lang="en-US" sz="2000" b="1" dirty="0">
                <a:latin typeface="Georgia" panose="02040502050405020303" pitchFamily="18" charset="0"/>
              </a:rPr>
              <a:t>Combining feature selection with feature engineering strengthens model capability</a:t>
            </a:r>
          </a:p>
          <a:p>
            <a:pPr marL="285750" indent="-285750">
              <a:lnSpc>
                <a:spcPct val="200000"/>
              </a:lnSpc>
              <a:buFont typeface="Arial" panose="020B0604020202020204" pitchFamily="34" charset="0"/>
              <a:buChar char="•"/>
            </a:pPr>
            <a:r>
              <a:rPr lang="en-US" sz="2000" b="1" dirty="0">
                <a:latin typeface="Georgia" panose="02040502050405020303" pitchFamily="18" charset="0"/>
              </a:rPr>
              <a:t>Data-driven approaches provide more robust and generalizable solutions</a:t>
            </a:r>
          </a:p>
          <a:p>
            <a:pPr marL="285750" indent="-285750">
              <a:lnSpc>
                <a:spcPct val="200000"/>
              </a:lnSpc>
              <a:buFont typeface="Arial" panose="020B0604020202020204" pitchFamily="34" charset="0"/>
              <a:buChar char="•"/>
            </a:pPr>
            <a:r>
              <a:rPr lang="en-US" sz="2000" b="1" dirty="0">
                <a:latin typeface="Georgia" panose="02040502050405020303" pitchFamily="18" charset="0"/>
              </a:rPr>
              <a:t>The proposed framework is effective for securing critical power system infrastructure</a:t>
            </a:r>
            <a:endParaRPr lang="en-CA" sz="2000" b="1" dirty="0">
              <a:latin typeface="Georgia" panose="02040502050405020303" pitchFamily="18" charset="0"/>
            </a:endParaRPr>
          </a:p>
        </p:txBody>
      </p:sp>
      <p:sp>
        <p:nvSpPr>
          <p:cNvPr id="9" name="Slide Number Placeholder 5">
            <a:extLst>
              <a:ext uri="{FF2B5EF4-FFF2-40B4-BE49-F238E27FC236}">
                <a16:creationId xmlns:a16="http://schemas.microsoft.com/office/drawing/2014/main" id="{60EB7D8F-BEC2-F8DC-49B1-012D02DE8179}"/>
              </a:ext>
            </a:extLst>
          </p:cNvPr>
          <p:cNvSpPr txBox="1">
            <a:spLocks/>
          </p:cNvSpPr>
          <p:nvPr/>
        </p:nvSpPr>
        <p:spPr>
          <a:xfrm>
            <a:off x="3581400" y="64054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70B7C0-46F6-4DF2-8928-276E092CFE71}" type="slidenum">
              <a:rPr lang="en-CA" sz="1800" b="1" smtClean="0"/>
              <a:pPr/>
              <a:t>43</a:t>
            </a:fld>
            <a:endParaRPr lang="en-CA" sz="1800" b="1" dirty="0"/>
          </a:p>
        </p:txBody>
      </p:sp>
      <p:sp>
        <p:nvSpPr>
          <p:cNvPr id="10" name="Date Placeholder 4">
            <a:extLst>
              <a:ext uri="{FF2B5EF4-FFF2-40B4-BE49-F238E27FC236}">
                <a16:creationId xmlns:a16="http://schemas.microsoft.com/office/drawing/2014/main" id="{429A9F9F-A0C8-F1FB-817E-EBA4B87DFCE7}"/>
              </a:ext>
            </a:extLst>
          </p:cNvPr>
          <p:cNvSpPr>
            <a:spLocks noGrp="1"/>
          </p:cNvSpPr>
          <p:nvPr>
            <p:ph type="dt" sz="half" idx="10"/>
          </p:nvPr>
        </p:nvSpPr>
        <p:spPr>
          <a:xfrm>
            <a:off x="364549" y="6432085"/>
            <a:ext cx="2743200" cy="365125"/>
          </a:xfrm>
        </p:spPr>
        <p:txBody>
          <a:bodyPr/>
          <a:lstStyle/>
          <a:p>
            <a:r>
              <a:rPr lang="en-CA" dirty="0"/>
              <a:t>2026-03-26</a:t>
            </a:r>
          </a:p>
        </p:txBody>
      </p:sp>
    </p:spTree>
    <p:extLst>
      <p:ext uri="{BB962C8B-B14F-4D97-AF65-F5344CB8AC3E}">
        <p14:creationId xmlns:p14="http://schemas.microsoft.com/office/powerpoint/2010/main" val="236992306"/>
      </p:ext>
    </p:extLst>
  </p:cSld>
  <p:clrMapOvr>
    <a:masterClrMapping/>
  </p:clrMapOvr>
  <p:extLst>
    <p:ext uri="{6950BFC3-D8DA-4A85-94F7-54DA5524770B}">
      <p188:commentRel xmlns:p188="http://schemas.microsoft.com/office/powerpoint/2018/8/main" r:id="rId3"/>
    </p:ext>
  </p:extLs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E707A-1E36-C2C6-1565-D8D4288D24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B292A9-D646-10C6-E5A1-262D5DFB31D3}"/>
              </a:ext>
            </a:extLst>
          </p:cNvPr>
          <p:cNvSpPr>
            <a:spLocks noGrp="1"/>
          </p:cNvSpPr>
          <p:nvPr>
            <p:ph type="title"/>
          </p:nvPr>
        </p:nvSpPr>
        <p:spPr/>
        <p:txBody>
          <a:bodyPr/>
          <a:lstStyle/>
          <a:p>
            <a:endParaRPr lang="en-CA"/>
          </a:p>
        </p:txBody>
      </p:sp>
      <p:pic>
        <p:nvPicPr>
          <p:cNvPr id="4" name="Picture 3">
            <a:extLst>
              <a:ext uri="{FF2B5EF4-FFF2-40B4-BE49-F238E27FC236}">
                <a16:creationId xmlns:a16="http://schemas.microsoft.com/office/drawing/2014/main" id="{E46141E8-D9AF-D138-93F8-4F15B8A2624A}"/>
              </a:ext>
            </a:extLst>
          </p:cNvPr>
          <p:cNvPicPr>
            <a:picLocks noChangeAspect="1"/>
          </p:cNvPicPr>
          <p:nvPr/>
        </p:nvPicPr>
        <p:blipFill>
          <a:blip r:embed="rId3"/>
          <a:stretch>
            <a:fillRect/>
          </a:stretch>
        </p:blipFill>
        <p:spPr>
          <a:xfrm>
            <a:off x="0" y="0"/>
            <a:ext cx="12192000" cy="6858000"/>
          </a:xfrm>
          <a:prstGeom prst="rect">
            <a:avLst/>
          </a:prstGeom>
        </p:spPr>
      </p:pic>
      <p:graphicFrame>
        <p:nvGraphicFramePr>
          <p:cNvPr id="11" name="Content Placeholder 10">
            <a:extLst>
              <a:ext uri="{FF2B5EF4-FFF2-40B4-BE49-F238E27FC236}">
                <a16:creationId xmlns:a16="http://schemas.microsoft.com/office/drawing/2014/main" id="{99E8C5CD-48CC-28ED-AA08-AD177B33A5B1}"/>
              </a:ext>
            </a:extLst>
          </p:cNvPr>
          <p:cNvGraphicFramePr>
            <a:graphicFrameLocks noGrp="1"/>
          </p:cNvGraphicFramePr>
          <p:nvPr>
            <p:ph idx="1"/>
            <p:extLst>
              <p:ext uri="{D42A27DB-BD31-4B8C-83A1-F6EECF244321}">
                <p14:modId xmlns:p14="http://schemas.microsoft.com/office/powerpoint/2010/main" val="3506723336"/>
              </p:ext>
            </p:extLst>
          </p:nvPr>
        </p:nvGraphicFramePr>
        <p:xfrm>
          <a:off x="412955" y="15970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TextBox 6">
            <a:extLst>
              <a:ext uri="{FF2B5EF4-FFF2-40B4-BE49-F238E27FC236}">
                <a16:creationId xmlns:a16="http://schemas.microsoft.com/office/drawing/2014/main" id="{8764ADA3-DDE3-082B-D9DF-8AB405E70BD3}"/>
              </a:ext>
            </a:extLst>
          </p:cNvPr>
          <p:cNvSpPr txBox="1"/>
          <p:nvPr/>
        </p:nvSpPr>
        <p:spPr>
          <a:xfrm>
            <a:off x="412955" y="730243"/>
            <a:ext cx="10038735" cy="646331"/>
          </a:xfrm>
          <a:prstGeom prst="rect">
            <a:avLst/>
          </a:prstGeom>
          <a:noFill/>
        </p:spPr>
        <p:txBody>
          <a:bodyPr wrap="square" rtlCol="0">
            <a:spAutoFit/>
          </a:bodyPr>
          <a:lstStyle/>
          <a:p>
            <a:r>
              <a:rPr lang="en-CA" sz="3600" dirty="0">
                <a:solidFill>
                  <a:schemeClr val="accent5"/>
                </a:solidFill>
                <a:latin typeface="Barlow Condensed Bold" panose="00000806000000000000" pitchFamily="2" charset="0"/>
              </a:rPr>
              <a:t>Future Work</a:t>
            </a:r>
          </a:p>
        </p:txBody>
      </p:sp>
      <p:sp>
        <p:nvSpPr>
          <p:cNvPr id="9" name="Slide Number Placeholder 5">
            <a:extLst>
              <a:ext uri="{FF2B5EF4-FFF2-40B4-BE49-F238E27FC236}">
                <a16:creationId xmlns:a16="http://schemas.microsoft.com/office/drawing/2014/main" id="{43811827-57E2-F205-3851-120EEB100B50}"/>
              </a:ext>
            </a:extLst>
          </p:cNvPr>
          <p:cNvSpPr txBox="1">
            <a:spLocks/>
          </p:cNvSpPr>
          <p:nvPr/>
        </p:nvSpPr>
        <p:spPr>
          <a:xfrm>
            <a:off x="3581400" y="64054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70B7C0-46F6-4DF2-8928-276E092CFE71}" type="slidenum">
              <a:rPr lang="en-CA" sz="1800" b="1" smtClean="0"/>
              <a:pPr/>
              <a:t>44</a:t>
            </a:fld>
            <a:endParaRPr lang="en-CA" sz="1800" b="1" dirty="0"/>
          </a:p>
        </p:txBody>
      </p:sp>
      <p:sp>
        <p:nvSpPr>
          <p:cNvPr id="12" name="Date Placeholder 4">
            <a:extLst>
              <a:ext uri="{FF2B5EF4-FFF2-40B4-BE49-F238E27FC236}">
                <a16:creationId xmlns:a16="http://schemas.microsoft.com/office/drawing/2014/main" id="{FAA216DD-E90F-5139-680A-D3A384F4080A}"/>
              </a:ext>
            </a:extLst>
          </p:cNvPr>
          <p:cNvSpPr>
            <a:spLocks noGrp="1"/>
          </p:cNvSpPr>
          <p:nvPr>
            <p:ph type="dt" sz="half" idx="10"/>
          </p:nvPr>
        </p:nvSpPr>
        <p:spPr>
          <a:xfrm>
            <a:off x="364549" y="6432085"/>
            <a:ext cx="2743200" cy="365125"/>
          </a:xfrm>
        </p:spPr>
        <p:txBody>
          <a:bodyPr/>
          <a:lstStyle/>
          <a:p>
            <a:r>
              <a:rPr lang="en-CA" dirty="0"/>
              <a:t>2026-03-26</a:t>
            </a:r>
          </a:p>
        </p:txBody>
      </p:sp>
    </p:spTree>
    <p:extLst>
      <p:ext uri="{BB962C8B-B14F-4D97-AF65-F5344CB8AC3E}">
        <p14:creationId xmlns:p14="http://schemas.microsoft.com/office/powerpoint/2010/main" val="10376172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1BD2A-CBF0-2467-9174-5F6F13FFD7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A31675-7C5C-33EE-984D-1A76A05EBBF6}"/>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00D6625B-88DF-ABB3-AAC6-B9102614155A}"/>
              </a:ext>
            </a:extLst>
          </p:cNvPr>
          <p:cNvSpPr>
            <a:spLocks noGrp="1"/>
          </p:cNvSpPr>
          <p:nvPr>
            <p:ph idx="1"/>
          </p:nvPr>
        </p:nvSpPr>
        <p:spPr/>
        <p:txBody>
          <a:bodyPr/>
          <a:lstStyle/>
          <a:p>
            <a:endParaRPr lang="en-CA" dirty="0"/>
          </a:p>
        </p:txBody>
      </p:sp>
      <p:pic>
        <p:nvPicPr>
          <p:cNvPr id="4" name="Picture 3">
            <a:extLst>
              <a:ext uri="{FF2B5EF4-FFF2-40B4-BE49-F238E27FC236}">
                <a16:creationId xmlns:a16="http://schemas.microsoft.com/office/drawing/2014/main" id="{B300A89F-C600-0FBE-3556-12E8E8D05527}"/>
              </a:ext>
            </a:extLst>
          </p:cNvPr>
          <p:cNvPicPr>
            <a:picLocks noChangeAspect="1"/>
          </p:cNvPicPr>
          <p:nvPr/>
        </p:nvPicPr>
        <p:blipFill>
          <a:blip r:embed="rId3"/>
          <a:stretch>
            <a:fillRect/>
          </a:stretch>
        </p:blipFill>
        <p:spPr>
          <a:xfrm>
            <a:off x="0" y="0"/>
            <a:ext cx="12192000" cy="6858000"/>
          </a:xfrm>
          <a:prstGeom prst="rect">
            <a:avLst/>
          </a:prstGeom>
        </p:spPr>
      </p:pic>
      <p:sp>
        <p:nvSpPr>
          <p:cNvPr id="7" name="TextBox 6">
            <a:extLst>
              <a:ext uri="{FF2B5EF4-FFF2-40B4-BE49-F238E27FC236}">
                <a16:creationId xmlns:a16="http://schemas.microsoft.com/office/drawing/2014/main" id="{8819B9E9-BA57-4FFD-7665-79D5291F507B}"/>
              </a:ext>
            </a:extLst>
          </p:cNvPr>
          <p:cNvSpPr txBox="1"/>
          <p:nvPr/>
        </p:nvSpPr>
        <p:spPr>
          <a:xfrm>
            <a:off x="1091380" y="2659559"/>
            <a:ext cx="10009239" cy="769441"/>
          </a:xfrm>
          <a:prstGeom prst="rect">
            <a:avLst/>
          </a:prstGeom>
          <a:noFill/>
        </p:spPr>
        <p:txBody>
          <a:bodyPr wrap="square" rtlCol="0">
            <a:spAutoFit/>
          </a:bodyPr>
          <a:lstStyle/>
          <a:p>
            <a:pPr algn="ctr"/>
            <a:r>
              <a:rPr lang="en-US" sz="4400" b="1" dirty="0">
                <a:solidFill>
                  <a:schemeClr val="accent5"/>
                </a:solidFill>
                <a:latin typeface="Georgia" panose="02040502050405020303" pitchFamily="18" charset="0"/>
              </a:rPr>
              <a:t> </a:t>
            </a:r>
            <a:r>
              <a:rPr lang="en-US" sz="4400" b="1" dirty="0">
                <a:latin typeface="Georgia" panose="02040502050405020303" pitchFamily="18" charset="0"/>
              </a:rPr>
              <a:t>Thank You!</a:t>
            </a:r>
          </a:p>
        </p:txBody>
      </p:sp>
      <p:sp>
        <p:nvSpPr>
          <p:cNvPr id="8" name="Slide Number Placeholder 5">
            <a:extLst>
              <a:ext uri="{FF2B5EF4-FFF2-40B4-BE49-F238E27FC236}">
                <a16:creationId xmlns:a16="http://schemas.microsoft.com/office/drawing/2014/main" id="{4734ADDC-D2C9-52F5-690C-0C377B06416B}"/>
              </a:ext>
            </a:extLst>
          </p:cNvPr>
          <p:cNvSpPr txBox="1">
            <a:spLocks/>
          </p:cNvSpPr>
          <p:nvPr/>
        </p:nvSpPr>
        <p:spPr>
          <a:xfrm>
            <a:off x="3581400" y="64054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370B7C0-46F6-4DF2-8928-276E092CFE71}" type="slidenum">
              <a:rPr lang="en-CA" sz="1800" b="1" smtClean="0"/>
              <a:pPr/>
              <a:t>45</a:t>
            </a:fld>
            <a:endParaRPr lang="en-CA" sz="1800" b="1" dirty="0"/>
          </a:p>
        </p:txBody>
      </p:sp>
      <p:sp>
        <p:nvSpPr>
          <p:cNvPr id="9" name="Date Placeholder 4">
            <a:extLst>
              <a:ext uri="{FF2B5EF4-FFF2-40B4-BE49-F238E27FC236}">
                <a16:creationId xmlns:a16="http://schemas.microsoft.com/office/drawing/2014/main" id="{D4088239-200F-1C69-3E41-ADAF88F8D728}"/>
              </a:ext>
            </a:extLst>
          </p:cNvPr>
          <p:cNvSpPr>
            <a:spLocks noGrp="1"/>
          </p:cNvSpPr>
          <p:nvPr>
            <p:ph type="dt" sz="half" idx="10"/>
          </p:nvPr>
        </p:nvSpPr>
        <p:spPr>
          <a:xfrm>
            <a:off x="364549" y="6432085"/>
            <a:ext cx="2743200" cy="365125"/>
          </a:xfrm>
        </p:spPr>
        <p:txBody>
          <a:bodyPr/>
          <a:lstStyle/>
          <a:p>
            <a:r>
              <a:rPr lang="en-CA" dirty="0"/>
              <a:t>2026-03-26</a:t>
            </a:r>
          </a:p>
        </p:txBody>
      </p:sp>
    </p:spTree>
    <p:extLst>
      <p:ext uri="{BB962C8B-B14F-4D97-AF65-F5344CB8AC3E}">
        <p14:creationId xmlns:p14="http://schemas.microsoft.com/office/powerpoint/2010/main" val="38204517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10025</TotalTime>
  <Words>2276</Words>
  <Application>Microsoft Office PowerPoint</Application>
  <PresentationFormat>Widescreen</PresentationFormat>
  <Paragraphs>615</Paragraphs>
  <Slides>45</Slides>
  <Notes>35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45</vt:i4>
      </vt:variant>
    </vt:vector>
  </HeadingPairs>
  <TitlesOfParts>
    <vt:vector size="53" baseType="lpstr">
      <vt:lpstr>Aptos</vt:lpstr>
      <vt:lpstr>Aptos Display</vt:lpstr>
      <vt:lpstr>Arial</vt:lpstr>
      <vt:lpstr>Barlow Condensed Bold</vt:lpstr>
      <vt:lpstr>Courier New</vt:lpstr>
      <vt:lpstr>Georgia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Tirth Patel</dc:creator>
  <cp:lastModifiedBy>Tirth Patel</cp:lastModifiedBy>
  <cp:revision>6</cp:revision>
  <dcterms:created xsi:type="dcterms:W3CDTF">2025-11-22T00:35:08Z</dcterms:created>
  <dcterms:modified xsi:type="dcterms:W3CDTF">2026-03-26T13:13:31Z</dcterms:modified>
</cp:coreProperties>
</file>